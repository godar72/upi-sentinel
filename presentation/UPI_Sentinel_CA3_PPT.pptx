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e6a5c68b804666" /><Relationship Type="http://schemas.openxmlformats.org/officeDocument/2006/relationships/extended-properties" Target="/docProps/app.xml" Id="Rf03f68ee2f164c7b" /><Relationship Type="http://schemas.openxmlformats.org/officeDocument/2006/relationships/officeDocument" Target="/ppt/presentation.xml" Id="Recf6f5f97c724674" /></Relationships>
</file>

<file path=ppt/presentation.xml><?xml version="1.0" encoding="utf-8"?>
<p:presentation xmlns:p="http://schemas.openxmlformats.org/presentationml/2006/main">
  <p:sldMasterIdLst>
    <p:sldMasterId xmlns:r="http://schemas.openxmlformats.org/officeDocument/2006/relationships" id="2147483648" r:id="Rdc2c2dda71214de4"/>
  </p:sldMasterIdLst>
  <p:notesMasterIdLst>
    <p:notesMasterId xmlns:r="http://schemas.openxmlformats.org/officeDocument/2006/relationships" r:id="Rda9cab0bde324029"/>
  </p:notesMasterIdLst>
  <p:sldIdLst>
    <p:sldId xmlns:r="http://schemas.openxmlformats.org/officeDocument/2006/relationships" id="256" r:id="R796de1c8d13a4b3f"/>
    <p:sldId xmlns:r="http://schemas.openxmlformats.org/officeDocument/2006/relationships" id="257" r:id="R2bf9de1a1e064ec3"/>
    <p:sldId xmlns:r="http://schemas.openxmlformats.org/officeDocument/2006/relationships" id="258" r:id="R6549202657b049b2"/>
    <p:sldId xmlns:r="http://schemas.openxmlformats.org/officeDocument/2006/relationships" id="259" r:id="Reec5de97afab4ff3"/>
    <p:sldId xmlns:r="http://schemas.openxmlformats.org/officeDocument/2006/relationships" id="260" r:id="R49126f0ef0304a85"/>
    <p:sldId xmlns:r="http://schemas.openxmlformats.org/officeDocument/2006/relationships" id="261" r:id="R40c3cc7a09d24deb"/>
    <p:sldId xmlns:r="http://schemas.openxmlformats.org/officeDocument/2006/relationships" id="262" r:id="Ra893c26c82b74631"/>
    <p:sldId xmlns:r="http://schemas.openxmlformats.org/officeDocument/2006/relationships" id="263" r:id="R4bb9b1d4fdce4d34"/>
    <p:sldId xmlns:r="http://schemas.openxmlformats.org/officeDocument/2006/relationships" id="264" r:id="Rb13e209d504d4195"/>
    <p:sldId xmlns:r="http://schemas.openxmlformats.org/officeDocument/2006/relationships" id="265" r:id="Rd824436b4548481b"/>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19f4ef204734031" /><Relationship Type="http://schemas.openxmlformats.org/officeDocument/2006/relationships/slideMaster" Target="/ppt/slideMasters/slideMaster1.xml" Id="Rdc2c2dda71214de4" /><Relationship Type="http://schemas.openxmlformats.org/officeDocument/2006/relationships/notesMaster" Target="/ppt/notesMasters/notesMaster1.xml" Id="Rda9cab0bde324029" /><Relationship Type="http://schemas.openxmlformats.org/officeDocument/2006/relationships/presProps" Target="/ppt/presProps.xml" Id="R8fc71b1585164be5" /><Relationship Type="http://schemas.openxmlformats.org/officeDocument/2006/relationships/viewProps" Target="/ppt/viewProps.xml" Id="R179cce69845a4119" /><Relationship Type="http://schemas.openxmlformats.org/officeDocument/2006/relationships/tableStyles" Target="/ppt/tableStyles.xml" Id="R17a520cd47e74d20" /><Relationship Type="http://schemas.openxmlformats.org/officeDocument/2006/relationships/slide" Target="/ppt/slides/slide1.xml" Id="R796de1c8d13a4b3f" /><Relationship Type="http://schemas.openxmlformats.org/officeDocument/2006/relationships/slide" Target="/ppt/slides/slide2.xml" Id="R2bf9de1a1e064ec3" /><Relationship Type="http://schemas.openxmlformats.org/officeDocument/2006/relationships/slide" Target="/ppt/slides/slide3.xml" Id="R6549202657b049b2" /><Relationship Type="http://schemas.openxmlformats.org/officeDocument/2006/relationships/slide" Target="/ppt/slides/slide4.xml" Id="Reec5de97afab4ff3" /><Relationship Type="http://schemas.openxmlformats.org/officeDocument/2006/relationships/slide" Target="/ppt/slides/slide5.xml" Id="R49126f0ef0304a85" /><Relationship Type="http://schemas.openxmlformats.org/officeDocument/2006/relationships/slide" Target="/ppt/slides/slide6.xml" Id="R40c3cc7a09d24deb" /><Relationship Type="http://schemas.openxmlformats.org/officeDocument/2006/relationships/slide" Target="/ppt/slides/slide7.xml" Id="Ra893c26c82b74631" /><Relationship Type="http://schemas.openxmlformats.org/officeDocument/2006/relationships/slide" Target="/ppt/slides/slide8.xml" Id="R4bb9b1d4fdce4d34" /><Relationship Type="http://schemas.openxmlformats.org/officeDocument/2006/relationships/slide" Target="/ppt/slides/slide9.xml" Id="Rb13e209d504d4195" /><Relationship Type="http://schemas.openxmlformats.org/officeDocument/2006/relationships/slide" Target="/ppt/slides/slide10.xml" Id="Rd824436b454848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169e3de80541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5598e0dfdf4e95" /><Relationship Type="http://schemas.openxmlformats.org/officeDocument/2006/relationships/notesMaster" Target="/ppt/notesMasters/notesMaster1.xml" Id="Rbeec18fbb45b43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0992edeae34cd0" /><Relationship Type="http://schemas.openxmlformats.org/officeDocument/2006/relationships/notesMaster" Target="/ppt/notesMasters/notesMaster1.xml" Id="R657db2eee22143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92cce11fe7461e" /><Relationship Type="http://schemas.openxmlformats.org/officeDocument/2006/relationships/notesMaster" Target="/ppt/notesMasters/notesMaster1.xml" Id="R1a9a009f0f7045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b1a0e4c3164bd1" /><Relationship Type="http://schemas.openxmlformats.org/officeDocument/2006/relationships/notesMaster" Target="/ppt/notesMasters/notesMaster1.xml" Id="R5f478b34cb9e46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34d173351a4215" /><Relationship Type="http://schemas.openxmlformats.org/officeDocument/2006/relationships/notesMaster" Target="/ppt/notesMasters/notesMaster1.xml" Id="Rb2f5d5cb7fb344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139ca118e74090" /><Relationship Type="http://schemas.openxmlformats.org/officeDocument/2006/relationships/notesMaster" Target="/ppt/notesMasters/notesMaster1.xml" Id="R132ac5ed6dc649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8937a01155426f" /><Relationship Type="http://schemas.openxmlformats.org/officeDocument/2006/relationships/notesMaster" Target="/ppt/notesMasters/notesMaster1.xml" Id="Re0c13133facd46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d2ca67b9dc490f" /><Relationship Type="http://schemas.openxmlformats.org/officeDocument/2006/relationships/notesMaster" Target="/ppt/notesMasters/notesMaster1.xml" Id="R8c4ba96f27654d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8ad2044b92454c" /><Relationship Type="http://schemas.openxmlformats.org/officeDocument/2006/relationships/notesMaster" Target="/ppt/notesMasters/notesMaster1.xml" Id="R3258239fcb8e43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e95a7b75494d6d" /><Relationship Type="http://schemas.openxmlformats.org/officeDocument/2006/relationships/notesMaster" Target="/ppt/notesMasters/notesMaster1.xml" Id="R0edc0eb59f7e40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0:00–0:18</a:t>
            </a:r>
          </a:p>
          <a:p xmlns:a="http://schemas.openxmlformats.org/drawingml/2006/main">
            <a:r>
              <a:t/>
            </a:r>
            <a:endParaRPr/>
          </a:p>
          <a:p xmlns:a="http://schemas.openxmlformats.org/drawingml/2006/main">
            <a:r>
              <a:t>UPI Sentinel is a classroom proof of concept for reviewing suspicious UPI-style transaction networks. It helps surface patterns with their evidence. A lead always requires human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0:18–0:50</a:t>
            </a:r>
          </a:p>
          <a:p xmlns:a="http://schemas.openxmlformats.org/drawingml/2006/main">
            <a:r>
              <a:t/>
            </a:r>
            <a:endParaRPr/>
          </a:p>
          <a:p xmlns:a="http://schemas.openxmlformats.org/drawingml/2006/main">
            <a:r>
              <a:t>A transaction table records separate events. Investigators need to connect senders, receivers and timing across rows, while retaining malformed records for audit. Our demo uses synthetic data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0:50–1:18</a:t>
            </a:r>
          </a:p>
          <a:p xmlns:a="http://schemas.openxmlformats.org/drawingml/2006/main">
            <a:r>
              <a:t/>
            </a:r>
            <a:endParaRPr/>
          </a:p>
          <a:p xmlns:a="http://schemas.openxmlformats.org/drawingml/2006/main">
            <a:r>
              <a:t>The workflow validates records, builds a directed graph from accepted rows, applies explicit rules, then packages the matching evidence. Defaults use a 2-unit rapid-chain window, at least 2 distinct senders to a hub with onward activity within 3 units, and an onward ratio of at least 80 percent of aggregate recent incoming within 3 units. Numeric timestamps are time units. The amount ratio does not trace specific funds.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1:18–2:00</a:t>
            </a:r>
          </a:p>
          <a:p xmlns:a="http://schemas.openxmlformats.org/drawingml/2006/main">
            <a:r>
              <a:t/>
            </a:r>
            <a:endParaRPr/>
          </a:p>
          <a:p xmlns:a="http://schemas.openxmlformats.org/drawingml/2006/main">
            <a:r>
              <a:t>Streamlit calls run_analysis with the selected data and rule configuration. The Coordinator runs the compiled LangGraph workflow through five agents: validation, network analysis, pattern analysis, explanation and evaluation. Shared state carries the results forward. Labels enter only after detection. The lower path is optional, user-triggered and outside LangGraph.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2:00–2:25</a:t>
            </a:r>
          </a:p>
          <a:p xmlns:a="http://schemas.openxmlformats.org/drawingml/2006/main">
            <a:r>
              <a:t/>
            </a:r>
            <a:endParaRPr/>
          </a:p>
          <a:p xmlns:a="http://schemas.openxmlformats.org/drawingml/2006/main">
            <a:r>
              <a:t>The graph represents accounts as nodes and accepted transfers as directed edges keyed by transaction ID. Each finding retains the supporting transaction IDs, account IDs, times, thresholds and measured values. Evaluation labels do not enter graph edges or rule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2:25–3:00</a:t>
            </a:r>
          </a:p>
          <a:p xmlns:a="http://schemas.openxmlformats.org/drawingml/2006/main">
            <a:r>
              <a:t/>
            </a:r>
            <a:endParaRPr/>
          </a:p>
          <a:p xmlns:a="http://schemas.openxmlformats.org/drawingml/2006/main">
            <a:r>
              <a:t>The six agents are deterministic Python components. The Coordinator orders the stages. Validation preserves rejection reasons, Network Analysis builds the accepted-only MultiDiGraph, Pattern Analysis applies the rules, Explanation summarizes outputs and Evaluation compares eligible transaction labels after findings exist.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3:00–3:40</a:t>
            </a:r>
          </a:p>
          <a:p xmlns:a="http://schemas.openxmlformats.org/drawingml/2006/main">
            <a:r>
              <a:t/>
            </a:r>
            <a:endParaRPr/>
          </a:p>
          <a:p xmlns:a="http://schemas.openxmlformats.org/drawingml/2006/main">
            <a:r>
              <a:t>These are genuine captures from the running Streamlit application. The Overview displays the verified fixture counts. The second image shows source evidence and a successful optional local Ollama explanation from qwen2.5:3b. Only selected-finding whitelisted evidence is sent to localhost. The full CSV and unrelated transactions are excluded. Response checks and deterministic fallback reduce risk, but do not guarantee the model text is always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3:40–4:20</a:t>
            </a:r>
          </a:p>
          <a:p xmlns:a="http://schemas.openxmlformats.org/drawingml/2006/main">
            <a:r>
              <a:t/>
            </a:r>
            <a:endParaRPr/>
          </a:p>
          <a:p xmlns:a="http://schemas.openxmlformats.org/drawingml/2006/main">
            <a:r>
              <a:t>The fixture has 40 rows, 31 accepted, 9 rejected, 37 accounts, 31 graph transfers and 5 findings. S1 has no finding. S2 yields a rapid-chain lead and an overlapping onward lead on the same two transfers. S3 is partial because S3-IN-1 is four numeric time units before S3-OUT, outside the three-unit window. S4 retains and rejects all nine malformed or duplicate rows with reasons. S5 has 18 accepted merchant payments and no volume-only finding. S6 has three accepted split/refund transactions and no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4:20–4:50</a:t>
            </a:r>
          </a:p>
          <a:p xmlns:a="http://schemas.openxmlformats.org/drawingml/2006/main">
            <a:r>
              <a:t/>
            </a:r>
            <a:endParaRPr/>
          </a:p>
          <a:p xmlns:a="http://schemas.openxmlformats.org/drawingml/2006/main">
            <a:r>
              <a:t>The thresholds are illustrative and can match legitimate behavior or miss relevant patterns. Findings may overlap. The aggregate onward ratio does not link specific funds. We have synthetic records, no production validation and no account-level mule ground truth. Future work needs governed data, threshold review and stronger investigation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4:50–5:00</a:t>
            </a:r>
          </a:p>
          <a:p xmlns:a="http://schemas.openxmlformats.org/drawingml/2006/main">
            <a:r>
              <a:t/>
            </a:r>
            <a:endParaRPr/>
          </a:p>
          <a:p xmlns:a="http://schemas.openxmlformats.org/drawingml/2006/main">
            <a:r>
              <a:t>UPI Sentinel connects accepted transfers to transparent rules and traceable evidence. It presents leads for human review, not fraud verdicts. I’m ready for the demonstration 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3cf3a3df3d4d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22bdb97a134a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413a68626645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1dfbc2f98674d5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db023f3a334e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4b181ecc2a4f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B93F05-FA44-4571-90E7-FAA423D3298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3BAD9AF4-CB74-48DA-8769-FF2AB468507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316AB4A-F0C5-4C10-9C23-A31FC2B660E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49E56F-A27E-47AE-9C83-EA82E49753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A7299354-F511-41CD-BAB0-D3D52B080F2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1E6443-32FF-4331-9FA1-30B7B17BCB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C8EEE994-5409-4676-9BB4-7C32B1F72C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073DE0B0-B3E0-4BC7-B5CA-1A7605DF8B7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BBA48E-3223-4169-90C6-FB313086DF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9795CAF6-287B-401D-85D4-77DCF8821F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f0562524b74ff3" /><Relationship Type="http://schemas.openxmlformats.org/officeDocument/2006/relationships/slideLayout" Target="/ppt/slideLayouts/slideLayout1.xml" Id="R104cd5deca00429d" /><Relationship Type="http://schemas.openxmlformats.org/officeDocument/2006/relationships/slideLayout" Target="/ppt/slideLayouts/slideLayout2.xml" Id="Rff5b1441906b495f" /><Relationship Type="http://schemas.openxmlformats.org/officeDocument/2006/relationships/slideLayout" Target="/ppt/slideLayouts/slideLayout3.xml" Id="R8bf6831979424381" /><Relationship Type="http://schemas.openxmlformats.org/officeDocument/2006/relationships/slideLayout" Target="/ppt/slideLayouts/slideLayout4.xml" Id="Rcaa84c9e65824433" /><Relationship Type="http://schemas.openxmlformats.org/officeDocument/2006/relationships/slideLayout" Target="/ppt/slideLayouts/slideLayout5.xml" Id="R10e3103ee8b14cf0" /><Relationship Type="http://schemas.openxmlformats.org/officeDocument/2006/relationships/slideLayout" Target="/ppt/slideLayouts/slideLayout6.xml" Id="R335ed7e4544e4f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4cd5deca00429d"/>
    <p:sldLayoutId xmlns:r="http://schemas.openxmlformats.org/officeDocument/2006/relationships" id="2147483650" r:id="Rff5b1441906b495f"/>
    <p:sldLayoutId xmlns:r="http://schemas.openxmlformats.org/officeDocument/2006/relationships" id="2147483651" r:id="R8bf6831979424381"/>
    <p:sldLayoutId xmlns:r="http://schemas.openxmlformats.org/officeDocument/2006/relationships" id="2147483652" r:id="Rcaa84c9e65824433"/>
    <p:sldLayoutId xmlns:r="http://schemas.openxmlformats.org/officeDocument/2006/relationships" id="2147483653" r:id="R10e3103ee8b14cf0"/>
    <p:sldLayoutId xmlns:r="http://schemas.openxmlformats.org/officeDocument/2006/relationships" id="2147483654" r:id="R335ed7e4544e4f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8d845da18e4d6e" /><Relationship Type="http://schemas.openxmlformats.org/officeDocument/2006/relationships/image" Target="/ppt/media/image.png" Id="R7bea4f77bb774085" /><Relationship Type="http://schemas.openxmlformats.org/officeDocument/2006/relationships/notesSlide" Target="/ppt/notesSlides/notesSlide1.xml" Id="R76b3d6ffb0124c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d9e0b467504985" /><Relationship Type="http://schemas.openxmlformats.org/officeDocument/2006/relationships/notesSlide" Target="/ppt/notesSlides/notesSlide2.xml" Id="R893233b40d014a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851d4a427624283" /><Relationship Type="http://schemas.openxmlformats.org/officeDocument/2006/relationships/notesSlide" Target="/ppt/notesSlides/notesSlide3.xml" Id="Re0033e846f514e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7e9e105c31e4faf" /><Relationship Type="http://schemas.openxmlformats.org/officeDocument/2006/relationships/notesSlide" Target="/ppt/notesSlides/notesSlide4.xml" Id="Rdd590794fc0847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c7b90ea52364dc6" /><Relationship Type="http://schemas.openxmlformats.org/officeDocument/2006/relationships/notesSlide" Target="/ppt/notesSlides/notesSlide5.xml" Id="Rae9040d870dd4b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ac3025e95343ae" /><Relationship Type="http://schemas.openxmlformats.org/officeDocument/2006/relationships/notesSlide" Target="/ppt/notesSlides/notesSlide6.xml" Id="R3781bb02bbe948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ad07fe550f4312" /><Relationship Type="http://schemas.openxmlformats.org/officeDocument/2006/relationships/image" Target="/ppt/media/image2.png" Id="R3ced4d4d295b44d3" /><Relationship Type="http://schemas.openxmlformats.org/officeDocument/2006/relationships/image" Target="/ppt/media/image3.png" Id="Rd5e1e11b2cde4ba0" /><Relationship Type="http://schemas.openxmlformats.org/officeDocument/2006/relationships/image" Target="/ppt/media/image4.png" Id="R7f774f63f75743c4" /><Relationship Type="http://schemas.openxmlformats.org/officeDocument/2006/relationships/image" Target="/ppt/media/image5.png" Id="R4826b224f19640cd" /><Relationship Type="http://schemas.openxmlformats.org/officeDocument/2006/relationships/notesSlide" Target="/ppt/notesSlides/notesSlide7.xml" Id="Rd29953a681984f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1021be581e04287" /><Relationship Type="http://schemas.openxmlformats.org/officeDocument/2006/relationships/notesSlide" Target="/ppt/notesSlides/notesSlide8.xml" Id="R5e07a4eef54a4b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f1f5c598fbb45e6" /><Relationship Type="http://schemas.openxmlformats.org/officeDocument/2006/relationships/notesSlide" Target="/ppt/notesSlides/notesSlide9.xml" Id="R6b4e1f3c1ad24e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0345013f1d94a7d" /><Relationship Type="http://schemas.openxmlformats.org/officeDocument/2006/relationships/notesSlide" Target="/ppt/notesSlides/notesSlide10.xml" Id="Rc23079d198794f9f" /></Relationships>
</file>

<file path=ppt/slides/slide1.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pic>
        <p:nvPicPr>
          <p:cNvPr id="10" name="Picture 9">
            <a:extLst xmlns:a="http://schemas.openxmlformats.org/drawingml/2006/main">
              <a:ext uri="{FF2B5EF4-FFF2-40B4-BE49-F238E27FC236}">
                <a16:creationId xmlns:a16="http://schemas.microsoft.com/office/drawing/2014/main" id="{7E8DA2AC-D4BF-48F1-B500-0A403AF62046}"/>
              </a:ext>
            </a:extLst>
          </p:cNvPr>
          <p:cNvPicPr>
            <a:picLocks xmlns:a="http://schemas.openxmlformats.org/drawingml/2006/main" noChangeAspect="1"/>
          </p:cNvPicPr>
          <p:nvPr/>
        </p:nvPicPr>
        <p:blipFill>
          <a:blip xmlns:r="http://schemas.openxmlformats.org/officeDocument/2006/relationships" xmlns:a="http://schemas.openxmlformats.org/drawingml/2006/main" r:embed="R7bea4f77bb77408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ectangle 1">
            <a:extLst xmlns:a="http://schemas.openxmlformats.org/drawingml/2006/main">
              <a:ext uri="{FF2B5EF4-FFF2-40B4-BE49-F238E27FC236}">
                <a16:creationId xmlns:a16="http://schemas.microsoft.com/office/drawing/2014/main" id="{D00EDFB2-D277-47C8-98C4-FD1152C7B945}"/>
              </a:ext>
            </a:extLst>
          </p:cNvPr>
          <p:cNvSpPr>
            <a:spLocks xmlns:a="http://schemas.openxmlformats.org/drawingml/2006/main" noGrp="1"/>
          </p:cNvSpPr>
          <p:nvPr/>
        </p:nvSpPr>
        <p:spPr>
          <a:xfrm xmlns:a="http://schemas.openxmlformats.org/drawingml/2006/main">
            <a:off x="685800" y="89535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1" i="0">
                <a:solidFill>
                  <a:srgbClr val="38E0C1"/>
                </a:solidFill>
                <a:latin typeface="Arial"/>
                <a:ea typeface="Arial"/>
                <a:cs typeface="Arial"/>
              </a:defRPr>
            </a:defPPr>
            <a:lvl1pPr algn="l">
              <a:buNone/>
              <a:defRPr sz="1050" b="1" i="0">
                <a:solidFill>
                  <a:srgbClr val="38E0C1"/>
                </a:solidFill>
                <a:latin typeface="Arial"/>
                <a:ea typeface="Arial"/>
                <a:cs typeface="Arial"/>
              </a:defRPr>
            </a:lvl1pPr>
            <a:lvl2pPr algn="l">
              <a:buNone/>
              <a:defRPr sz="1050" b="1" i="0">
                <a:solidFill>
                  <a:srgbClr val="38E0C1"/>
                </a:solidFill>
                <a:latin typeface="Arial"/>
                <a:ea typeface="Arial"/>
                <a:cs typeface="Arial"/>
              </a:defRPr>
            </a:lvl2pPr>
            <a:lvl3pPr algn="l">
              <a:buNone/>
              <a:defRPr sz="1050" b="1" i="0">
                <a:solidFill>
                  <a:srgbClr val="38E0C1"/>
                </a:solidFill>
                <a:latin typeface="Arial"/>
                <a:ea typeface="Arial"/>
                <a:cs typeface="Arial"/>
              </a:defRPr>
            </a:lvl3pPr>
            <a:lvl4pPr algn="l">
              <a:buNone/>
              <a:defRPr sz="1050" b="1" i="0">
                <a:solidFill>
                  <a:srgbClr val="38E0C1"/>
                </a:solidFill>
                <a:latin typeface="Arial"/>
                <a:ea typeface="Arial"/>
                <a:cs typeface="Arial"/>
              </a:defRPr>
            </a:lvl4pPr>
            <a:lvl5pPr algn="l">
              <a:buNone/>
              <a:defRPr sz="1050" b="1" i="0">
                <a:solidFill>
                  <a:srgbClr val="38E0C1"/>
                </a:solidFill>
                <a:latin typeface="Arial"/>
                <a:ea typeface="Arial"/>
                <a:cs typeface="Arial"/>
              </a:defRPr>
            </a:lvl5pPr>
            <a:lvl6pPr algn="l">
              <a:buNone/>
              <a:defRPr sz="1050" b="1" i="0">
                <a:solidFill>
                  <a:srgbClr val="38E0C1"/>
                </a:solidFill>
                <a:latin typeface="Arial"/>
                <a:ea typeface="Arial"/>
                <a:cs typeface="Arial"/>
              </a:defRPr>
            </a:lvl6pPr>
            <a:lvl7pPr algn="l">
              <a:buNone/>
              <a:defRPr sz="1050" b="1" i="0">
                <a:solidFill>
                  <a:srgbClr val="38E0C1"/>
                </a:solidFill>
                <a:latin typeface="Arial"/>
                <a:ea typeface="Arial"/>
                <a:cs typeface="Arial"/>
              </a:defRPr>
            </a:lvl7pPr>
            <a:lvl8pPr algn="l">
              <a:buNone/>
              <a:defRPr sz="1050" b="1" i="0">
                <a:solidFill>
                  <a:srgbClr val="38E0C1"/>
                </a:solidFill>
                <a:latin typeface="Arial"/>
                <a:ea typeface="Arial"/>
                <a:cs typeface="Arial"/>
              </a:defRPr>
            </a:lvl8pPr>
            <a:lvl9pPr algn="l">
              <a:buNone/>
              <a:defRPr sz="1050" b="1" i="0">
                <a:solidFill>
                  <a:srgbClr val="38E0C1"/>
                </a:solidFill>
                <a:latin typeface="Arial"/>
                <a:ea typeface="Arial"/>
                <a:cs typeface="Arial"/>
              </a:defRPr>
            </a:lvl9pPr>
          </a:lstStyle>
          <a:p xmlns:a="http://schemas.openxmlformats.org/drawingml/2006/main">
            <a:pPr algn="l">
              <a:buNone/>
              <a:defRPr sz="1050" b="1" i="0">
                <a:solidFill>
                  <a:srgbClr val="38E0C1"/>
                </a:solidFill>
                <a:latin typeface="Arial"/>
                <a:ea typeface="Arial"/>
                <a:cs typeface="Arial"/>
              </a:defRPr>
            </a:pPr>
            <a:r>
              <a:rPr sz="1050" b="1" i="0">
                <a:solidFill>
                  <a:srgbClr val="38E0C1"/>
                </a:solidFill>
                <a:latin typeface="Arial"/>
                <a:ea typeface="Arial"/>
                <a:cs typeface="Arial"/>
              </a:rPr>
              <a:t>FOUNDATIONS OF AGENTIC AI  /  CA-3</a:t>
            </a:r>
          </a:p>
        </p:txBody>
      </p:sp>
      <p:sp>
        <p:nvSpPr>
          <p:cNvPr id="3" name="Rectangle 2">
            <a:extLst xmlns:a="http://schemas.openxmlformats.org/drawingml/2006/main">
              <a:ext uri="{FF2B5EF4-FFF2-40B4-BE49-F238E27FC236}">
                <a16:creationId xmlns:a16="http://schemas.microsoft.com/office/drawing/2014/main" id="{DBFCA1FC-F884-4216-BC6E-47B77E090398}"/>
              </a:ext>
            </a:extLst>
          </p:cNvPr>
          <p:cNvSpPr>
            <a:spLocks xmlns:a="http://schemas.openxmlformats.org/drawingml/2006/main" noGrp="1"/>
          </p:cNvSpPr>
          <p:nvPr/>
        </p:nvSpPr>
        <p:spPr>
          <a:xfrm xmlns:a="http://schemas.openxmlformats.org/drawingml/2006/main">
            <a:off x="647700" y="1524000"/>
            <a:ext cx="5715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5250" b="1" i="0">
                <a:solidFill>
                  <a:srgbClr val="F4F7FB"/>
                </a:solidFill>
                <a:latin typeface="Arial"/>
                <a:ea typeface="Arial"/>
                <a:cs typeface="Arial"/>
              </a:defRPr>
            </a:defPPr>
            <a:lvl1pPr algn="l">
              <a:buNone/>
              <a:defRPr sz="5250" b="1" i="0">
                <a:solidFill>
                  <a:srgbClr val="F4F7FB"/>
                </a:solidFill>
                <a:latin typeface="Arial"/>
                <a:ea typeface="Arial"/>
                <a:cs typeface="Arial"/>
              </a:defRPr>
            </a:lvl1pPr>
            <a:lvl2pPr algn="l">
              <a:buNone/>
              <a:defRPr sz="5250" b="1" i="0">
                <a:solidFill>
                  <a:srgbClr val="F4F7FB"/>
                </a:solidFill>
                <a:latin typeface="Arial"/>
                <a:ea typeface="Arial"/>
                <a:cs typeface="Arial"/>
              </a:defRPr>
            </a:lvl2pPr>
            <a:lvl3pPr algn="l">
              <a:buNone/>
              <a:defRPr sz="5250" b="1" i="0">
                <a:solidFill>
                  <a:srgbClr val="F4F7FB"/>
                </a:solidFill>
                <a:latin typeface="Arial"/>
                <a:ea typeface="Arial"/>
                <a:cs typeface="Arial"/>
              </a:defRPr>
            </a:lvl3pPr>
            <a:lvl4pPr algn="l">
              <a:buNone/>
              <a:defRPr sz="5250" b="1" i="0">
                <a:solidFill>
                  <a:srgbClr val="F4F7FB"/>
                </a:solidFill>
                <a:latin typeface="Arial"/>
                <a:ea typeface="Arial"/>
                <a:cs typeface="Arial"/>
              </a:defRPr>
            </a:lvl4pPr>
            <a:lvl5pPr algn="l">
              <a:buNone/>
              <a:defRPr sz="5250" b="1" i="0">
                <a:solidFill>
                  <a:srgbClr val="F4F7FB"/>
                </a:solidFill>
                <a:latin typeface="Arial"/>
                <a:ea typeface="Arial"/>
                <a:cs typeface="Arial"/>
              </a:defRPr>
            </a:lvl5pPr>
            <a:lvl6pPr algn="l">
              <a:buNone/>
              <a:defRPr sz="5250" b="1" i="0">
                <a:solidFill>
                  <a:srgbClr val="F4F7FB"/>
                </a:solidFill>
                <a:latin typeface="Arial"/>
                <a:ea typeface="Arial"/>
                <a:cs typeface="Arial"/>
              </a:defRPr>
            </a:lvl6pPr>
            <a:lvl7pPr algn="l">
              <a:buNone/>
              <a:defRPr sz="5250" b="1" i="0">
                <a:solidFill>
                  <a:srgbClr val="F4F7FB"/>
                </a:solidFill>
                <a:latin typeface="Arial"/>
                <a:ea typeface="Arial"/>
                <a:cs typeface="Arial"/>
              </a:defRPr>
            </a:lvl7pPr>
            <a:lvl8pPr algn="l">
              <a:buNone/>
              <a:defRPr sz="5250" b="1" i="0">
                <a:solidFill>
                  <a:srgbClr val="F4F7FB"/>
                </a:solidFill>
                <a:latin typeface="Arial"/>
                <a:ea typeface="Arial"/>
                <a:cs typeface="Arial"/>
              </a:defRPr>
            </a:lvl8pPr>
            <a:lvl9pPr algn="l">
              <a:buNone/>
              <a:defRPr sz="5250" b="1" i="0">
                <a:solidFill>
                  <a:srgbClr val="F4F7FB"/>
                </a:solidFill>
                <a:latin typeface="Arial"/>
                <a:ea typeface="Arial"/>
                <a:cs typeface="Arial"/>
              </a:defRPr>
            </a:lvl9pPr>
          </a:lstStyle>
          <a:p xmlns:a="http://schemas.openxmlformats.org/drawingml/2006/main">
            <a:pPr algn="l">
              <a:lnSpc>
                <a:spcPct val="88000"/>
              </a:lnSpc>
              <a:buNone/>
              <a:defRPr sz="5250" b="1" i="0">
                <a:solidFill>
                  <a:srgbClr val="F4F7FB"/>
                </a:solidFill>
                <a:latin typeface="Arial"/>
                <a:ea typeface="Arial"/>
                <a:cs typeface="Arial"/>
              </a:defRPr>
            </a:pPr>
            <a:r>
              <a:rPr sz="5250" b="1" i="0">
                <a:solidFill>
                  <a:srgbClr val="F4F7FB"/>
                </a:solidFill>
                <a:latin typeface="Arial"/>
                <a:ea typeface="Arial"/>
                <a:cs typeface="Arial"/>
              </a:rPr>
              <a:t>UPI</a:t>
            </a:r>
          </a:p>
          <a:p xmlns:a="http://schemas.openxmlformats.org/drawingml/2006/main">
            <a:pPr algn="l">
              <a:lnSpc>
                <a:spcPct val="88000"/>
              </a:lnSpc>
              <a:buNone/>
              <a:defRPr sz="5250" b="1" i="0">
                <a:solidFill>
                  <a:srgbClr val="F4F7FB"/>
                </a:solidFill>
                <a:latin typeface="Arial"/>
                <a:ea typeface="Arial"/>
                <a:cs typeface="Arial"/>
              </a:defRPr>
            </a:pPr>
            <a:r>
              <a:rPr sz="5250" b="1" i="0">
                <a:solidFill>
                  <a:srgbClr val="F4F7FB"/>
                </a:solidFill>
                <a:latin typeface="Arial"/>
                <a:ea typeface="Arial"/>
                <a:cs typeface="Arial"/>
              </a:rPr>
              <a:t>SENTINEL</a:t>
            </a:r>
          </a:p>
        </p:txBody>
      </p:sp>
      <p:sp>
        <p:nvSpPr>
          <p:cNvPr id="4" name="Rectangle 3">
            <a:extLst xmlns:a="http://schemas.openxmlformats.org/drawingml/2006/main">
              <a:ext uri="{FF2B5EF4-FFF2-40B4-BE49-F238E27FC236}">
                <a16:creationId xmlns:a16="http://schemas.microsoft.com/office/drawing/2014/main" id="{DF7F6526-4E58-467B-9044-18A4F63DB6A9}"/>
              </a:ext>
            </a:extLst>
          </p:cNvPr>
          <p:cNvSpPr>
            <a:spLocks xmlns:a="http://schemas.openxmlformats.org/drawingml/2006/main" noGrp="1"/>
          </p:cNvSpPr>
          <p:nvPr/>
        </p:nvSpPr>
        <p:spPr>
          <a:xfrm xmlns:a="http://schemas.openxmlformats.org/drawingml/2006/main">
            <a:off x="685800" y="3457575"/>
            <a:ext cx="561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2025" b="1" i="0">
                <a:solidFill>
                  <a:srgbClr val="D5E0E9"/>
                </a:solidFill>
                <a:latin typeface="Arial"/>
                <a:ea typeface="Arial"/>
                <a:cs typeface="Arial"/>
              </a:defRPr>
            </a:defPPr>
            <a:lvl1pPr algn="l">
              <a:buNone/>
              <a:defRPr sz="2025" b="1" i="0">
                <a:solidFill>
                  <a:srgbClr val="D5E0E9"/>
                </a:solidFill>
                <a:latin typeface="Arial"/>
                <a:ea typeface="Arial"/>
                <a:cs typeface="Arial"/>
              </a:defRPr>
            </a:lvl1pPr>
            <a:lvl2pPr algn="l">
              <a:buNone/>
              <a:defRPr sz="2025" b="1" i="0">
                <a:solidFill>
                  <a:srgbClr val="D5E0E9"/>
                </a:solidFill>
                <a:latin typeface="Arial"/>
                <a:ea typeface="Arial"/>
                <a:cs typeface="Arial"/>
              </a:defRPr>
            </a:lvl2pPr>
            <a:lvl3pPr algn="l">
              <a:buNone/>
              <a:defRPr sz="2025" b="1" i="0">
                <a:solidFill>
                  <a:srgbClr val="D5E0E9"/>
                </a:solidFill>
                <a:latin typeface="Arial"/>
                <a:ea typeface="Arial"/>
                <a:cs typeface="Arial"/>
              </a:defRPr>
            </a:lvl3pPr>
            <a:lvl4pPr algn="l">
              <a:buNone/>
              <a:defRPr sz="2025" b="1" i="0">
                <a:solidFill>
                  <a:srgbClr val="D5E0E9"/>
                </a:solidFill>
                <a:latin typeface="Arial"/>
                <a:ea typeface="Arial"/>
                <a:cs typeface="Arial"/>
              </a:defRPr>
            </a:lvl4pPr>
            <a:lvl5pPr algn="l">
              <a:buNone/>
              <a:defRPr sz="2025" b="1" i="0">
                <a:solidFill>
                  <a:srgbClr val="D5E0E9"/>
                </a:solidFill>
                <a:latin typeface="Arial"/>
                <a:ea typeface="Arial"/>
                <a:cs typeface="Arial"/>
              </a:defRPr>
            </a:lvl5pPr>
            <a:lvl6pPr algn="l">
              <a:buNone/>
              <a:defRPr sz="2025" b="1" i="0">
                <a:solidFill>
                  <a:srgbClr val="D5E0E9"/>
                </a:solidFill>
                <a:latin typeface="Arial"/>
                <a:ea typeface="Arial"/>
                <a:cs typeface="Arial"/>
              </a:defRPr>
            </a:lvl6pPr>
            <a:lvl7pPr algn="l">
              <a:buNone/>
              <a:defRPr sz="2025" b="1" i="0">
                <a:solidFill>
                  <a:srgbClr val="D5E0E9"/>
                </a:solidFill>
                <a:latin typeface="Arial"/>
                <a:ea typeface="Arial"/>
                <a:cs typeface="Arial"/>
              </a:defRPr>
            </a:lvl7pPr>
            <a:lvl8pPr algn="l">
              <a:buNone/>
              <a:defRPr sz="2025" b="1" i="0">
                <a:solidFill>
                  <a:srgbClr val="D5E0E9"/>
                </a:solidFill>
                <a:latin typeface="Arial"/>
                <a:ea typeface="Arial"/>
                <a:cs typeface="Arial"/>
              </a:defRPr>
            </a:lvl8pPr>
            <a:lvl9pPr algn="l">
              <a:buNone/>
              <a:defRPr sz="2025" b="1" i="0">
                <a:solidFill>
                  <a:srgbClr val="D5E0E9"/>
                </a:solidFill>
                <a:latin typeface="Arial"/>
                <a:ea typeface="Arial"/>
                <a:cs typeface="Arial"/>
              </a:defRPr>
            </a:lvl9pPr>
          </a:lstStyle>
          <a:p xmlns:a="http://schemas.openxmlformats.org/drawingml/2006/main">
            <a:pPr algn="l">
              <a:buNone/>
              <a:defRPr sz="2025" b="1" i="0">
                <a:solidFill>
                  <a:srgbClr val="D5E0E9"/>
                </a:solidFill>
                <a:latin typeface="Arial"/>
                <a:ea typeface="Arial"/>
                <a:cs typeface="Arial"/>
              </a:defRPr>
            </a:pPr>
            <a:r>
              <a:rPr sz="2025" b="1" i="0">
                <a:solidFill>
                  <a:srgbClr val="D5E0E9"/>
                </a:solidFill>
                <a:latin typeface="Arial"/>
                <a:ea typeface="Arial"/>
                <a:cs typeface="Arial"/>
              </a:rPr>
              <a:t>Explainable multi-agent investigation of suspicious UPI transaction networks</a:t>
            </a:r>
          </a:p>
        </p:txBody>
      </p:sp>
      <p:sp>
        <p:nvSpPr>
          <p:cNvPr id="5" name="Rectangle 4">
            <a:extLst xmlns:a="http://schemas.openxmlformats.org/drawingml/2006/main">
              <a:ext uri="{FF2B5EF4-FFF2-40B4-BE49-F238E27FC236}">
                <a16:creationId xmlns:a16="http://schemas.microsoft.com/office/drawing/2014/main" id="{6C2904E5-66ED-4B18-B29F-ADB10B5BFA8F}"/>
              </a:ext>
            </a:extLst>
          </p:cNvPr>
          <p:cNvSpPr>
            <a:spLocks xmlns:a="http://schemas.openxmlformats.org/drawingml/2006/main" noGrp="1"/>
          </p:cNvSpPr>
          <p:nvPr/>
        </p:nvSpPr>
        <p:spPr>
          <a:xfrm xmlns:a="http://schemas.openxmlformats.org/drawingml/2006/main">
            <a:off x="685800" y="4352925"/>
            <a:ext cx="533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500" b="0" i="0">
                <a:solidFill>
                  <a:srgbClr val="9AAFC2"/>
                </a:solidFill>
                <a:latin typeface="Arial"/>
                <a:ea typeface="Arial"/>
                <a:cs typeface="Arial"/>
              </a:defRPr>
            </a:defPPr>
            <a:lvl1pPr algn="l">
              <a:buNone/>
              <a:defRPr sz="1500" b="0" i="0">
                <a:solidFill>
                  <a:srgbClr val="9AAFC2"/>
                </a:solidFill>
                <a:latin typeface="Arial"/>
                <a:ea typeface="Arial"/>
                <a:cs typeface="Arial"/>
              </a:defRPr>
            </a:lvl1pPr>
            <a:lvl2pPr algn="l">
              <a:buNone/>
              <a:defRPr sz="1500" b="0" i="0">
                <a:solidFill>
                  <a:srgbClr val="9AAFC2"/>
                </a:solidFill>
                <a:latin typeface="Arial"/>
                <a:ea typeface="Arial"/>
                <a:cs typeface="Arial"/>
              </a:defRPr>
            </a:lvl2pPr>
            <a:lvl3pPr algn="l">
              <a:buNone/>
              <a:defRPr sz="1500" b="0" i="0">
                <a:solidFill>
                  <a:srgbClr val="9AAFC2"/>
                </a:solidFill>
                <a:latin typeface="Arial"/>
                <a:ea typeface="Arial"/>
                <a:cs typeface="Arial"/>
              </a:defRPr>
            </a:lvl3pPr>
            <a:lvl4pPr algn="l">
              <a:buNone/>
              <a:defRPr sz="1500" b="0" i="0">
                <a:solidFill>
                  <a:srgbClr val="9AAFC2"/>
                </a:solidFill>
                <a:latin typeface="Arial"/>
                <a:ea typeface="Arial"/>
                <a:cs typeface="Arial"/>
              </a:defRPr>
            </a:lvl4pPr>
            <a:lvl5pPr algn="l">
              <a:buNone/>
              <a:defRPr sz="1500" b="0" i="0">
                <a:solidFill>
                  <a:srgbClr val="9AAFC2"/>
                </a:solidFill>
                <a:latin typeface="Arial"/>
                <a:ea typeface="Arial"/>
                <a:cs typeface="Arial"/>
              </a:defRPr>
            </a:lvl5pPr>
            <a:lvl6pPr algn="l">
              <a:buNone/>
              <a:defRPr sz="1500" b="0" i="0">
                <a:solidFill>
                  <a:srgbClr val="9AAFC2"/>
                </a:solidFill>
                <a:latin typeface="Arial"/>
                <a:ea typeface="Arial"/>
                <a:cs typeface="Arial"/>
              </a:defRPr>
            </a:lvl6pPr>
            <a:lvl7pPr algn="l">
              <a:buNone/>
              <a:defRPr sz="1500" b="0" i="0">
                <a:solidFill>
                  <a:srgbClr val="9AAFC2"/>
                </a:solidFill>
                <a:latin typeface="Arial"/>
                <a:ea typeface="Arial"/>
                <a:cs typeface="Arial"/>
              </a:defRPr>
            </a:lvl7pPr>
            <a:lvl8pPr algn="l">
              <a:buNone/>
              <a:defRPr sz="1500" b="0" i="0">
                <a:solidFill>
                  <a:srgbClr val="9AAFC2"/>
                </a:solidFill>
                <a:latin typeface="Arial"/>
                <a:ea typeface="Arial"/>
                <a:cs typeface="Arial"/>
              </a:defRPr>
            </a:lvl8pPr>
            <a:lvl9pPr algn="l">
              <a:buNone/>
              <a:defRPr sz="1500" b="0" i="0">
                <a:solidFill>
                  <a:srgbClr val="9AAFC2"/>
                </a:solidFill>
                <a:latin typeface="Arial"/>
                <a:ea typeface="Arial"/>
                <a:cs typeface="Arial"/>
              </a:defRPr>
            </a:lvl9pPr>
          </a:lstStyle>
          <a:p xmlns:a="http://schemas.openxmlformats.org/drawingml/2006/main">
            <a:pPr algn="l">
              <a:buNone/>
              <a:defRPr sz="1500" b="0" i="0">
                <a:solidFill>
                  <a:srgbClr val="9AAFC2"/>
                </a:solidFill>
                <a:latin typeface="Arial"/>
                <a:ea typeface="Arial"/>
                <a:cs typeface="Arial"/>
              </a:defRPr>
            </a:pPr>
            <a:r>
              <a:rPr sz="1500" b="0" i="0">
                <a:solidFill>
                  <a:srgbClr val="9AAFC2"/>
                </a:solidFill>
                <a:latin typeface="Arial"/>
                <a:ea typeface="Arial"/>
                <a:cs typeface="Arial"/>
              </a:rPr>
              <a:t>A deterministic proof of concept for evidence-backed human review</a:t>
            </a:r>
          </a:p>
        </p:txBody>
      </p:sp>
      <p:sp>
        <p:nvSpPr>
          <p:cNvPr id="6" name="Rectangle 5">
            <a:extLst xmlns:a="http://schemas.openxmlformats.org/drawingml/2006/main">
              <a:ext uri="{FF2B5EF4-FFF2-40B4-BE49-F238E27FC236}">
                <a16:creationId xmlns:a16="http://schemas.microsoft.com/office/drawing/2014/main" id="{5779E875-A50E-4E25-BD2E-47C57939BCFB}"/>
              </a:ext>
            </a:extLst>
          </p:cNvPr>
          <p:cNvSpPr>
            <a:spLocks xmlns:a="http://schemas.openxmlformats.org/drawingml/2006/main" noGrp="1"/>
          </p:cNvSpPr>
          <p:nvPr/>
        </p:nvSpPr>
        <p:spPr>
          <a:xfrm xmlns:a="http://schemas.openxmlformats.org/drawingml/2006/main">
            <a:off x="685800" y="5257800"/>
            <a:ext cx="38100" cy="514350"/>
          </a:xfrm>
          <a:prstGeom xmlns:a="http://schemas.openxmlformats.org/drawingml/2006/main" prst="rect">
            <a:avLst/>
          </a:prstGeom>
          <a:solidFill xmlns:a="http://schemas.openxmlformats.org/drawingml/2006/main">
            <a:srgbClr val="38E0C1"/>
          </a:solidFill>
          <a:ln xmlns:a="http://schemas.openxmlformats.org/drawingml/2006/main" w="0">
            <a:noFill/>
            <a:prstDash val="solid"/>
          </a:ln>
        </p:spPr>
      </p:sp>
      <p:sp>
        <p:nvSpPr>
          <p:cNvPr id="7" name="Rectangle 6">
            <a:extLst xmlns:a="http://schemas.openxmlformats.org/drawingml/2006/main">
              <a:ext uri="{FF2B5EF4-FFF2-40B4-BE49-F238E27FC236}">
                <a16:creationId xmlns:a16="http://schemas.microsoft.com/office/drawing/2014/main" id="{1EE6E2E4-585D-4C4F-B3D1-475A78A037FC}"/>
              </a:ext>
            </a:extLst>
          </p:cNvPr>
          <p:cNvSpPr>
            <a:spLocks xmlns:a="http://schemas.openxmlformats.org/drawingml/2006/main" noGrp="1"/>
          </p:cNvSpPr>
          <p:nvPr/>
        </p:nvSpPr>
        <p:spPr>
          <a:xfrm xmlns:a="http://schemas.openxmlformats.org/drawingml/2006/main">
            <a:off x="876300" y="5257800"/>
            <a:ext cx="723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1" i="0">
                <a:solidFill>
                  <a:srgbClr val="B8F7E5"/>
                </a:solidFill>
                <a:latin typeface="Arial"/>
                <a:ea typeface="Arial"/>
                <a:cs typeface="Arial"/>
              </a:defRPr>
            </a:defPPr>
            <a:lvl1pPr algn="l">
              <a:buNone/>
              <a:defRPr sz="1275" b="1" i="0">
                <a:solidFill>
                  <a:srgbClr val="B8F7E5"/>
                </a:solidFill>
                <a:latin typeface="Arial"/>
                <a:ea typeface="Arial"/>
                <a:cs typeface="Arial"/>
              </a:defRPr>
            </a:lvl1pPr>
            <a:lvl2pPr algn="l">
              <a:buNone/>
              <a:defRPr sz="1275" b="1" i="0">
                <a:solidFill>
                  <a:srgbClr val="B8F7E5"/>
                </a:solidFill>
                <a:latin typeface="Arial"/>
                <a:ea typeface="Arial"/>
                <a:cs typeface="Arial"/>
              </a:defRPr>
            </a:lvl2pPr>
            <a:lvl3pPr algn="l">
              <a:buNone/>
              <a:defRPr sz="1275" b="1" i="0">
                <a:solidFill>
                  <a:srgbClr val="B8F7E5"/>
                </a:solidFill>
                <a:latin typeface="Arial"/>
                <a:ea typeface="Arial"/>
                <a:cs typeface="Arial"/>
              </a:defRPr>
            </a:lvl3pPr>
            <a:lvl4pPr algn="l">
              <a:buNone/>
              <a:defRPr sz="1275" b="1" i="0">
                <a:solidFill>
                  <a:srgbClr val="B8F7E5"/>
                </a:solidFill>
                <a:latin typeface="Arial"/>
                <a:ea typeface="Arial"/>
                <a:cs typeface="Arial"/>
              </a:defRPr>
            </a:lvl4pPr>
            <a:lvl5pPr algn="l">
              <a:buNone/>
              <a:defRPr sz="1275" b="1" i="0">
                <a:solidFill>
                  <a:srgbClr val="B8F7E5"/>
                </a:solidFill>
                <a:latin typeface="Arial"/>
                <a:ea typeface="Arial"/>
                <a:cs typeface="Arial"/>
              </a:defRPr>
            </a:lvl5pPr>
            <a:lvl6pPr algn="l">
              <a:buNone/>
              <a:defRPr sz="1275" b="1" i="0">
                <a:solidFill>
                  <a:srgbClr val="B8F7E5"/>
                </a:solidFill>
                <a:latin typeface="Arial"/>
                <a:ea typeface="Arial"/>
                <a:cs typeface="Arial"/>
              </a:defRPr>
            </a:lvl6pPr>
            <a:lvl7pPr algn="l">
              <a:buNone/>
              <a:defRPr sz="1275" b="1" i="0">
                <a:solidFill>
                  <a:srgbClr val="B8F7E5"/>
                </a:solidFill>
                <a:latin typeface="Arial"/>
                <a:ea typeface="Arial"/>
                <a:cs typeface="Arial"/>
              </a:defRPr>
            </a:lvl7pPr>
            <a:lvl8pPr algn="l">
              <a:buNone/>
              <a:defRPr sz="1275" b="1" i="0">
                <a:solidFill>
                  <a:srgbClr val="B8F7E5"/>
                </a:solidFill>
                <a:latin typeface="Arial"/>
                <a:ea typeface="Arial"/>
                <a:cs typeface="Arial"/>
              </a:defRPr>
            </a:lvl8pPr>
            <a:lvl9pPr algn="l">
              <a:buNone/>
              <a:defRPr sz="1275" b="1" i="0">
                <a:solidFill>
                  <a:srgbClr val="B8F7E5"/>
                </a:solidFill>
                <a:latin typeface="Arial"/>
                <a:ea typeface="Arial"/>
                <a:cs typeface="Arial"/>
              </a:defRPr>
            </a:lvl9pPr>
          </a:lstStyle>
          <a:p xmlns:a="http://schemas.openxmlformats.org/drawingml/2006/main">
            <a:pPr algn="l">
              <a:buNone/>
              <a:defRPr sz="1275" b="1" i="0">
                <a:solidFill>
                  <a:srgbClr val="B8F7E5"/>
                </a:solidFill>
                <a:latin typeface="Arial"/>
                <a:ea typeface="Arial"/>
                <a:cs typeface="Arial"/>
              </a:defRPr>
            </a:pPr>
            <a:r>
              <a:rPr sz="1275" b="1" i="0">
                <a:solidFill>
                  <a:srgbClr val="B8F7E5"/>
                </a:solidFill>
                <a:latin typeface="Arial"/>
                <a:ea typeface="Arial"/>
                <a:cs typeface="Arial"/>
              </a:rPr>
              <a:t>Investigation leads for human review — not proof of fraud or mule activity.</a:t>
            </a:r>
          </a:p>
        </p:txBody>
      </p:sp>
      <p:sp>
        <p:nvSpPr>
          <p:cNvPr id="8" name="Rectangle 7">
            <a:extLst xmlns:a="http://schemas.openxmlformats.org/drawingml/2006/main">
              <a:ext uri="{FF2B5EF4-FFF2-40B4-BE49-F238E27FC236}">
                <a16:creationId xmlns:a16="http://schemas.microsoft.com/office/drawing/2014/main" id="{525A9B56-245B-422E-B788-C1959297D1CB}"/>
              </a:ext>
            </a:extLst>
          </p:cNvPr>
          <p:cNvSpPr>
            <a:spLocks xmlns:a="http://schemas.openxmlformats.org/drawingml/2006/main" noGrp="1"/>
          </p:cNvSpPr>
          <p:nvPr/>
        </p:nvSpPr>
        <p:spPr>
          <a:xfrm xmlns:a="http://schemas.openxmlformats.org/drawingml/2006/main">
            <a:off x="685800" y="60864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00" b="1" i="0">
                <a:solidFill>
                  <a:srgbClr val="9AAFC2"/>
                </a:solidFill>
                <a:latin typeface="Arial"/>
                <a:ea typeface="Arial"/>
                <a:cs typeface="Arial"/>
              </a:defRPr>
            </a:defPPr>
            <a:lvl1pPr algn="l">
              <a:buNone/>
              <a:defRPr sz="900" b="1" i="0">
                <a:solidFill>
                  <a:srgbClr val="9AAFC2"/>
                </a:solidFill>
                <a:latin typeface="Arial"/>
                <a:ea typeface="Arial"/>
                <a:cs typeface="Arial"/>
              </a:defRPr>
            </a:lvl1pPr>
            <a:lvl2pPr algn="l">
              <a:buNone/>
              <a:defRPr sz="900" b="1" i="0">
                <a:solidFill>
                  <a:srgbClr val="9AAFC2"/>
                </a:solidFill>
                <a:latin typeface="Arial"/>
                <a:ea typeface="Arial"/>
                <a:cs typeface="Arial"/>
              </a:defRPr>
            </a:lvl2pPr>
            <a:lvl3pPr algn="l">
              <a:buNone/>
              <a:defRPr sz="900" b="1" i="0">
                <a:solidFill>
                  <a:srgbClr val="9AAFC2"/>
                </a:solidFill>
                <a:latin typeface="Arial"/>
                <a:ea typeface="Arial"/>
                <a:cs typeface="Arial"/>
              </a:defRPr>
            </a:lvl3pPr>
            <a:lvl4pPr algn="l">
              <a:buNone/>
              <a:defRPr sz="900" b="1" i="0">
                <a:solidFill>
                  <a:srgbClr val="9AAFC2"/>
                </a:solidFill>
                <a:latin typeface="Arial"/>
                <a:ea typeface="Arial"/>
                <a:cs typeface="Arial"/>
              </a:defRPr>
            </a:lvl4pPr>
            <a:lvl5pPr algn="l">
              <a:buNone/>
              <a:defRPr sz="900" b="1" i="0">
                <a:solidFill>
                  <a:srgbClr val="9AAFC2"/>
                </a:solidFill>
                <a:latin typeface="Arial"/>
                <a:ea typeface="Arial"/>
                <a:cs typeface="Arial"/>
              </a:defRPr>
            </a:lvl5pPr>
            <a:lvl6pPr algn="l">
              <a:buNone/>
              <a:defRPr sz="900" b="1" i="0">
                <a:solidFill>
                  <a:srgbClr val="9AAFC2"/>
                </a:solidFill>
                <a:latin typeface="Arial"/>
                <a:ea typeface="Arial"/>
                <a:cs typeface="Arial"/>
              </a:defRPr>
            </a:lvl6pPr>
            <a:lvl7pPr algn="l">
              <a:buNone/>
              <a:defRPr sz="900" b="1" i="0">
                <a:solidFill>
                  <a:srgbClr val="9AAFC2"/>
                </a:solidFill>
                <a:latin typeface="Arial"/>
                <a:ea typeface="Arial"/>
                <a:cs typeface="Arial"/>
              </a:defRPr>
            </a:lvl7pPr>
            <a:lvl8pPr algn="l">
              <a:buNone/>
              <a:defRPr sz="900" b="1" i="0">
                <a:solidFill>
                  <a:srgbClr val="9AAFC2"/>
                </a:solidFill>
                <a:latin typeface="Arial"/>
                <a:ea typeface="Arial"/>
                <a:cs typeface="Arial"/>
              </a:defRPr>
            </a:lvl8pPr>
            <a:lvl9pPr algn="l">
              <a:buNone/>
              <a:defRPr sz="900" b="1" i="0">
                <a:solidFill>
                  <a:srgbClr val="9AAFC2"/>
                </a:solidFill>
                <a:latin typeface="Arial"/>
                <a:ea typeface="Arial"/>
                <a:cs typeface="Arial"/>
              </a:defRPr>
            </a:lvl9pPr>
          </a:lstStyle>
          <a:p xmlns:a="http://schemas.openxmlformats.org/drawingml/2006/main">
            <a:pPr algn="l">
              <a:buNone/>
              <a:defRPr sz="900" b="1" i="0">
                <a:solidFill>
                  <a:srgbClr val="9AAFC2"/>
                </a:solidFill>
                <a:latin typeface="Arial"/>
                <a:ea typeface="Arial"/>
                <a:cs typeface="Arial"/>
              </a:defRPr>
            </a:pPr>
            <a:r>
              <a:rPr sz="900" b="1" i="0">
                <a:solidFill>
                  <a:srgbClr val="9AAFC2"/>
                </a:solidFill>
                <a:latin typeface="Arial"/>
                <a:ea typeface="Arial"/>
                <a:cs typeface="Arial"/>
              </a:rPr>
              <a:t>ACADEMIC PROOF OF CONCEPT</a:t>
            </a:r>
          </a:p>
        </p:txBody>
      </p:sp>
      <p:sp>
        <p:nvSpPr>
          <p:cNvPr id="9" name="Rectangle 8">
            <a:extLst xmlns:a="http://schemas.openxmlformats.org/drawingml/2006/main">
              <a:ext uri="{FF2B5EF4-FFF2-40B4-BE49-F238E27FC236}">
                <a16:creationId xmlns:a16="http://schemas.microsoft.com/office/drawing/2014/main" id="{5C82FC01-1460-4EF4-A32A-A0F9EA03C9AE}"/>
              </a:ext>
            </a:extLst>
          </p:cNvPr>
          <p:cNvSpPr>
            <a:spLocks xmlns:a="http://schemas.openxmlformats.org/drawingml/2006/main" noGrp="1"/>
          </p:cNvSpPr>
          <p:nvPr/>
        </p:nvSpPr>
        <p:spPr>
          <a:xfrm xmlns:a="http://schemas.openxmlformats.org/drawingml/2006/main">
            <a:off x="11144250" y="63817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r">
              <a:defRPr sz="975" b="0" i="0">
                <a:solidFill>
                  <a:srgbClr val="9AAFC2"/>
                </a:solidFill>
                <a:latin typeface="Arial"/>
                <a:ea typeface="Arial"/>
                <a:cs typeface="Arial"/>
              </a:defRPr>
            </a:defPPr>
            <a:lvl1pPr algn="r">
              <a:buNone/>
              <a:defRPr sz="975" b="0" i="0">
                <a:solidFill>
                  <a:srgbClr val="9AAFC2"/>
                </a:solidFill>
                <a:latin typeface="Arial"/>
                <a:ea typeface="Arial"/>
                <a:cs typeface="Arial"/>
              </a:defRPr>
            </a:lvl1pPr>
            <a:lvl2pPr algn="r">
              <a:buNone/>
              <a:defRPr sz="975" b="0" i="0">
                <a:solidFill>
                  <a:srgbClr val="9AAFC2"/>
                </a:solidFill>
                <a:latin typeface="Arial"/>
                <a:ea typeface="Arial"/>
                <a:cs typeface="Arial"/>
              </a:defRPr>
            </a:lvl2pPr>
            <a:lvl3pPr algn="r">
              <a:buNone/>
              <a:defRPr sz="975" b="0" i="0">
                <a:solidFill>
                  <a:srgbClr val="9AAFC2"/>
                </a:solidFill>
                <a:latin typeface="Arial"/>
                <a:ea typeface="Arial"/>
                <a:cs typeface="Arial"/>
              </a:defRPr>
            </a:lvl3pPr>
            <a:lvl4pPr algn="r">
              <a:buNone/>
              <a:defRPr sz="975" b="0" i="0">
                <a:solidFill>
                  <a:srgbClr val="9AAFC2"/>
                </a:solidFill>
                <a:latin typeface="Arial"/>
                <a:ea typeface="Arial"/>
                <a:cs typeface="Arial"/>
              </a:defRPr>
            </a:lvl4pPr>
            <a:lvl5pPr algn="r">
              <a:buNone/>
              <a:defRPr sz="975" b="0" i="0">
                <a:solidFill>
                  <a:srgbClr val="9AAFC2"/>
                </a:solidFill>
                <a:latin typeface="Arial"/>
                <a:ea typeface="Arial"/>
                <a:cs typeface="Arial"/>
              </a:defRPr>
            </a:lvl5pPr>
            <a:lvl6pPr algn="r">
              <a:buNone/>
              <a:defRPr sz="975" b="0" i="0">
                <a:solidFill>
                  <a:srgbClr val="9AAFC2"/>
                </a:solidFill>
                <a:latin typeface="Arial"/>
                <a:ea typeface="Arial"/>
                <a:cs typeface="Arial"/>
              </a:defRPr>
            </a:lvl6pPr>
            <a:lvl7pPr algn="r">
              <a:buNone/>
              <a:defRPr sz="975" b="0" i="0">
                <a:solidFill>
                  <a:srgbClr val="9AAFC2"/>
                </a:solidFill>
                <a:latin typeface="Arial"/>
                <a:ea typeface="Arial"/>
                <a:cs typeface="Arial"/>
              </a:defRPr>
            </a:lvl7pPr>
            <a:lvl8pPr algn="r">
              <a:buNone/>
              <a:defRPr sz="975" b="0" i="0">
                <a:solidFill>
                  <a:srgbClr val="9AAFC2"/>
                </a:solidFill>
                <a:latin typeface="Arial"/>
                <a:ea typeface="Arial"/>
                <a:cs typeface="Arial"/>
              </a:defRPr>
            </a:lvl8pPr>
            <a:lvl9pPr algn="r">
              <a:buNone/>
              <a:defRPr sz="975" b="0" i="0">
                <a:solidFill>
                  <a:srgbClr val="9AAFC2"/>
                </a:solidFill>
                <a:latin typeface="Arial"/>
                <a:ea typeface="Arial"/>
                <a:cs typeface="Arial"/>
              </a:defRPr>
            </a:lvl9pPr>
          </a:lstStyle>
          <a:p xmlns:a="http://schemas.openxmlformats.org/drawingml/2006/main">
            <a:pPr algn="r">
              <a:buNone/>
              <a:defRPr sz="975" b="0" i="0">
                <a:solidFill>
                  <a:srgbClr val="9AAFC2"/>
                </a:solidFill>
                <a:latin typeface="Arial"/>
                <a:ea typeface="Arial"/>
                <a:cs typeface="Arial"/>
              </a:defRPr>
            </a:pPr>
            <a:r>
              <a:rPr sz="975" b="0" i="0">
                <a:solidFill>
                  <a:srgbClr val="9AAFC2"/>
                </a:solidFill>
                <a:latin typeface="Arial"/>
                <a:ea typeface="Arial"/>
                <a:cs typeface="Arial"/>
              </a:rPr>
              <a:t>01</a:t>
            </a:r>
          </a:p>
        </p:txBody>
      </p:sp>
    </p:spTree>
    <p:extLst>
      <p:ext uri="{BB962C8B-B14F-4D97-AF65-F5344CB8AC3E}">
        <p14:creationId xmlns:p14="http://schemas.microsoft.com/office/powerpoint/2010/main" val="1406327241"/>
      </p:ext>
    </p:extLst>
  </p:cSld>
</p:sld>
</file>

<file path=ppt/slides/slide2.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cxnSp>
        <p:nvCxnSpPr>
          <p:cNvPr id="33" name="Straight Arrow Connector 32">
            <a:extLst xmlns:a="http://schemas.openxmlformats.org/drawingml/2006/main">
              <a:ext uri="{FF2B5EF4-FFF2-40B4-BE49-F238E27FC236}">
                <a16:creationId xmlns:a16="http://schemas.microsoft.com/office/drawing/2014/main" id="{DBD61173-CAF5-4259-B217-6CBFCADD8865}"/>
              </a:ext>
            </a:extLst>
          </p:cNvPr>
          <p:cNvCxnSpPr>
            <a:stCxn xmlns:a="http://schemas.openxmlformats.org/drawingml/2006/main" id="28" idx="6"/>
            <a:endCxn xmlns:a="http://schemas.openxmlformats.org/drawingml/2006/main" id="30" idx="2"/>
          </p:cNvCxnSpPr>
          <p:nvPr/>
        </p:nvCxnSpPr>
        <p:spPr>
          <a:xfrm xmlns:a="http://schemas.openxmlformats.org/drawingml/2006/main" flipV="1">
            <a:off x="9353550" y="5372100"/>
            <a:ext cx="1143000" cy="28575"/>
          </a:xfrm>
          <a:prstGeom xmlns:a="http://schemas.openxmlformats.org/drawingml/2006/main" prst="straightConnector1">
            <a:avLst/>
          </a:prstGeom>
          <a:ln xmlns:a="http://schemas.openxmlformats.org/drawingml/2006/main" w="23813">
            <a:solidFill>
              <a:srgbClr val="38E0C1"/>
            </a:solidFill>
            <a:prstDash val="solid"/>
            <a:tailEnd type="triangle" w="sm" len="sm"/>
          </a:ln>
        </p:spPr>
      </p:cxnSp>
      <p:cxnSp>
        <p:nvCxnSpPr>
          <p:cNvPr id="32" name="Straight Arrow Connector 31">
            <a:extLst xmlns:a="http://schemas.openxmlformats.org/drawingml/2006/main">
              <a:ext uri="{FF2B5EF4-FFF2-40B4-BE49-F238E27FC236}">
                <a16:creationId xmlns:a16="http://schemas.microsoft.com/office/drawing/2014/main" id="{F4D59F29-4E2E-47EF-BECC-59AF7EA74627}"/>
              </a:ext>
            </a:extLst>
          </p:cNvPr>
          <p:cNvCxnSpPr>
            <a:stCxn xmlns:a="http://schemas.openxmlformats.org/drawingml/2006/main" id="26" idx="6"/>
            <a:endCxn xmlns:a="http://schemas.openxmlformats.org/drawingml/2006/main" id="28" idx="2"/>
          </p:cNvCxnSpPr>
          <p:nvPr/>
        </p:nvCxnSpPr>
        <p:spPr>
          <a:xfrm xmlns:a="http://schemas.openxmlformats.org/drawingml/2006/main">
            <a:off x="7677150" y="5372100"/>
            <a:ext cx="1104900" cy="28575"/>
          </a:xfrm>
          <a:prstGeom xmlns:a="http://schemas.openxmlformats.org/drawingml/2006/main" prst="straightConnector1">
            <a:avLst/>
          </a:prstGeom>
          <a:ln xmlns:a="http://schemas.openxmlformats.org/drawingml/2006/main" w="23813">
            <a:solidFill>
              <a:srgbClr val="38E0C1"/>
            </a:solidFill>
            <a:prstDash val="solid"/>
            <a:tailEnd type="triangle" w="sm" len="sm"/>
          </a:ln>
        </p:spPr>
      </p:cxnSp>
      <p:sp>
        <p:nvSpPr>
          <p:cNvPr id="36" name="Rectangle 35">
            <a:extLst xmlns:a="http://schemas.openxmlformats.org/drawingml/2006/main">
              <a:ext uri="{FF2B5EF4-FFF2-40B4-BE49-F238E27FC236}">
                <a16:creationId xmlns:a16="http://schemas.microsoft.com/office/drawing/2014/main" id="{EB3BC529-CAD7-465E-805C-EB05EC9F5432}"/>
              </a:ext>
            </a:extLst>
          </p:cNvPr>
          <p:cNvSpPr>
            <a:spLocks xmlns:a="http://schemas.openxmlformats.org/drawingml/2006/main" noGrp="1"/>
          </p:cNvSpPr>
          <p:nvPr/>
        </p:nvSpPr>
        <p:spPr>
          <a:xfrm xmlns:a="http://schemas.openxmlformats.org/drawingml/2006/main">
            <a:off x="590550" y="3429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38E0C1"/>
                </a:solidFill>
                <a:latin typeface="Arial"/>
                <a:ea typeface="Arial"/>
                <a:cs typeface="Arial"/>
              </a:defRPr>
            </a:defPPr>
            <a:lvl1pPr algn="l">
              <a:buNone/>
              <a:defRPr sz="975" b="1" i="0">
                <a:solidFill>
                  <a:srgbClr val="38E0C1"/>
                </a:solidFill>
                <a:latin typeface="Arial"/>
                <a:ea typeface="Arial"/>
                <a:cs typeface="Arial"/>
              </a:defRPr>
            </a:lvl1pPr>
            <a:lvl2pPr algn="l">
              <a:buNone/>
              <a:defRPr sz="975" b="1" i="0">
                <a:solidFill>
                  <a:srgbClr val="38E0C1"/>
                </a:solidFill>
                <a:latin typeface="Arial"/>
                <a:ea typeface="Arial"/>
                <a:cs typeface="Arial"/>
              </a:defRPr>
            </a:lvl2pPr>
            <a:lvl3pPr algn="l">
              <a:buNone/>
              <a:defRPr sz="975" b="1" i="0">
                <a:solidFill>
                  <a:srgbClr val="38E0C1"/>
                </a:solidFill>
                <a:latin typeface="Arial"/>
                <a:ea typeface="Arial"/>
                <a:cs typeface="Arial"/>
              </a:defRPr>
            </a:lvl3pPr>
            <a:lvl4pPr algn="l">
              <a:buNone/>
              <a:defRPr sz="975" b="1" i="0">
                <a:solidFill>
                  <a:srgbClr val="38E0C1"/>
                </a:solidFill>
                <a:latin typeface="Arial"/>
                <a:ea typeface="Arial"/>
                <a:cs typeface="Arial"/>
              </a:defRPr>
            </a:lvl4pPr>
            <a:lvl5pPr algn="l">
              <a:buNone/>
              <a:defRPr sz="975" b="1" i="0">
                <a:solidFill>
                  <a:srgbClr val="38E0C1"/>
                </a:solidFill>
                <a:latin typeface="Arial"/>
                <a:ea typeface="Arial"/>
                <a:cs typeface="Arial"/>
              </a:defRPr>
            </a:lvl5pPr>
            <a:lvl6pPr algn="l">
              <a:buNone/>
              <a:defRPr sz="975" b="1" i="0">
                <a:solidFill>
                  <a:srgbClr val="38E0C1"/>
                </a:solidFill>
                <a:latin typeface="Arial"/>
                <a:ea typeface="Arial"/>
                <a:cs typeface="Arial"/>
              </a:defRPr>
            </a:lvl6pPr>
            <a:lvl7pPr algn="l">
              <a:buNone/>
              <a:defRPr sz="975" b="1" i="0">
                <a:solidFill>
                  <a:srgbClr val="38E0C1"/>
                </a:solidFill>
                <a:latin typeface="Arial"/>
                <a:ea typeface="Arial"/>
                <a:cs typeface="Arial"/>
              </a:defRPr>
            </a:lvl7pPr>
            <a:lvl8pPr algn="l">
              <a:buNone/>
              <a:defRPr sz="975" b="1" i="0">
                <a:solidFill>
                  <a:srgbClr val="38E0C1"/>
                </a:solidFill>
                <a:latin typeface="Arial"/>
                <a:ea typeface="Arial"/>
                <a:cs typeface="Arial"/>
              </a:defRPr>
            </a:lvl8pPr>
            <a:lvl9pPr algn="l">
              <a:buNone/>
              <a:defRPr sz="975" b="1" i="0">
                <a:solidFill>
                  <a:srgbClr val="38E0C1"/>
                </a:solidFill>
                <a:latin typeface="Arial"/>
                <a:ea typeface="Arial"/>
                <a:cs typeface="Arial"/>
              </a:defRPr>
            </a:lvl9pPr>
          </a:lstStyle>
          <a:p xmlns:a="http://schemas.openxmlformats.org/drawingml/2006/main">
            <a:pPr algn="l">
              <a:buNone/>
              <a:defRPr sz="975" b="1" i="0">
                <a:solidFill>
                  <a:srgbClr val="38E0C1"/>
                </a:solidFill>
                <a:latin typeface="Arial"/>
                <a:ea typeface="Arial"/>
                <a:cs typeface="Arial"/>
              </a:defRPr>
            </a:pPr>
            <a:r>
              <a:rPr sz="975" b="1" i="0">
                <a:solidFill>
                  <a:srgbClr val="38E0C1"/>
                </a:solidFill>
                <a:latin typeface="Arial"/>
                <a:ea typeface="Arial"/>
                <a:cs typeface="Arial"/>
              </a:rPr>
              <a:t>PROBLEM STATEMENT AND DOMAIN</a:t>
            </a:r>
          </a:p>
        </p:txBody>
      </p:sp>
      <p:sp>
        <p:nvSpPr>
          <p:cNvPr id="2" name="Rectangle 1">
            <a:extLst xmlns:a="http://schemas.openxmlformats.org/drawingml/2006/main">
              <a:ext uri="{FF2B5EF4-FFF2-40B4-BE49-F238E27FC236}">
                <a16:creationId xmlns:a16="http://schemas.microsoft.com/office/drawing/2014/main" id="{8D2F2665-C688-47D3-AFE4-0875AA21363C}"/>
              </a:ext>
            </a:extLst>
          </p:cNvPr>
          <p:cNvSpPr>
            <a:spLocks xmlns:a="http://schemas.openxmlformats.org/drawingml/2006/main" noGrp="1"/>
          </p:cNvSpPr>
          <p:nvPr/>
        </p:nvSpPr>
        <p:spPr>
          <a:xfrm xmlns:a="http://schemas.openxmlformats.org/drawingml/2006/main">
            <a:off x="590550" y="6096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3000" b="1" i="0">
                <a:solidFill>
                  <a:srgbClr val="F4F7FB"/>
                </a:solidFill>
                <a:latin typeface="Arial"/>
                <a:ea typeface="Arial"/>
                <a:cs typeface="Arial"/>
              </a:defRPr>
            </a:defPPr>
            <a:lvl1pPr algn="l">
              <a:buNone/>
              <a:defRPr sz="3000" b="1" i="0">
                <a:solidFill>
                  <a:srgbClr val="F4F7FB"/>
                </a:solidFill>
                <a:latin typeface="Arial"/>
                <a:ea typeface="Arial"/>
                <a:cs typeface="Arial"/>
              </a:defRPr>
            </a:lvl1pPr>
            <a:lvl2pPr algn="l">
              <a:buNone/>
              <a:defRPr sz="3000" b="1" i="0">
                <a:solidFill>
                  <a:srgbClr val="F4F7FB"/>
                </a:solidFill>
                <a:latin typeface="Arial"/>
                <a:ea typeface="Arial"/>
                <a:cs typeface="Arial"/>
              </a:defRPr>
            </a:lvl2pPr>
            <a:lvl3pPr algn="l">
              <a:buNone/>
              <a:defRPr sz="3000" b="1" i="0">
                <a:solidFill>
                  <a:srgbClr val="F4F7FB"/>
                </a:solidFill>
                <a:latin typeface="Arial"/>
                <a:ea typeface="Arial"/>
                <a:cs typeface="Arial"/>
              </a:defRPr>
            </a:lvl3pPr>
            <a:lvl4pPr algn="l">
              <a:buNone/>
              <a:defRPr sz="3000" b="1" i="0">
                <a:solidFill>
                  <a:srgbClr val="F4F7FB"/>
                </a:solidFill>
                <a:latin typeface="Arial"/>
                <a:ea typeface="Arial"/>
                <a:cs typeface="Arial"/>
              </a:defRPr>
            </a:lvl4pPr>
            <a:lvl5pPr algn="l">
              <a:buNone/>
              <a:defRPr sz="3000" b="1" i="0">
                <a:solidFill>
                  <a:srgbClr val="F4F7FB"/>
                </a:solidFill>
                <a:latin typeface="Arial"/>
                <a:ea typeface="Arial"/>
                <a:cs typeface="Arial"/>
              </a:defRPr>
            </a:lvl5pPr>
            <a:lvl6pPr algn="l">
              <a:buNone/>
              <a:defRPr sz="3000" b="1" i="0">
                <a:solidFill>
                  <a:srgbClr val="F4F7FB"/>
                </a:solidFill>
                <a:latin typeface="Arial"/>
                <a:ea typeface="Arial"/>
                <a:cs typeface="Arial"/>
              </a:defRPr>
            </a:lvl6pPr>
            <a:lvl7pPr algn="l">
              <a:buNone/>
              <a:defRPr sz="3000" b="1" i="0">
                <a:solidFill>
                  <a:srgbClr val="F4F7FB"/>
                </a:solidFill>
                <a:latin typeface="Arial"/>
                <a:ea typeface="Arial"/>
                <a:cs typeface="Arial"/>
              </a:defRPr>
            </a:lvl7pPr>
            <a:lvl8pPr algn="l">
              <a:buNone/>
              <a:defRPr sz="3000" b="1" i="0">
                <a:solidFill>
                  <a:srgbClr val="F4F7FB"/>
                </a:solidFill>
                <a:latin typeface="Arial"/>
                <a:ea typeface="Arial"/>
                <a:cs typeface="Arial"/>
              </a:defRPr>
            </a:lvl8pPr>
            <a:lvl9pPr algn="l">
              <a:buNone/>
              <a:defRPr sz="3000" b="1" i="0">
                <a:solidFill>
                  <a:srgbClr val="F4F7FB"/>
                </a:solidFill>
                <a:latin typeface="Arial"/>
                <a:ea typeface="Arial"/>
                <a:cs typeface="Arial"/>
              </a:defRPr>
            </a:lvl9pPr>
          </a:lstStyle>
          <a:p xmlns:a="http://schemas.openxmlformats.org/drawingml/2006/main">
            <a:pPr algn="l">
              <a:buNone/>
              <a:defRPr sz="3000" b="1" i="0">
                <a:solidFill>
                  <a:srgbClr val="F4F7FB"/>
                </a:solidFill>
                <a:latin typeface="Arial"/>
                <a:ea typeface="Arial"/>
                <a:cs typeface="Arial"/>
              </a:defRPr>
            </a:pPr>
            <a:r>
              <a:rPr sz="3000" b="1" i="0">
                <a:solidFill>
                  <a:srgbClr val="F4F7FB"/>
                </a:solidFill>
                <a:latin typeface="Arial"/>
                <a:ea typeface="Arial"/>
                <a:cs typeface="Arial"/>
              </a:rPr>
              <a:t>The investigation problem</a:t>
            </a:r>
          </a:p>
        </p:txBody>
      </p:sp>
      <p:sp>
        <p:nvSpPr>
          <p:cNvPr id="3" name="Straight Connector 2">
            <a:extLst xmlns:a="http://schemas.openxmlformats.org/drawingml/2006/main">
              <a:ext uri="{FF2B5EF4-FFF2-40B4-BE49-F238E27FC236}">
                <a16:creationId xmlns:a16="http://schemas.microsoft.com/office/drawing/2014/main" id="{57E77F4F-B51C-4C2A-A4B2-6CDF5331E005}"/>
              </a:ext>
            </a:extLst>
          </p:cNvPr>
          <p:cNvSpPr>
            <a:spLocks xmlns:a="http://schemas.openxmlformats.org/drawingml/2006/main" noGrp="1"/>
          </p:cNvSpPr>
          <p:nvPr/>
        </p:nvSpPr>
        <p:spPr>
          <a:xfrm xmlns:a="http://schemas.openxmlformats.org/drawingml/2006/main">
            <a:off x="590550" y="6286500"/>
            <a:ext cx="110109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4" name="Rectangle 3">
            <a:extLst xmlns:a="http://schemas.openxmlformats.org/drawingml/2006/main">
              <a:ext uri="{FF2B5EF4-FFF2-40B4-BE49-F238E27FC236}">
                <a16:creationId xmlns:a16="http://schemas.microsoft.com/office/drawing/2014/main" id="{658E0A5D-A7A9-4CD9-B1BD-7CEF0895FC5D}"/>
              </a:ext>
            </a:extLst>
          </p:cNvPr>
          <p:cNvSpPr>
            <a:spLocks xmlns:a="http://schemas.openxmlformats.org/drawingml/2006/main" noGrp="1"/>
          </p:cNvSpPr>
          <p:nvPr/>
        </p:nvSpPr>
        <p:spPr>
          <a:xfrm xmlns:a="http://schemas.openxmlformats.org/drawingml/2006/main">
            <a:off x="590550" y="6438900"/>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0" i="0">
                <a:solidFill>
                  <a:srgbClr val="9AAFC2"/>
                </a:solidFill>
                <a:latin typeface="Arial"/>
                <a:ea typeface="Arial"/>
                <a:cs typeface="Arial"/>
              </a:defRPr>
            </a:defPPr>
            <a:lvl1pPr algn="l">
              <a:buNone/>
              <a:defRPr sz="975" b="0" i="0">
                <a:solidFill>
                  <a:srgbClr val="9AAFC2"/>
                </a:solidFill>
                <a:latin typeface="Arial"/>
                <a:ea typeface="Arial"/>
                <a:cs typeface="Arial"/>
              </a:defRPr>
            </a:lvl1pPr>
            <a:lvl2pPr algn="l">
              <a:buNone/>
              <a:defRPr sz="975" b="0" i="0">
                <a:solidFill>
                  <a:srgbClr val="9AAFC2"/>
                </a:solidFill>
                <a:latin typeface="Arial"/>
                <a:ea typeface="Arial"/>
                <a:cs typeface="Arial"/>
              </a:defRPr>
            </a:lvl2pPr>
            <a:lvl3pPr algn="l">
              <a:buNone/>
              <a:defRPr sz="975" b="0" i="0">
                <a:solidFill>
                  <a:srgbClr val="9AAFC2"/>
                </a:solidFill>
                <a:latin typeface="Arial"/>
                <a:ea typeface="Arial"/>
                <a:cs typeface="Arial"/>
              </a:defRPr>
            </a:lvl3pPr>
            <a:lvl4pPr algn="l">
              <a:buNone/>
              <a:defRPr sz="975" b="0" i="0">
                <a:solidFill>
                  <a:srgbClr val="9AAFC2"/>
                </a:solidFill>
                <a:latin typeface="Arial"/>
                <a:ea typeface="Arial"/>
                <a:cs typeface="Arial"/>
              </a:defRPr>
            </a:lvl4pPr>
            <a:lvl5pPr algn="l">
              <a:buNone/>
              <a:defRPr sz="975" b="0" i="0">
                <a:solidFill>
                  <a:srgbClr val="9AAFC2"/>
                </a:solidFill>
                <a:latin typeface="Arial"/>
                <a:ea typeface="Arial"/>
                <a:cs typeface="Arial"/>
              </a:defRPr>
            </a:lvl5pPr>
            <a:lvl6pPr algn="l">
              <a:buNone/>
              <a:defRPr sz="975" b="0" i="0">
                <a:solidFill>
                  <a:srgbClr val="9AAFC2"/>
                </a:solidFill>
                <a:latin typeface="Arial"/>
                <a:ea typeface="Arial"/>
                <a:cs typeface="Arial"/>
              </a:defRPr>
            </a:lvl6pPr>
            <a:lvl7pPr algn="l">
              <a:buNone/>
              <a:defRPr sz="975" b="0" i="0">
                <a:solidFill>
                  <a:srgbClr val="9AAFC2"/>
                </a:solidFill>
                <a:latin typeface="Arial"/>
                <a:ea typeface="Arial"/>
                <a:cs typeface="Arial"/>
              </a:defRPr>
            </a:lvl7pPr>
            <a:lvl8pPr algn="l">
              <a:buNone/>
              <a:defRPr sz="975" b="0" i="0">
                <a:solidFill>
                  <a:srgbClr val="9AAFC2"/>
                </a:solidFill>
                <a:latin typeface="Arial"/>
                <a:ea typeface="Arial"/>
                <a:cs typeface="Arial"/>
              </a:defRPr>
            </a:lvl8pPr>
            <a:lvl9pPr algn="l">
              <a:buNone/>
              <a:defRPr sz="975" b="0" i="0">
                <a:solidFill>
                  <a:srgbClr val="9AAFC2"/>
                </a:solidFill>
                <a:latin typeface="Arial"/>
                <a:ea typeface="Arial"/>
                <a:cs typeface="Arial"/>
              </a:defRPr>
            </a:lvl9pPr>
          </a:lstStyle>
          <a:p xmlns:a="http://schemas.openxmlformats.org/drawingml/2006/main">
            <a:pPr algn="l">
              <a:buNone/>
              <a:defRPr sz="975" b="0" i="0">
                <a:solidFill>
                  <a:srgbClr val="9AAFC2"/>
                </a:solidFill>
                <a:latin typeface="Arial"/>
                <a:ea typeface="Arial"/>
                <a:cs typeface="Arial"/>
              </a:defRPr>
            </a:pPr>
            <a:r>
              <a:rPr sz="975" b="0" i="0">
                <a:solidFill>
                  <a:srgbClr val="9AAFC2"/>
                </a:solidFill>
                <a:latin typeface="Arial"/>
                <a:ea typeface="Arial"/>
                <a:cs typeface="Arial"/>
              </a:rPr>
              <a:t>Investigation leads for human review — not proof of fraud or mule activity.</a:t>
            </a:r>
          </a:p>
        </p:txBody>
      </p:sp>
      <p:sp>
        <p:nvSpPr>
          <p:cNvPr id="5" name="Rectangle 4">
            <a:extLst xmlns:a="http://schemas.openxmlformats.org/drawingml/2006/main">
              <a:ext uri="{FF2B5EF4-FFF2-40B4-BE49-F238E27FC236}">
                <a16:creationId xmlns:a16="http://schemas.microsoft.com/office/drawing/2014/main" id="{C18ABB5E-9904-4F11-A1CF-2E73AE3E56F6}"/>
              </a:ext>
            </a:extLst>
          </p:cNvPr>
          <p:cNvSpPr>
            <a:spLocks xmlns:a="http://schemas.openxmlformats.org/drawingml/2006/main" noGrp="1"/>
          </p:cNvSpPr>
          <p:nvPr/>
        </p:nvSpPr>
        <p:spPr>
          <a:xfrm xmlns:a="http://schemas.openxmlformats.org/drawingml/2006/main">
            <a:off x="1114425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r">
              <a:defRPr sz="975" b="0" i="0">
                <a:solidFill>
                  <a:srgbClr val="9AAFC2"/>
                </a:solidFill>
                <a:latin typeface="Arial"/>
                <a:ea typeface="Arial"/>
                <a:cs typeface="Arial"/>
              </a:defRPr>
            </a:defPPr>
            <a:lvl1pPr algn="r">
              <a:buNone/>
              <a:defRPr sz="975" b="0" i="0">
                <a:solidFill>
                  <a:srgbClr val="9AAFC2"/>
                </a:solidFill>
                <a:latin typeface="Arial"/>
                <a:ea typeface="Arial"/>
                <a:cs typeface="Arial"/>
              </a:defRPr>
            </a:lvl1pPr>
            <a:lvl2pPr algn="r">
              <a:buNone/>
              <a:defRPr sz="975" b="0" i="0">
                <a:solidFill>
                  <a:srgbClr val="9AAFC2"/>
                </a:solidFill>
                <a:latin typeface="Arial"/>
                <a:ea typeface="Arial"/>
                <a:cs typeface="Arial"/>
              </a:defRPr>
            </a:lvl2pPr>
            <a:lvl3pPr algn="r">
              <a:buNone/>
              <a:defRPr sz="975" b="0" i="0">
                <a:solidFill>
                  <a:srgbClr val="9AAFC2"/>
                </a:solidFill>
                <a:latin typeface="Arial"/>
                <a:ea typeface="Arial"/>
                <a:cs typeface="Arial"/>
              </a:defRPr>
            </a:lvl3pPr>
            <a:lvl4pPr algn="r">
              <a:buNone/>
              <a:defRPr sz="975" b="0" i="0">
                <a:solidFill>
                  <a:srgbClr val="9AAFC2"/>
                </a:solidFill>
                <a:latin typeface="Arial"/>
                <a:ea typeface="Arial"/>
                <a:cs typeface="Arial"/>
              </a:defRPr>
            </a:lvl4pPr>
            <a:lvl5pPr algn="r">
              <a:buNone/>
              <a:defRPr sz="975" b="0" i="0">
                <a:solidFill>
                  <a:srgbClr val="9AAFC2"/>
                </a:solidFill>
                <a:latin typeface="Arial"/>
                <a:ea typeface="Arial"/>
                <a:cs typeface="Arial"/>
              </a:defRPr>
            </a:lvl5pPr>
            <a:lvl6pPr algn="r">
              <a:buNone/>
              <a:defRPr sz="975" b="0" i="0">
                <a:solidFill>
                  <a:srgbClr val="9AAFC2"/>
                </a:solidFill>
                <a:latin typeface="Arial"/>
                <a:ea typeface="Arial"/>
                <a:cs typeface="Arial"/>
              </a:defRPr>
            </a:lvl6pPr>
            <a:lvl7pPr algn="r">
              <a:buNone/>
              <a:defRPr sz="975" b="0" i="0">
                <a:solidFill>
                  <a:srgbClr val="9AAFC2"/>
                </a:solidFill>
                <a:latin typeface="Arial"/>
                <a:ea typeface="Arial"/>
                <a:cs typeface="Arial"/>
              </a:defRPr>
            </a:lvl7pPr>
            <a:lvl8pPr algn="r">
              <a:buNone/>
              <a:defRPr sz="975" b="0" i="0">
                <a:solidFill>
                  <a:srgbClr val="9AAFC2"/>
                </a:solidFill>
                <a:latin typeface="Arial"/>
                <a:ea typeface="Arial"/>
                <a:cs typeface="Arial"/>
              </a:defRPr>
            </a:lvl8pPr>
            <a:lvl9pPr algn="r">
              <a:buNone/>
              <a:defRPr sz="975" b="0" i="0">
                <a:solidFill>
                  <a:srgbClr val="9AAFC2"/>
                </a:solidFill>
                <a:latin typeface="Arial"/>
                <a:ea typeface="Arial"/>
                <a:cs typeface="Arial"/>
              </a:defRPr>
            </a:lvl9pPr>
          </a:lstStyle>
          <a:p xmlns:a="http://schemas.openxmlformats.org/drawingml/2006/main">
            <a:pPr algn="r">
              <a:buNone/>
              <a:defRPr sz="975" b="0" i="0">
                <a:solidFill>
                  <a:srgbClr val="9AAFC2"/>
                </a:solidFill>
                <a:latin typeface="Arial"/>
                <a:ea typeface="Arial"/>
                <a:cs typeface="Arial"/>
              </a:defRPr>
            </a:pPr>
            <a:r>
              <a:rPr sz="975" b="0" i="0">
                <a:solidFill>
                  <a:srgbClr val="9AAFC2"/>
                </a:solidFill>
                <a:latin typeface="Arial"/>
                <a:ea typeface="Arial"/>
                <a:cs typeface="Arial"/>
              </a:rPr>
              <a:t>02</a:t>
            </a:r>
          </a:p>
        </p:txBody>
      </p:sp>
      <p:sp>
        <p:nvSpPr>
          <p:cNvPr id="6" name="Rectangle 5">
            <a:extLst xmlns:a="http://schemas.openxmlformats.org/drawingml/2006/main">
              <a:ext uri="{FF2B5EF4-FFF2-40B4-BE49-F238E27FC236}">
                <a16:creationId xmlns:a16="http://schemas.microsoft.com/office/drawing/2014/main" id="{6AB3A370-C70F-47F0-ABEE-0A5E50595F09}"/>
              </a:ext>
            </a:extLst>
          </p:cNvPr>
          <p:cNvSpPr>
            <a:spLocks xmlns:a="http://schemas.openxmlformats.org/drawingml/2006/main" noGrp="1"/>
          </p:cNvSpPr>
          <p:nvPr/>
        </p:nvSpPr>
        <p:spPr>
          <a:xfrm xmlns:a="http://schemas.openxmlformats.org/drawingml/2006/main">
            <a:off x="590550" y="118110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725" b="1" i="0">
                <a:solidFill>
                  <a:srgbClr val="D5E0E9"/>
                </a:solidFill>
                <a:latin typeface="Arial"/>
                <a:ea typeface="Arial"/>
                <a:cs typeface="Arial"/>
              </a:defRPr>
            </a:defPPr>
            <a:lvl1pPr algn="l">
              <a:buNone/>
              <a:defRPr sz="1725" b="1" i="0">
                <a:solidFill>
                  <a:srgbClr val="D5E0E9"/>
                </a:solidFill>
                <a:latin typeface="Arial"/>
                <a:ea typeface="Arial"/>
                <a:cs typeface="Arial"/>
              </a:defRPr>
            </a:lvl1pPr>
            <a:lvl2pPr algn="l">
              <a:buNone/>
              <a:defRPr sz="1725" b="1" i="0">
                <a:solidFill>
                  <a:srgbClr val="D5E0E9"/>
                </a:solidFill>
                <a:latin typeface="Arial"/>
                <a:ea typeface="Arial"/>
                <a:cs typeface="Arial"/>
              </a:defRPr>
            </a:lvl2pPr>
            <a:lvl3pPr algn="l">
              <a:buNone/>
              <a:defRPr sz="1725" b="1" i="0">
                <a:solidFill>
                  <a:srgbClr val="D5E0E9"/>
                </a:solidFill>
                <a:latin typeface="Arial"/>
                <a:ea typeface="Arial"/>
                <a:cs typeface="Arial"/>
              </a:defRPr>
            </a:lvl3pPr>
            <a:lvl4pPr algn="l">
              <a:buNone/>
              <a:defRPr sz="1725" b="1" i="0">
                <a:solidFill>
                  <a:srgbClr val="D5E0E9"/>
                </a:solidFill>
                <a:latin typeface="Arial"/>
                <a:ea typeface="Arial"/>
                <a:cs typeface="Arial"/>
              </a:defRPr>
            </a:lvl4pPr>
            <a:lvl5pPr algn="l">
              <a:buNone/>
              <a:defRPr sz="1725" b="1" i="0">
                <a:solidFill>
                  <a:srgbClr val="D5E0E9"/>
                </a:solidFill>
                <a:latin typeface="Arial"/>
                <a:ea typeface="Arial"/>
                <a:cs typeface="Arial"/>
              </a:defRPr>
            </a:lvl5pPr>
            <a:lvl6pPr algn="l">
              <a:buNone/>
              <a:defRPr sz="1725" b="1" i="0">
                <a:solidFill>
                  <a:srgbClr val="D5E0E9"/>
                </a:solidFill>
                <a:latin typeface="Arial"/>
                <a:ea typeface="Arial"/>
                <a:cs typeface="Arial"/>
              </a:defRPr>
            </a:lvl6pPr>
            <a:lvl7pPr algn="l">
              <a:buNone/>
              <a:defRPr sz="1725" b="1" i="0">
                <a:solidFill>
                  <a:srgbClr val="D5E0E9"/>
                </a:solidFill>
                <a:latin typeface="Arial"/>
                <a:ea typeface="Arial"/>
                <a:cs typeface="Arial"/>
              </a:defRPr>
            </a:lvl7pPr>
            <a:lvl8pPr algn="l">
              <a:buNone/>
              <a:defRPr sz="1725" b="1" i="0">
                <a:solidFill>
                  <a:srgbClr val="D5E0E9"/>
                </a:solidFill>
                <a:latin typeface="Arial"/>
                <a:ea typeface="Arial"/>
                <a:cs typeface="Arial"/>
              </a:defRPr>
            </a:lvl8pPr>
            <a:lvl9pPr algn="l">
              <a:buNone/>
              <a:defRPr sz="1725" b="1" i="0">
                <a:solidFill>
                  <a:srgbClr val="D5E0E9"/>
                </a:solidFill>
                <a:latin typeface="Arial"/>
                <a:ea typeface="Arial"/>
                <a:cs typeface="Arial"/>
              </a:defRPr>
            </a:lvl9pPr>
          </a:lstStyle>
          <a:p xmlns:a="http://schemas.openxmlformats.org/drawingml/2006/main">
            <a:pPr algn="l">
              <a:buNone/>
              <a:defRPr sz="1725" b="1" i="0">
                <a:solidFill>
                  <a:srgbClr val="D5E0E9"/>
                </a:solidFill>
                <a:latin typeface="Arial"/>
                <a:ea typeface="Arial"/>
                <a:cs typeface="Arial"/>
              </a:defRPr>
            </a:pPr>
            <a:r>
              <a:rPr sz="1725" b="1" i="0">
                <a:solidFill>
                  <a:srgbClr val="D5E0E9"/>
                </a:solidFill>
                <a:latin typeface="Arial"/>
                <a:ea typeface="Arial"/>
                <a:cs typeface="Arial"/>
              </a:rPr>
              <a:t>A transaction table records events. Investigators need to understand relationships between events.</a:t>
            </a:r>
          </a:p>
        </p:txBody>
      </p:sp>
      <p:sp>
        <p:nvSpPr>
          <p:cNvPr id="7" name="defined-problem-statement">
            <a:extLst xmlns:a="http://schemas.openxmlformats.org/drawingml/2006/main">
              <a:ext uri="{FF2B5EF4-FFF2-40B4-BE49-F238E27FC236}">
                <a16:creationId xmlns:a16="http://schemas.microsoft.com/office/drawing/2014/main" id="{E8C01C0B-5AEB-4A7A-8ADC-15582FAC94E4}"/>
              </a:ext>
            </a:extLst>
          </p:cNvPr>
          <p:cNvSpPr>
            <a:spLocks xmlns:a="http://schemas.openxmlformats.org/drawingml/2006/main" noGrp="1"/>
          </p:cNvSpPr>
          <p:nvPr/>
        </p:nvSpPr>
        <p:spPr>
          <a:xfrm xmlns:a="http://schemas.openxmlformats.org/drawingml/2006/main">
            <a:off x="590550" y="1752600"/>
            <a:ext cx="5095875" cy="2476500"/>
          </a:xfrm>
          <a:prstGeom xmlns:a="http://schemas.openxmlformats.org/drawingml/2006/main" prst="roundRect">
            <a:avLst>
              <a:gd name="adj" fmla="val 6154"/>
            </a:avLst>
          </a:prstGeom>
          <a:solidFill xmlns:a="http://schemas.openxmlformats.org/drawingml/2006/main">
            <a:srgbClr val="101D2D"/>
          </a:solidFill>
          <a:ln xmlns:a="http://schemas.openxmlformats.org/drawingml/2006/main" w="13335">
            <a:solidFill>
              <a:srgbClr val="38E0C1"/>
            </a:solidFill>
            <a:prstDash val="solid"/>
          </a:ln>
        </p:spPr>
      </p:sp>
      <p:sp>
        <p:nvSpPr>
          <p:cNvPr id="8" name="Rectangle 7">
            <a:extLst xmlns:a="http://schemas.openxmlformats.org/drawingml/2006/main">
              <a:ext uri="{FF2B5EF4-FFF2-40B4-BE49-F238E27FC236}">
                <a16:creationId xmlns:a16="http://schemas.microsoft.com/office/drawing/2014/main" id="{8D56049F-FB80-41FE-A0FF-5B28745EEAA2}"/>
              </a:ext>
            </a:extLst>
          </p:cNvPr>
          <p:cNvSpPr>
            <a:spLocks xmlns:a="http://schemas.openxmlformats.org/drawingml/2006/main" noGrp="1"/>
          </p:cNvSpPr>
          <p:nvPr/>
        </p:nvSpPr>
        <p:spPr>
          <a:xfrm xmlns:a="http://schemas.openxmlformats.org/drawingml/2006/main">
            <a:off x="800100" y="19145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00" b="1" i="0">
                <a:solidFill>
                  <a:srgbClr val="38E0C1"/>
                </a:solidFill>
                <a:latin typeface="Arial"/>
                <a:ea typeface="Arial"/>
                <a:cs typeface="Arial"/>
              </a:defRPr>
            </a:defPPr>
            <a:lvl1pPr algn="l">
              <a:buNone/>
              <a:defRPr sz="900" b="1" i="0">
                <a:solidFill>
                  <a:srgbClr val="38E0C1"/>
                </a:solidFill>
                <a:latin typeface="Arial"/>
                <a:ea typeface="Arial"/>
                <a:cs typeface="Arial"/>
              </a:defRPr>
            </a:lvl1pPr>
            <a:lvl2pPr algn="l">
              <a:buNone/>
              <a:defRPr sz="900" b="1" i="0">
                <a:solidFill>
                  <a:srgbClr val="38E0C1"/>
                </a:solidFill>
                <a:latin typeface="Arial"/>
                <a:ea typeface="Arial"/>
                <a:cs typeface="Arial"/>
              </a:defRPr>
            </a:lvl2pPr>
            <a:lvl3pPr algn="l">
              <a:buNone/>
              <a:defRPr sz="900" b="1" i="0">
                <a:solidFill>
                  <a:srgbClr val="38E0C1"/>
                </a:solidFill>
                <a:latin typeface="Arial"/>
                <a:ea typeface="Arial"/>
                <a:cs typeface="Arial"/>
              </a:defRPr>
            </a:lvl3pPr>
            <a:lvl4pPr algn="l">
              <a:buNone/>
              <a:defRPr sz="900" b="1" i="0">
                <a:solidFill>
                  <a:srgbClr val="38E0C1"/>
                </a:solidFill>
                <a:latin typeface="Arial"/>
                <a:ea typeface="Arial"/>
                <a:cs typeface="Arial"/>
              </a:defRPr>
            </a:lvl4pPr>
            <a:lvl5pPr algn="l">
              <a:buNone/>
              <a:defRPr sz="900" b="1" i="0">
                <a:solidFill>
                  <a:srgbClr val="38E0C1"/>
                </a:solidFill>
                <a:latin typeface="Arial"/>
                <a:ea typeface="Arial"/>
                <a:cs typeface="Arial"/>
              </a:defRPr>
            </a:lvl5pPr>
            <a:lvl6pPr algn="l">
              <a:buNone/>
              <a:defRPr sz="900" b="1" i="0">
                <a:solidFill>
                  <a:srgbClr val="38E0C1"/>
                </a:solidFill>
                <a:latin typeface="Arial"/>
                <a:ea typeface="Arial"/>
                <a:cs typeface="Arial"/>
              </a:defRPr>
            </a:lvl6pPr>
            <a:lvl7pPr algn="l">
              <a:buNone/>
              <a:defRPr sz="900" b="1" i="0">
                <a:solidFill>
                  <a:srgbClr val="38E0C1"/>
                </a:solidFill>
                <a:latin typeface="Arial"/>
                <a:ea typeface="Arial"/>
                <a:cs typeface="Arial"/>
              </a:defRPr>
            </a:lvl7pPr>
            <a:lvl8pPr algn="l">
              <a:buNone/>
              <a:defRPr sz="900" b="1" i="0">
                <a:solidFill>
                  <a:srgbClr val="38E0C1"/>
                </a:solidFill>
                <a:latin typeface="Arial"/>
                <a:ea typeface="Arial"/>
                <a:cs typeface="Arial"/>
              </a:defRPr>
            </a:lvl8pPr>
            <a:lvl9pPr algn="l">
              <a:buNone/>
              <a:defRPr sz="900" b="1" i="0">
                <a:solidFill>
                  <a:srgbClr val="38E0C1"/>
                </a:solidFill>
                <a:latin typeface="Arial"/>
                <a:ea typeface="Arial"/>
                <a:cs typeface="Arial"/>
              </a:defRPr>
            </a:lvl9pPr>
          </a:lstStyle>
          <a:p xmlns:a="http://schemas.openxmlformats.org/drawingml/2006/main">
            <a:pPr algn="l">
              <a:buNone/>
              <a:defRPr sz="900" b="1" i="0">
                <a:solidFill>
                  <a:srgbClr val="38E0C1"/>
                </a:solidFill>
                <a:latin typeface="Arial"/>
                <a:ea typeface="Arial"/>
                <a:cs typeface="Arial"/>
              </a:defRPr>
            </a:pPr>
            <a:r>
              <a:rPr sz="900" b="1" i="0">
                <a:solidFill>
                  <a:srgbClr val="38E0C1"/>
                </a:solidFill>
                <a:latin typeface="Arial"/>
                <a:ea typeface="Arial"/>
                <a:cs typeface="Arial"/>
              </a:rPr>
              <a:t>DEFINED PROBLEM STATEMENT</a:t>
            </a:r>
          </a:p>
        </p:txBody>
      </p:sp>
      <p:sp>
        <p:nvSpPr>
          <p:cNvPr id="9" name="Rectangle 8">
            <a:extLst xmlns:a="http://schemas.openxmlformats.org/drawingml/2006/main">
              <a:ext uri="{FF2B5EF4-FFF2-40B4-BE49-F238E27FC236}">
                <a16:creationId xmlns:a16="http://schemas.microsoft.com/office/drawing/2014/main" id="{CB63AAC2-2691-41ED-B4FA-E2D40BB1FDF4}"/>
              </a:ext>
            </a:extLst>
          </p:cNvPr>
          <p:cNvSpPr>
            <a:spLocks xmlns:a="http://schemas.openxmlformats.org/drawingml/2006/main" noGrp="1"/>
          </p:cNvSpPr>
          <p:nvPr/>
        </p:nvSpPr>
        <p:spPr>
          <a:xfrm xmlns:a="http://schemas.openxmlformats.org/drawingml/2006/main">
            <a:off x="800100" y="2238375"/>
            <a:ext cx="4629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889"/>
          </a:bodyPr>
          <a:lstStyle xmlns:a="http://schemas.openxmlformats.org/drawingml/2006/main">
            <a:defPPr algn="l">
              <a:defRPr sz="1575" b="1" i="0">
                <a:solidFill>
                  <a:srgbClr val="F4F7FB"/>
                </a:solidFill>
                <a:latin typeface="Arial"/>
                <a:ea typeface="Arial"/>
                <a:cs typeface="Arial"/>
              </a:defRPr>
            </a:defPPr>
            <a:lvl1pPr algn="l">
              <a:buNone/>
              <a:defRPr sz="1575" b="1" i="0">
                <a:solidFill>
                  <a:srgbClr val="F4F7FB"/>
                </a:solidFill>
                <a:latin typeface="Arial"/>
                <a:ea typeface="Arial"/>
                <a:cs typeface="Arial"/>
              </a:defRPr>
            </a:lvl1pPr>
            <a:lvl2pPr algn="l">
              <a:buNone/>
              <a:defRPr sz="1575" b="1" i="0">
                <a:solidFill>
                  <a:srgbClr val="F4F7FB"/>
                </a:solidFill>
                <a:latin typeface="Arial"/>
                <a:ea typeface="Arial"/>
                <a:cs typeface="Arial"/>
              </a:defRPr>
            </a:lvl2pPr>
            <a:lvl3pPr algn="l">
              <a:buNone/>
              <a:defRPr sz="1575" b="1" i="0">
                <a:solidFill>
                  <a:srgbClr val="F4F7FB"/>
                </a:solidFill>
                <a:latin typeface="Arial"/>
                <a:ea typeface="Arial"/>
                <a:cs typeface="Arial"/>
              </a:defRPr>
            </a:lvl3pPr>
            <a:lvl4pPr algn="l">
              <a:buNone/>
              <a:defRPr sz="1575" b="1" i="0">
                <a:solidFill>
                  <a:srgbClr val="F4F7FB"/>
                </a:solidFill>
                <a:latin typeface="Arial"/>
                <a:ea typeface="Arial"/>
                <a:cs typeface="Arial"/>
              </a:defRPr>
            </a:lvl4pPr>
            <a:lvl5pPr algn="l">
              <a:buNone/>
              <a:defRPr sz="1575" b="1" i="0">
                <a:solidFill>
                  <a:srgbClr val="F4F7FB"/>
                </a:solidFill>
                <a:latin typeface="Arial"/>
                <a:ea typeface="Arial"/>
                <a:cs typeface="Arial"/>
              </a:defRPr>
            </a:lvl5pPr>
            <a:lvl6pPr algn="l">
              <a:buNone/>
              <a:defRPr sz="1575" b="1" i="0">
                <a:solidFill>
                  <a:srgbClr val="F4F7FB"/>
                </a:solidFill>
                <a:latin typeface="Arial"/>
                <a:ea typeface="Arial"/>
                <a:cs typeface="Arial"/>
              </a:defRPr>
            </a:lvl6pPr>
            <a:lvl7pPr algn="l">
              <a:buNone/>
              <a:defRPr sz="1575" b="1" i="0">
                <a:solidFill>
                  <a:srgbClr val="F4F7FB"/>
                </a:solidFill>
                <a:latin typeface="Arial"/>
                <a:ea typeface="Arial"/>
                <a:cs typeface="Arial"/>
              </a:defRPr>
            </a:lvl7pPr>
            <a:lvl8pPr algn="l">
              <a:buNone/>
              <a:defRPr sz="1575" b="1" i="0">
                <a:solidFill>
                  <a:srgbClr val="F4F7FB"/>
                </a:solidFill>
                <a:latin typeface="Arial"/>
                <a:ea typeface="Arial"/>
                <a:cs typeface="Arial"/>
              </a:defRPr>
            </a:lvl8pPr>
            <a:lvl9pPr algn="l">
              <a:buNone/>
              <a:defRPr sz="1575" b="1" i="0">
                <a:solidFill>
                  <a:srgbClr val="F4F7FB"/>
                </a:solidFill>
                <a:latin typeface="Arial"/>
                <a:ea typeface="Arial"/>
                <a:cs typeface="Arial"/>
              </a:defRPr>
            </a:lvl9pPr>
          </a:lstStyle>
          <a:p xmlns:a="http://schemas.openxmlformats.org/drawingml/2006/main">
            <a:pPr algn="l">
              <a:buNone/>
              <a:defRPr sz="1575" b="1" i="0">
                <a:solidFill>
                  <a:srgbClr val="F4F7FB"/>
                </a:solidFill>
                <a:latin typeface="Arial"/>
                <a:ea typeface="Arial"/>
                <a:cs typeface="Arial"/>
              </a:defRPr>
            </a:pPr>
            <a:r>
              <a:rPr sz="1575" b="1" i="0">
                <a:solidFill>
                  <a:srgbClr val="F4F7FB"/>
                </a:solidFill>
                <a:latin typeface="Arial"/>
                <a:ea typeface="Arial"/>
                <a:cs typeface="Arial"/>
              </a:rPr>
              <a:t>Given transaction records with sender, receiver, amount and time, help an investigator identify connected transfer patterns that may warrant review, then show the source evidence needed to inspect each match.</a:t>
            </a:r>
          </a:p>
        </p:txBody>
      </p:sp>
      <p:sp>
        <p:nvSpPr>
          <p:cNvPr id="10" name="Rectangle 9">
            <a:extLst xmlns:a="http://schemas.openxmlformats.org/drawingml/2006/main">
              <a:ext uri="{FF2B5EF4-FFF2-40B4-BE49-F238E27FC236}">
                <a16:creationId xmlns:a16="http://schemas.microsoft.com/office/drawing/2014/main" id="{5DD88E0B-74F7-486E-845F-7D378431DF1D}"/>
              </a:ext>
            </a:extLst>
          </p:cNvPr>
          <p:cNvSpPr>
            <a:spLocks xmlns:a="http://schemas.openxmlformats.org/drawingml/2006/main" noGrp="1"/>
          </p:cNvSpPr>
          <p:nvPr/>
        </p:nvSpPr>
        <p:spPr>
          <a:xfrm xmlns:a="http://schemas.openxmlformats.org/drawingml/2006/main">
            <a:off x="800100" y="3476625"/>
            <a:ext cx="457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00" b="0" i="0">
                <a:solidFill>
                  <a:srgbClr val="B8F7E5"/>
                </a:solidFill>
                <a:latin typeface="Arial"/>
                <a:ea typeface="Arial"/>
                <a:cs typeface="Arial"/>
              </a:defRPr>
            </a:defPPr>
            <a:lvl1pPr algn="l">
              <a:buNone/>
              <a:defRPr sz="1200" b="0" i="0">
                <a:solidFill>
                  <a:srgbClr val="B8F7E5"/>
                </a:solidFill>
                <a:latin typeface="Arial"/>
                <a:ea typeface="Arial"/>
                <a:cs typeface="Arial"/>
              </a:defRPr>
            </a:lvl1pPr>
            <a:lvl2pPr algn="l">
              <a:buNone/>
              <a:defRPr sz="1200" b="0" i="0">
                <a:solidFill>
                  <a:srgbClr val="B8F7E5"/>
                </a:solidFill>
                <a:latin typeface="Arial"/>
                <a:ea typeface="Arial"/>
                <a:cs typeface="Arial"/>
              </a:defRPr>
            </a:lvl2pPr>
            <a:lvl3pPr algn="l">
              <a:buNone/>
              <a:defRPr sz="1200" b="0" i="0">
                <a:solidFill>
                  <a:srgbClr val="B8F7E5"/>
                </a:solidFill>
                <a:latin typeface="Arial"/>
                <a:ea typeface="Arial"/>
                <a:cs typeface="Arial"/>
              </a:defRPr>
            </a:lvl3pPr>
            <a:lvl4pPr algn="l">
              <a:buNone/>
              <a:defRPr sz="1200" b="0" i="0">
                <a:solidFill>
                  <a:srgbClr val="B8F7E5"/>
                </a:solidFill>
                <a:latin typeface="Arial"/>
                <a:ea typeface="Arial"/>
                <a:cs typeface="Arial"/>
              </a:defRPr>
            </a:lvl4pPr>
            <a:lvl5pPr algn="l">
              <a:buNone/>
              <a:defRPr sz="1200" b="0" i="0">
                <a:solidFill>
                  <a:srgbClr val="B8F7E5"/>
                </a:solidFill>
                <a:latin typeface="Arial"/>
                <a:ea typeface="Arial"/>
                <a:cs typeface="Arial"/>
              </a:defRPr>
            </a:lvl5pPr>
            <a:lvl6pPr algn="l">
              <a:buNone/>
              <a:defRPr sz="1200" b="0" i="0">
                <a:solidFill>
                  <a:srgbClr val="B8F7E5"/>
                </a:solidFill>
                <a:latin typeface="Arial"/>
                <a:ea typeface="Arial"/>
                <a:cs typeface="Arial"/>
              </a:defRPr>
            </a:lvl6pPr>
            <a:lvl7pPr algn="l">
              <a:buNone/>
              <a:defRPr sz="1200" b="0" i="0">
                <a:solidFill>
                  <a:srgbClr val="B8F7E5"/>
                </a:solidFill>
                <a:latin typeface="Arial"/>
                <a:ea typeface="Arial"/>
                <a:cs typeface="Arial"/>
              </a:defRPr>
            </a:lvl7pPr>
            <a:lvl8pPr algn="l">
              <a:buNone/>
              <a:defRPr sz="1200" b="0" i="0">
                <a:solidFill>
                  <a:srgbClr val="B8F7E5"/>
                </a:solidFill>
                <a:latin typeface="Arial"/>
                <a:ea typeface="Arial"/>
                <a:cs typeface="Arial"/>
              </a:defRPr>
            </a:lvl8pPr>
            <a:lvl9pPr algn="l">
              <a:buNone/>
              <a:defRPr sz="1200" b="0" i="0">
                <a:solidFill>
                  <a:srgbClr val="B8F7E5"/>
                </a:solidFill>
                <a:latin typeface="Arial"/>
                <a:ea typeface="Arial"/>
                <a:cs typeface="Arial"/>
              </a:defRPr>
            </a:lvl9pPr>
          </a:lstStyle>
          <a:p xmlns:a="http://schemas.openxmlformats.org/drawingml/2006/main">
            <a:pPr algn="l">
              <a:buNone/>
              <a:defRPr sz="1200" b="0" i="0">
                <a:solidFill>
                  <a:srgbClr val="B8F7E5"/>
                </a:solidFill>
                <a:latin typeface="Arial"/>
                <a:ea typeface="Arial"/>
                <a:cs typeface="Arial"/>
              </a:defRPr>
            </a:pPr>
            <a:r>
              <a:rPr sz="1200" b="0" i="0">
                <a:solidFill>
                  <a:srgbClr val="B8F7E5"/>
                </a:solidFill>
                <a:latin typeface="Arial"/>
                <a:ea typeface="Arial"/>
                <a:cs typeface="Arial"/>
              </a:rPr>
              <a:t>The system must preserve invalid records for audit and keep a human responsible for interpretation.</a:t>
            </a:r>
          </a:p>
        </p:txBody>
      </p:sp>
      <p:sp>
        <p:nvSpPr>
          <p:cNvPr id="11" name="Rectangle 10">
            <a:extLst xmlns:a="http://schemas.openxmlformats.org/drawingml/2006/main">
              <a:ext uri="{FF2B5EF4-FFF2-40B4-BE49-F238E27FC236}">
                <a16:creationId xmlns:a16="http://schemas.microsoft.com/office/drawing/2014/main" id="{A409CCDD-B005-4399-A37B-2B015DE6270B}"/>
              </a:ext>
            </a:extLst>
          </p:cNvPr>
          <p:cNvSpPr>
            <a:spLocks xmlns:a="http://schemas.openxmlformats.org/drawingml/2006/main" noGrp="1"/>
          </p:cNvSpPr>
          <p:nvPr/>
        </p:nvSpPr>
        <p:spPr>
          <a:xfrm xmlns:a="http://schemas.openxmlformats.org/drawingml/2006/main">
            <a:off x="6172200" y="18097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00" b="1" i="0">
                <a:solidFill>
                  <a:srgbClr val="FFBE69"/>
                </a:solidFill>
                <a:latin typeface="Arial"/>
                <a:ea typeface="Arial"/>
                <a:cs typeface="Arial"/>
              </a:defRPr>
            </a:defPPr>
            <a:lvl1pPr algn="l">
              <a:buNone/>
              <a:defRPr sz="900" b="1" i="0">
                <a:solidFill>
                  <a:srgbClr val="FFBE69"/>
                </a:solidFill>
                <a:latin typeface="Arial"/>
                <a:ea typeface="Arial"/>
                <a:cs typeface="Arial"/>
              </a:defRPr>
            </a:lvl1pPr>
            <a:lvl2pPr algn="l">
              <a:buNone/>
              <a:defRPr sz="900" b="1" i="0">
                <a:solidFill>
                  <a:srgbClr val="FFBE69"/>
                </a:solidFill>
                <a:latin typeface="Arial"/>
                <a:ea typeface="Arial"/>
                <a:cs typeface="Arial"/>
              </a:defRPr>
            </a:lvl2pPr>
            <a:lvl3pPr algn="l">
              <a:buNone/>
              <a:defRPr sz="900" b="1" i="0">
                <a:solidFill>
                  <a:srgbClr val="FFBE69"/>
                </a:solidFill>
                <a:latin typeface="Arial"/>
                <a:ea typeface="Arial"/>
                <a:cs typeface="Arial"/>
              </a:defRPr>
            </a:lvl3pPr>
            <a:lvl4pPr algn="l">
              <a:buNone/>
              <a:defRPr sz="900" b="1" i="0">
                <a:solidFill>
                  <a:srgbClr val="FFBE69"/>
                </a:solidFill>
                <a:latin typeface="Arial"/>
                <a:ea typeface="Arial"/>
                <a:cs typeface="Arial"/>
              </a:defRPr>
            </a:lvl4pPr>
            <a:lvl5pPr algn="l">
              <a:buNone/>
              <a:defRPr sz="900" b="1" i="0">
                <a:solidFill>
                  <a:srgbClr val="FFBE69"/>
                </a:solidFill>
                <a:latin typeface="Arial"/>
                <a:ea typeface="Arial"/>
                <a:cs typeface="Arial"/>
              </a:defRPr>
            </a:lvl5pPr>
            <a:lvl6pPr algn="l">
              <a:buNone/>
              <a:defRPr sz="900" b="1" i="0">
                <a:solidFill>
                  <a:srgbClr val="FFBE69"/>
                </a:solidFill>
                <a:latin typeface="Arial"/>
                <a:ea typeface="Arial"/>
                <a:cs typeface="Arial"/>
              </a:defRPr>
            </a:lvl6pPr>
            <a:lvl7pPr algn="l">
              <a:buNone/>
              <a:defRPr sz="900" b="1" i="0">
                <a:solidFill>
                  <a:srgbClr val="FFBE69"/>
                </a:solidFill>
                <a:latin typeface="Arial"/>
                <a:ea typeface="Arial"/>
                <a:cs typeface="Arial"/>
              </a:defRPr>
            </a:lvl7pPr>
            <a:lvl8pPr algn="l">
              <a:buNone/>
              <a:defRPr sz="900" b="1" i="0">
                <a:solidFill>
                  <a:srgbClr val="FFBE69"/>
                </a:solidFill>
                <a:latin typeface="Arial"/>
                <a:ea typeface="Arial"/>
                <a:cs typeface="Arial"/>
              </a:defRPr>
            </a:lvl8pPr>
            <a:lvl9pPr algn="l">
              <a:buNone/>
              <a:defRPr sz="900" b="1" i="0">
                <a:solidFill>
                  <a:srgbClr val="FFBE69"/>
                </a:solidFill>
                <a:latin typeface="Arial"/>
                <a:ea typeface="Arial"/>
                <a:cs typeface="Arial"/>
              </a:defRPr>
            </a:lvl9pPr>
          </a:lstStyle>
          <a:p xmlns:a="http://schemas.openxmlformats.org/drawingml/2006/main">
            <a:pPr algn="l">
              <a:buNone/>
              <a:defRPr sz="900" b="1" i="0">
                <a:solidFill>
                  <a:srgbClr val="FFBE69"/>
                </a:solidFill>
                <a:latin typeface="Arial"/>
                <a:ea typeface="Arial"/>
                <a:cs typeface="Arial"/>
              </a:defRPr>
            </a:pPr>
            <a:r>
              <a:rPr sz="900" b="1" i="0">
                <a:solidFill>
                  <a:srgbClr val="FFBE69"/>
                </a:solidFill>
                <a:latin typeface="Arial"/>
                <a:ea typeface="Arial"/>
                <a:cs typeface="Arial"/>
              </a:rPr>
              <a:t>WHY THE REVIEW IS DIFFICULT</a:t>
            </a:r>
          </a:p>
        </p:txBody>
      </p:sp>
      <p:sp>
        <p:nvSpPr>
          <p:cNvPr id="12" name="Rectangle 11">
            <a:extLst xmlns:a="http://schemas.openxmlformats.org/drawingml/2006/main">
              <a:ext uri="{FF2B5EF4-FFF2-40B4-BE49-F238E27FC236}">
                <a16:creationId xmlns:a16="http://schemas.microsoft.com/office/drawing/2014/main" id="{1574787E-C523-4ED9-8735-DF6632D76E41}"/>
              </a:ext>
            </a:extLst>
          </p:cNvPr>
          <p:cNvSpPr>
            <a:spLocks xmlns:a="http://schemas.openxmlformats.org/drawingml/2006/main" noGrp="1"/>
          </p:cNvSpPr>
          <p:nvPr/>
        </p:nvSpPr>
        <p:spPr>
          <a:xfrm xmlns:a="http://schemas.openxmlformats.org/drawingml/2006/main">
            <a:off x="6191250" y="2114550"/>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1" i="0">
                <a:solidFill>
                  <a:srgbClr val="38E0C1"/>
                </a:solidFill>
                <a:latin typeface="Arial"/>
                <a:ea typeface="Arial"/>
                <a:cs typeface="Arial"/>
              </a:defRPr>
            </a:defPPr>
            <a:lvl1pPr algn="l">
              <a:buNone/>
              <a:defRPr sz="1050" b="1" i="0">
                <a:solidFill>
                  <a:srgbClr val="38E0C1"/>
                </a:solidFill>
                <a:latin typeface="Arial"/>
                <a:ea typeface="Arial"/>
                <a:cs typeface="Arial"/>
              </a:defRPr>
            </a:lvl1pPr>
            <a:lvl2pPr algn="l">
              <a:buNone/>
              <a:defRPr sz="1050" b="1" i="0">
                <a:solidFill>
                  <a:srgbClr val="38E0C1"/>
                </a:solidFill>
                <a:latin typeface="Arial"/>
                <a:ea typeface="Arial"/>
                <a:cs typeface="Arial"/>
              </a:defRPr>
            </a:lvl2pPr>
            <a:lvl3pPr algn="l">
              <a:buNone/>
              <a:defRPr sz="1050" b="1" i="0">
                <a:solidFill>
                  <a:srgbClr val="38E0C1"/>
                </a:solidFill>
                <a:latin typeface="Arial"/>
                <a:ea typeface="Arial"/>
                <a:cs typeface="Arial"/>
              </a:defRPr>
            </a:lvl3pPr>
            <a:lvl4pPr algn="l">
              <a:buNone/>
              <a:defRPr sz="1050" b="1" i="0">
                <a:solidFill>
                  <a:srgbClr val="38E0C1"/>
                </a:solidFill>
                <a:latin typeface="Arial"/>
                <a:ea typeface="Arial"/>
                <a:cs typeface="Arial"/>
              </a:defRPr>
            </a:lvl4pPr>
            <a:lvl5pPr algn="l">
              <a:buNone/>
              <a:defRPr sz="1050" b="1" i="0">
                <a:solidFill>
                  <a:srgbClr val="38E0C1"/>
                </a:solidFill>
                <a:latin typeface="Arial"/>
                <a:ea typeface="Arial"/>
                <a:cs typeface="Arial"/>
              </a:defRPr>
            </a:lvl5pPr>
            <a:lvl6pPr algn="l">
              <a:buNone/>
              <a:defRPr sz="1050" b="1" i="0">
                <a:solidFill>
                  <a:srgbClr val="38E0C1"/>
                </a:solidFill>
                <a:latin typeface="Arial"/>
                <a:ea typeface="Arial"/>
                <a:cs typeface="Arial"/>
              </a:defRPr>
            </a:lvl6pPr>
            <a:lvl7pPr algn="l">
              <a:buNone/>
              <a:defRPr sz="1050" b="1" i="0">
                <a:solidFill>
                  <a:srgbClr val="38E0C1"/>
                </a:solidFill>
                <a:latin typeface="Arial"/>
                <a:ea typeface="Arial"/>
                <a:cs typeface="Arial"/>
              </a:defRPr>
            </a:lvl7pPr>
            <a:lvl8pPr algn="l">
              <a:buNone/>
              <a:defRPr sz="1050" b="1" i="0">
                <a:solidFill>
                  <a:srgbClr val="38E0C1"/>
                </a:solidFill>
                <a:latin typeface="Arial"/>
                <a:ea typeface="Arial"/>
                <a:cs typeface="Arial"/>
              </a:defRPr>
            </a:lvl8pPr>
            <a:lvl9pPr algn="l">
              <a:buNone/>
              <a:defRPr sz="1050" b="1" i="0">
                <a:solidFill>
                  <a:srgbClr val="38E0C1"/>
                </a:solidFill>
                <a:latin typeface="Arial"/>
                <a:ea typeface="Arial"/>
                <a:cs typeface="Arial"/>
              </a:defRPr>
            </a:lvl9pPr>
          </a:lstStyle>
          <a:p xmlns:a="http://schemas.openxmlformats.org/drawingml/2006/main">
            <a:pPr algn="l">
              <a:buNone/>
              <a:defRPr sz="1050" b="1" i="0">
                <a:solidFill>
                  <a:srgbClr val="38E0C1"/>
                </a:solidFill>
                <a:latin typeface="Arial"/>
                <a:ea typeface="Arial"/>
                <a:cs typeface="Arial"/>
              </a:defRPr>
            </a:pPr>
            <a:r>
              <a:rPr sz="1050" b="1" i="0">
                <a:solidFill>
                  <a:srgbClr val="38E0C1"/>
                </a:solidFill>
                <a:latin typeface="Arial"/>
                <a:ea typeface="Arial"/>
                <a:cs typeface="Arial"/>
              </a:rPr>
              <a:t>01</a:t>
            </a:r>
          </a:p>
        </p:txBody>
      </p:sp>
      <p:sp>
        <p:nvSpPr>
          <p:cNvPr id="13" name="Rectangle 12">
            <a:extLst xmlns:a="http://schemas.openxmlformats.org/drawingml/2006/main">
              <a:ext uri="{FF2B5EF4-FFF2-40B4-BE49-F238E27FC236}">
                <a16:creationId xmlns:a16="http://schemas.microsoft.com/office/drawing/2014/main" id="{7B536B43-5037-4281-AC2A-FDE884B9F00C}"/>
              </a:ext>
            </a:extLst>
          </p:cNvPr>
          <p:cNvSpPr>
            <a:spLocks xmlns:a="http://schemas.openxmlformats.org/drawingml/2006/main" noGrp="1"/>
          </p:cNvSpPr>
          <p:nvPr/>
        </p:nvSpPr>
        <p:spPr>
          <a:xfrm xmlns:a="http://schemas.openxmlformats.org/drawingml/2006/main">
            <a:off x="6610350" y="2105025"/>
            <a:ext cx="433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350" b="1" i="0">
                <a:solidFill>
                  <a:srgbClr val="F4F7FB"/>
                </a:solidFill>
                <a:latin typeface="Arial"/>
                <a:ea typeface="Arial"/>
                <a:cs typeface="Arial"/>
              </a:defRPr>
            </a:defPPr>
            <a:lvl1pPr algn="l">
              <a:buNone/>
              <a:defRPr sz="1350" b="1" i="0">
                <a:solidFill>
                  <a:srgbClr val="F4F7FB"/>
                </a:solidFill>
                <a:latin typeface="Arial"/>
                <a:ea typeface="Arial"/>
                <a:cs typeface="Arial"/>
              </a:defRPr>
            </a:lvl1pPr>
            <a:lvl2pPr algn="l">
              <a:buNone/>
              <a:defRPr sz="1350" b="1" i="0">
                <a:solidFill>
                  <a:srgbClr val="F4F7FB"/>
                </a:solidFill>
                <a:latin typeface="Arial"/>
                <a:ea typeface="Arial"/>
                <a:cs typeface="Arial"/>
              </a:defRPr>
            </a:lvl2pPr>
            <a:lvl3pPr algn="l">
              <a:buNone/>
              <a:defRPr sz="1350" b="1" i="0">
                <a:solidFill>
                  <a:srgbClr val="F4F7FB"/>
                </a:solidFill>
                <a:latin typeface="Arial"/>
                <a:ea typeface="Arial"/>
                <a:cs typeface="Arial"/>
              </a:defRPr>
            </a:lvl3pPr>
            <a:lvl4pPr algn="l">
              <a:buNone/>
              <a:defRPr sz="1350" b="1" i="0">
                <a:solidFill>
                  <a:srgbClr val="F4F7FB"/>
                </a:solidFill>
                <a:latin typeface="Arial"/>
                <a:ea typeface="Arial"/>
                <a:cs typeface="Arial"/>
              </a:defRPr>
            </a:lvl4pPr>
            <a:lvl5pPr algn="l">
              <a:buNone/>
              <a:defRPr sz="1350" b="1" i="0">
                <a:solidFill>
                  <a:srgbClr val="F4F7FB"/>
                </a:solidFill>
                <a:latin typeface="Arial"/>
                <a:ea typeface="Arial"/>
                <a:cs typeface="Arial"/>
              </a:defRPr>
            </a:lvl5pPr>
            <a:lvl6pPr algn="l">
              <a:buNone/>
              <a:defRPr sz="1350" b="1" i="0">
                <a:solidFill>
                  <a:srgbClr val="F4F7FB"/>
                </a:solidFill>
                <a:latin typeface="Arial"/>
                <a:ea typeface="Arial"/>
                <a:cs typeface="Arial"/>
              </a:defRPr>
            </a:lvl6pPr>
            <a:lvl7pPr algn="l">
              <a:buNone/>
              <a:defRPr sz="1350" b="1" i="0">
                <a:solidFill>
                  <a:srgbClr val="F4F7FB"/>
                </a:solidFill>
                <a:latin typeface="Arial"/>
                <a:ea typeface="Arial"/>
                <a:cs typeface="Arial"/>
              </a:defRPr>
            </a:lvl7pPr>
            <a:lvl8pPr algn="l">
              <a:buNone/>
              <a:defRPr sz="1350" b="1" i="0">
                <a:solidFill>
                  <a:srgbClr val="F4F7FB"/>
                </a:solidFill>
                <a:latin typeface="Arial"/>
                <a:ea typeface="Arial"/>
                <a:cs typeface="Arial"/>
              </a:defRPr>
            </a:lvl8pPr>
            <a:lvl9pPr algn="l">
              <a:buNone/>
              <a:defRPr sz="1350" b="1" i="0">
                <a:solidFill>
                  <a:srgbClr val="F4F7FB"/>
                </a:solidFill>
                <a:latin typeface="Arial"/>
                <a:ea typeface="Arial"/>
                <a:cs typeface="Arial"/>
              </a:defRPr>
            </a:lvl9pPr>
          </a:lstStyle>
          <a:p xmlns:a="http://schemas.openxmlformats.org/drawingml/2006/main">
            <a:pPr algn="l">
              <a:buNone/>
              <a:defRPr sz="1350" b="1" i="0">
                <a:solidFill>
                  <a:srgbClr val="F4F7FB"/>
                </a:solidFill>
                <a:latin typeface="Arial"/>
                <a:ea typeface="Arial"/>
                <a:cs typeface="Arial"/>
              </a:defRPr>
            </a:pPr>
            <a:r>
              <a:rPr sz="1350" b="1" i="0">
                <a:solidFill>
                  <a:srgbClr val="F4F7FB"/>
                </a:solidFill>
                <a:latin typeface="Arial"/>
                <a:ea typeface="Arial"/>
                <a:cs typeface="Arial"/>
              </a:rPr>
              <a:t>Rows hide paths</a:t>
            </a:r>
          </a:p>
        </p:txBody>
      </p:sp>
      <p:sp>
        <p:nvSpPr>
          <p:cNvPr id="14" name="Rectangle 13">
            <a:extLst xmlns:a="http://schemas.openxmlformats.org/drawingml/2006/main">
              <a:ext uri="{FF2B5EF4-FFF2-40B4-BE49-F238E27FC236}">
                <a16:creationId xmlns:a16="http://schemas.microsoft.com/office/drawing/2014/main" id="{A2043054-9348-4887-9A54-2EF95B37074A}"/>
              </a:ext>
            </a:extLst>
          </p:cNvPr>
          <p:cNvSpPr>
            <a:spLocks xmlns:a="http://schemas.openxmlformats.org/drawingml/2006/main" noGrp="1"/>
          </p:cNvSpPr>
          <p:nvPr/>
        </p:nvSpPr>
        <p:spPr>
          <a:xfrm xmlns:a="http://schemas.openxmlformats.org/drawingml/2006/main">
            <a:off x="6610350" y="237172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0" i="0">
                <a:solidFill>
                  <a:srgbClr val="9AAFC2"/>
                </a:solidFill>
                <a:latin typeface="Arial"/>
                <a:ea typeface="Arial"/>
                <a:cs typeface="Arial"/>
              </a:defRPr>
            </a:defPPr>
            <a:lvl1pPr algn="l">
              <a:buNone/>
              <a:defRPr sz="1125" b="0" i="0">
                <a:solidFill>
                  <a:srgbClr val="9AAFC2"/>
                </a:solidFill>
                <a:latin typeface="Arial"/>
                <a:ea typeface="Arial"/>
                <a:cs typeface="Arial"/>
              </a:defRPr>
            </a:lvl1pPr>
            <a:lvl2pPr algn="l">
              <a:buNone/>
              <a:defRPr sz="1125" b="0" i="0">
                <a:solidFill>
                  <a:srgbClr val="9AAFC2"/>
                </a:solidFill>
                <a:latin typeface="Arial"/>
                <a:ea typeface="Arial"/>
                <a:cs typeface="Arial"/>
              </a:defRPr>
            </a:lvl2pPr>
            <a:lvl3pPr algn="l">
              <a:buNone/>
              <a:defRPr sz="1125" b="0" i="0">
                <a:solidFill>
                  <a:srgbClr val="9AAFC2"/>
                </a:solidFill>
                <a:latin typeface="Arial"/>
                <a:ea typeface="Arial"/>
                <a:cs typeface="Arial"/>
              </a:defRPr>
            </a:lvl3pPr>
            <a:lvl4pPr algn="l">
              <a:buNone/>
              <a:defRPr sz="1125" b="0" i="0">
                <a:solidFill>
                  <a:srgbClr val="9AAFC2"/>
                </a:solidFill>
                <a:latin typeface="Arial"/>
                <a:ea typeface="Arial"/>
                <a:cs typeface="Arial"/>
              </a:defRPr>
            </a:lvl4pPr>
            <a:lvl5pPr algn="l">
              <a:buNone/>
              <a:defRPr sz="1125" b="0" i="0">
                <a:solidFill>
                  <a:srgbClr val="9AAFC2"/>
                </a:solidFill>
                <a:latin typeface="Arial"/>
                <a:ea typeface="Arial"/>
                <a:cs typeface="Arial"/>
              </a:defRPr>
            </a:lvl5pPr>
            <a:lvl6pPr algn="l">
              <a:buNone/>
              <a:defRPr sz="1125" b="0" i="0">
                <a:solidFill>
                  <a:srgbClr val="9AAFC2"/>
                </a:solidFill>
                <a:latin typeface="Arial"/>
                <a:ea typeface="Arial"/>
                <a:cs typeface="Arial"/>
              </a:defRPr>
            </a:lvl6pPr>
            <a:lvl7pPr algn="l">
              <a:buNone/>
              <a:defRPr sz="1125" b="0" i="0">
                <a:solidFill>
                  <a:srgbClr val="9AAFC2"/>
                </a:solidFill>
                <a:latin typeface="Arial"/>
                <a:ea typeface="Arial"/>
                <a:cs typeface="Arial"/>
              </a:defRPr>
            </a:lvl7pPr>
            <a:lvl8pPr algn="l">
              <a:buNone/>
              <a:defRPr sz="1125" b="0" i="0">
                <a:solidFill>
                  <a:srgbClr val="9AAFC2"/>
                </a:solidFill>
                <a:latin typeface="Arial"/>
                <a:ea typeface="Arial"/>
                <a:cs typeface="Arial"/>
              </a:defRPr>
            </a:lvl8pPr>
            <a:lvl9pPr algn="l">
              <a:buNone/>
              <a:defRPr sz="1125" b="0" i="0">
                <a:solidFill>
                  <a:srgbClr val="9AAFC2"/>
                </a:solidFill>
                <a:latin typeface="Arial"/>
                <a:ea typeface="Arial"/>
                <a:cs typeface="Arial"/>
              </a:defRPr>
            </a:lvl9pPr>
          </a:lstStyle>
          <a:p xmlns:a="http://schemas.openxmlformats.org/drawingml/2006/main">
            <a:pPr algn="l">
              <a:buNone/>
              <a:defRPr sz="1125" b="0" i="0">
                <a:solidFill>
                  <a:srgbClr val="9AAFC2"/>
                </a:solidFill>
                <a:latin typeface="Arial"/>
                <a:ea typeface="Arial"/>
                <a:cs typeface="Arial"/>
              </a:defRPr>
            </a:pPr>
            <a:r>
              <a:rPr sz="1125" b="0" i="0">
                <a:solidFill>
                  <a:srgbClr val="9AAFC2"/>
                </a:solidFill>
                <a:latin typeface="Arial"/>
                <a:ea typeface="Arial"/>
                <a:cs typeface="Arial"/>
              </a:rPr>
              <a:t>A transfer is visible, but links across sender and receiver accounts require connecting rows.</a:t>
            </a:r>
          </a:p>
        </p:txBody>
      </p:sp>
      <p:sp>
        <p:nvSpPr>
          <p:cNvPr id="15" name="Rectangle 14">
            <a:extLst xmlns:a="http://schemas.openxmlformats.org/drawingml/2006/main">
              <a:ext uri="{FF2B5EF4-FFF2-40B4-BE49-F238E27FC236}">
                <a16:creationId xmlns:a16="http://schemas.microsoft.com/office/drawing/2014/main" id="{A599D8B3-7B13-4465-9587-ABDDF978110C}"/>
              </a:ext>
            </a:extLst>
          </p:cNvPr>
          <p:cNvSpPr>
            <a:spLocks xmlns:a="http://schemas.openxmlformats.org/drawingml/2006/main" noGrp="1"/>
          </p:cNvSpPr>
          <p:nvPr/>
        </p:nvSpPr>
        <p:spPr>
          <a:xfrm xmlns:a="http://schemas.openxmlformats.org/drawingml/2006/main">
            <a:off x="6191250" y="2838450"/>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1" i="0">
                <a:solidFill>
                  <a:srgbClr val="38E0C1"/>
                </a:solidFill>
                <a:latin typeface="Arial"/>
                <a:ea typeface="Arial"/>
                <a:cs typeface="Arial"/>
              </a:defRPr>
            </a:defPPr>
            <a:lvl1pPr algn="l">
              <a:buNone/>
              <a:defRPr sz="1050" b="1" i="0">
                <a:solidFill>
                  <a:srgbClr val="38E0C1"/>
                </a:solidFill>
                <a:latin typeface="Arial"/>
                <a:ea typeface="Arial"/>
                <a:cs typeface="Arial"/>
              </a:defRPr>
            </a:lvl1pPr>
            <a:lvl2pPr algn="l">
              <a:buNone/>
              <a:defRPr sz="1050" b="1" i="0">
                <a:solidFill>
                  <a:srgbClr val="38E0C1"/>
                </a:solidFill>
                <a:latin typeface="Arial"/>
                <a:ea typeface="Arial"/>
                <a:cs typeface="Arial"/>
              </a:defRPr>
            </a:lvl2pPr>
            <a:lvl3pPr algn="l">
              <a:buNone/>
              <a:defRPr sz="1050" b="1" i="0">
                <a:solidFill>
                  <a:srgbClr val="38E0C1"/>
                </a:solidFill>
                <a:latin typeface="Arial"/>
                <a:ea typeface="Arial"/>
                <a:cs typeface="Arial"/>
              </a:defRPr>
            </a:lvl3pPr>
            <a:lvl4pPr algn="l">
              <a:buNone/>
              <a:defRPr sz="1050" b="1" i="0">
                <a:solidFill>
                  <a:srgbClr val="38E0C1"/>
                </a:solidFill>
                <a:latin typeface="Arial"/>
                <a:ea typeface="Arial"/>
                <a:cs typeface="Arial"/>
              </a:defRPr>
            </a:lvl4pPr>
            <a:lvl5pPr algn="l">
              <a:buNone/>
              <a:defRPr sz="1050" b="1" i="0">
                <a:solidFill>
                  <a:srgbClr val="38E0C1"/>
                </a:solidFill>
                <a:latin typeface="Arial"/>
                <a:ea typeface="Arial"/>
                <a:cs typeface="Arial"/>
              </a:defRPr>
            </a:lvl5pPr>
            <a:lvl6pPr algn="l">
              <a:buNone/>
              <a:defRPr sz="1050" b="1" i="0">
                <a:solidFill>
                  <a:srgbClr val="38E0C1"/>
                </a:solidFill>
                <a:latin typeface="Arial"/>
                <a:ea typeface="Arial"/>
                <a:cs typeface="Arial"/>
              </a:defRPr>
            </a:lvl6pPr>
            <a:lvl7pPr algn="l">
              <a:buNone/>
              <a:defRPr sz="1050" b="1" i="0">
                <a:solidFill>
                  <a:srgbClr val="38E0C1"/>
                </a:solidFill>
                <a:latin typeface="Arial"/>
                <a:ea typeface="Arial"/>
                <a:cs typeface="Arial"/>
              </a:defRPr>
            </a:lvl7pPr>
            <a:lvl8pPr algn="l">
              <a:buNone/>
              <a:defRPr sz="1050" b="1" i="0">
                <a:solidFill>
                  <a:srgbClr val="38E0C1"/>
                </a:solidFill>
                <a:latin typeface="Arial"/>
                <a:ea typeface="Arial"/>
                <a:cs typeface="Arial"/>
              </a:defRPr>
            </a:lvl8pPr>
            <a:lvl9pPr algn="l">
              <a:buNone/>
              <a:defRPr sz="1050" b="1" i="0">
                <a:solidFill>
                  <a:srgbClr val="38E0C1"/>
                </a:solidFill>
                <a:latin typeface="Arial"/>
                <a:ea typeface="Arial"/>
                <a:cs typeface="Arial"/>
              </a:defRPr>
            </a:lvl9pPr>
          </a:lstStyle>
          <a:p xmlns:a="http://schemas.openxmlformats.org/drawingml/2006/main">
            <a:pPr algn="l">
              <a:buNone/>
              <a:defRPr sz="1050" b="1" i="0">
                <a:solidFill>
                  <a:srgbClr val="38E0C1"/>
                </a:solidFill>
                <a:latin typeface="Arial"/>
                <a:ea typeface="Arial"/>
                <a:cs typeface="Arial"/>
              </a:defRPr>
            </a:pPr>
            <a:r>
              <a:rPr sz="1050" b="1" i="0">
                <a:solidFill>
                  <a:srgbClr val="38E0C1"/>
                </a:solidFill>
                <a:latin typeface="Arial"/>
                <a:ea typeface="Arial"/>
                <a:cs typeface="Arial"/>
              </a:rPr>
              <a:t>02</a:t>
            </a:r>
          </a:p>
        </p:txBody>
      </p:sp>
      <p:sp>
        <p:nvSpPr>
          <p:cNvPr id="16" name="Rectangle 15">
            <a:extLst xmlns:a="http://schemas.openxmlformats.org/drawingml/2006/main">
              <a:ext uri="{FF2B5EF4-FFF2-40B4-BE49-F238E27FC236}">
                <a16:creationId xmlns:a16="http://schemas.microsoft.com/office/drawing/2014/main" id="{8A70B1CB-9D11-4597-92FC-8BF6FEED8700}"/>
              </a:ext>
            </a:extLst>
          </p:cNvPr>
          <p:cNvSpPr>
            <a:spLocks xmlns:a="http://schemas.openxmlformats.org/drawingml/2006/main" noGrp="1"/>
          </p:cNvSpPr>
          <p:nvPr/>
        </p:nvSpPr>
        <p:spPr>
          <a:xfrm xmlns:a="http://schemas.openxmlformats.org/drawingml/2006/main">
            <a:off x="6610350" y="2828925"/>
            <a:ext cx="433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350" b="1" i="0">
                <a:solidFill>
                  <a:srgbClr val="F4F7FB"/>
                </a:solidFill>
                <a:latin typeface="Arial"/>
                <a:ea typeface="Arial"/>
                <a:cs typeface="Arial"/>
              </a:defRPr>
            </a:defPPr>
            <a:lvl1pPr algn="l">
              <a:buNone/>
              <a:defRPr sz="1350" b="1" i="0">
                <a:solidFill>
                  <a:srgbClr val="F4F7FB"/>
                </a:solidFill>
                <a:latin typeface="Arial"/>
                <a:ea typeface="Arial"/>
                <a:cs typeface="Arial"/>
              </a:defRPr>
            </a:lvl1pPr>
            <a:lvl2pPr algn="l">
              <a:buNone/>
              <a:defRPr sz="1350" b="1" i="0">
                <a:solidFill>
                  <a:srgbClr val="F4F7FB"/>
                </a:solidFill>
                <a:latin typeface="Arial"/>
                <a:ea typeface="Arial"/>
                <a:cs typeface="Arial"/>
              </a:defRPr>
            </a:lvl2pPr>
            <a:lvl3pPr algn="l">
              <a:buNone/>
              <a:defRPr sz="1350" b="1" i="0">
                <a:solidFill>
                  <a:srgbClr val="F4F7FB"/>
                </a:solidFill>
                <a:latin typeface="Arial"/>
                <a:ea typeface="Arial"/>
                <a:cs typeface="Arial"/>
              </a:defRPr>
            </a:lvl3pPr>
            <a:lvl4pPr algn="l">
              <a:buNone/>
              <a:defRPr sz="1350" b="1" i="0">
                <a:solidFill>
                  <a:srgbClr val="F4F7FB"/>
                </a:solidFill>
                <a:latin typeface="Arial"/>
                <a:ea typeface="Arial"/>
                <a:cs typeface="Arial"/>
              </a:defRPr>
            </a:lvl4pPr>
            <a:lvl5pPr algn="l">
              <a:buNone/>
              <a:defRPr sz="1350" b="1" i="0">
                <a:solidFill>
                  <a:srgbClr val="F4F7FB"/>
                </a:solidFill>
                <a:latin typeface="Arial"/>
                <a:ea typeface="Arial"/>
                <a:cs typeface="Arial"/>
              </a:defRPr>
            </a:lvl5pPr>
            <a:lvl6pPr algn="l">
              <a:buNone/>
              <a:defRPr sz="1350" b="1" i="0">
                <a:solidFill>
                  <a:srgbClr val="F4F7FB"/>
                </a:solidFill>
                <a:latin typeface="Arial"/>
                <a:ea typeface="Arial"/>
                <a:cs typeface="Arial"/>
              </a:defRPr>
            </a:lvl6pPr>
            <a:lvl7pPr algn="l">
              <a:buNone/>
              <a:defRPr sz="1350" b="1" i="0">
                <a:solidFill>
                  <a:srgbClr val="F4F7FB"/>
                </a:solidFill>
                <a:latin typeface="Arial"/>
                <a:ea typeface="Arial"/>
                <a:cs typeface="Arial"/>
              </a:defRPr>
            </a:lvl7pPr>
            <a:lvl8pPr algn="l">
              <a:buNone/>
              <a:defRPr sz="1350" b="1" i="0">
                <a:solidFill>
                  <a:srgbClr val="F4F7FB"/>
                </a:solidFill>
                <a:latin typeface="Arial"/>
                <a:ea typeface="Arial"/>
                <a:cs typeface="Arial"/>
              </a:defRPr>
            </a:lvl8pPr>
            <a:lvl9pPr algn="l">
              <a:buNone/>
              <a:defRPr sz="1350" b="1" i="0">
                <a:solidFill>
                  <a:srgbClr val="F4F7FB"/>
                </a:solidFill>
                <a:latin typeface="Arial"/>
                <a:ea typeface="Arial"/>
                <a:cs typeface="Arial"/>
              </a:defRPr>
            </a:lvl9pPr>
          </a:lstStyle>
          <a:p xmlns:a="http://schemas.openxmlformats.org/drawingml/2006/main">
            <a:pPr algn="l">
              <a:buNone/>
              <a:defRPr sz="1350" b="1" i="0">
                <a:solidFill>
                  <a:srgbClr val="F4F7FB"/>
                </a:solidFill>
                <a:latin typeface="Arial"/>
                <a:ea typeface="Arial"/>
                <a:cs typeface="Arial"/>
              </a:defRPr>
            </a:pPr>
            <a:r>
              <a:rPr sz="1350" b="1" i="0">
                <a:solidFill>
                  <a:srgbClr val="F4F7FB"/>
                </a:solidFill>
                <a:latin typeface="Arial"/>
                <a:ea typeface="Arial"/>
                <a:cs typeface="Arial"/>
              </a:rPr>
              <a:t>Time changes meaning</a:t>
            </a:r>
          </a:p>
        </p:txBody>
      </p:sp>
      <p:sp>
        <p:nvSpPr>
          <p:cNvPr id="17" name="Rectangle 16">
            <a:extLst xmlns:a="http://schemas.openxmlformats.org/drawingml/2006/main">
              <a:ext uri="{FF2B5EF4-FFF2-40B4-BE49-F238E27FC236}">
                <a16:creationId xmlns:a16="http://schemas.microsoft.com/office/drawing/2014/main" id="{2BC8D7EA-08C9-4C17-A1E6-063E35066D43}"/>
              </a:ext>
            </a:extLst>
          </p:cNvPr>
          <p:cNvSpPr>
            <a:spLocks xmlns:a="http://schemas.openxmlformats.org/drawingml/2006/main" noGrp="1"/>
          </p:cNvSpPr>
          <p:nvPr/>
        </p:nvSpPr>
        <p:spPr>
          <a:xfrm xmlns:a="http://schemas.openxmlformats.org/drawingml/2006/main">
            <a:off x="6610350" y="309562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0" i="0">
                <a:solidFill>
                  <a:srgbClr val="9AAFC2"/>
                </a:solidFill>
                <a:latin typeface="Arial"/>
                <a:ea typeface="Arial"/>
                <a:cs typeface="Arial"/>
              </a:defRPr>
            </a:defPPr>
            <a:lvl1pPr algn="l">
              <a:buNone/>
              <a:defRPr sz="1125" b="0" i="0">
                <a:solidFill>
                  <a:srgbClr val="9AAFC2"/>
                </a:solidFill>
                <a:latin typeface="Arial"/>
                <a:ea typeface="Arial"/>
                <a:cs typeface="Arial"/>
              </a:defRPr>
            </a:lvl1pPr>
            <a:lvl2pPr algn="l">
              <a:buNone/>
              <a:defRPr sz="1125" b="0" i="0">
                <a:solidFill>
                  <a:srgbClr val="9AAFC2"/>
                </a:solidFill>
                <a:latin typeface="Arial"/>
                <a:ea typeface="Arial"/>
                <a:cs typeface="Arial"/>
              </a:defRPr>
            </a:lvl2pPr>
            <a:lvl3pPr algn="l">
              <a:buNone/>
              <a:defRPr sz="1125" b="0" i="0">
                <a:solidFill>
                  <a:srgbClr val="9AAFC2"/>
                </a:solidFill>
                <a:latin typeface="Arial"/>
                <a:ea typeface="Arial"/>
                <a:cs typeface="Arial"/>
              </a:defRPr>
            </a:lvl3pPr>
            <a:lvl4pPr algn="l">
              <a:buNone/>
              <a:defRPr sz="1125" b="0" i="0">
                <a:solidFill>
                  <a:srgbClr val="9AAFC2"/>
                </a:solidFill>
                <a:latin typeface="Arial"/>
                <a:ea typeface="Arial"/>
                <a:cs typeface="Arial"/>
              </a:defRPr>
            </a:lvl4pPr>
            <a:lvl5pPr algn="l">
              <a:buNone/>
              <a:defRPr sz="1125" b="0" i="0">
                <a:solidFill>
                  <a:srgbClr val="9AAFC2"/>
                </a:solidFill>
                <a:latin typeface="Arial"/>
                <a:ea typeface="Arial"/>
                <a:cs typeface="Arial"/>
              </a:defRPr>
            </a:lvl5pPr>
            <a:lvl6pPr algn="l">
              <a:buNone/>
              <a:defRPr sz="1125" b="0" i="0">
                <a:solidFill>
                  <a:srgbClr val="9AAFC2"/>
                </a:solidFill>
                <a:latin typeface="Arial"/>
                <a:ea typeface="Arial"/>
                <a:cs typeface="Arial"/>
              </a:defRPr>
            </a:lvl6pPr>
            <a:lvl7pPr algn="l">
              <a:buNone/>
              <a:defRPr sz="1125" b="0" i="0">
                <a:solidFill>
                  <a:srgbClr val="9AAFC2"/>
                </a:solidFill>
                <a:latin typeface="Arial"/>
                <a:ea typeface="Arial"/>
                <a:cs typeface="Arial"/>
              </a:defRPr>
            </a:lvl7pPr>
            <a:lvl8pPr algn="l">
              <a:buNone/>
              <a:defRPr sz="1125" b="0" i="0">
                <a:solidFill>
                  <a:srgbClr val="9AAFC2"/>
                </a:solidFill>
                <a:latin typeface="Arial"/>
                <a:ea typeface="Arial"/>
                <a:cs typeface="Arial"/>
              </a:defRPr>
            </a:lvl8pPr>
            <a:lvl9pPr algn="l">
              <a:buNone/>
              <a:defRPr sz="1125" b="0" i="0">
                <a:solidFill>
                  <a:srgbClr val="9AAFC2"/>
                </a:solidFill>
                <a:latin typeface="Arial"/>
                <a:ea typeface="Arial"/>
                <a:cs typeface="Arial"/>
              </a:defRPr>
            </a:lvl9pPr>
          </a:lstStyle>
          <a:p xmlns:a="http://schemas.openxmlformats.org/drawingml/2006/main">
            <a:pPr algn="l">
              <a:buNone/>
              <a:defRPr sz="1125" b="0" i="0">
                <a:solidFill>
                  <a:srgbClr val="9AAFC2"/>
                </a:solidFill>
                <a:latin typeface="Arial"/>
                <a:ea typeface="Arial"/>
                <a:cs typeface="Arial"/>
              </a:defRPr>
            </a:pPr>
            <a:r>
              <a:rPr sz="1125" b="0" i="0">
                <a:solidFill>
                  <a:srgbClr val="9AAFC2"/>
                </a:solidFill>
                <a:latin typeface="Arial"/>
                <a:ea typeface="Arial"/>
                <a:cs typeface="Arial"/>
              </a:rPr>
              <a:t>A shared account matters differently when transfers happen close together.</a:t>
            </a:r>
          </a:p>
        </p:txBody>
      </p:sp>
      <p:sp>
        <p:nvSpPr>
          <p:cNvPr id="18" name="Rectangle 17">
            <a:extLst xmlns:a="http://schemas.openxmlformats.org/drawingml/2006/main">
              <a:ext uri="{FF2B5EF4-FFF2-40B4-BE49-F238E27FC236}">
                <a16:creationId xmlns:a16="http://schemas.microsoft.com/office/drawing/2014/main" id="{45A854B3-9895-4030-B852-9435D9825044}"/>
              </a:ext>
            </a:extLst>
          </p:cNvPr>
          <p:cNvSpPr>
            <a:spLocks xmlns:a="http://schemas.openxmlformats.org/drawingml/2006/main" noGrp="1"/>
          </p:cNvSpPr>
          <p:nvPr/>
        </p:nvSpPr>
        <p:spPr>
          <a:xfrm xmlns:a="http://schemas.openxmlformats.org/drawingml/2006/main">
            <a:off x="6191250" y="3562350"/>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1" i="0">
                <a:solidFill>
                  <a:srgbClr val="FF7777"/>
                </a:solidFill>
                <a:latin typeface="Arial"/>
                <a:ea typeface="Arial"/>
                <a:cs typeface="Arial"/>
              </a:defRPr>
            </a:defPPr>
            <a:lvl1pPr algn="l">
              <a:buNone/>
              <a:defRPr sz="1050" b="1" i="0">
                <a:solidFill>
                  <a:srgbClr val="FF7777"/>
                </a:solidFill>
                <a:latin typeface="Arial"/>
                <a:ea typeface="Arial"/>
                <a:cs typeface="Arial"/>
              </a:defRPr>
            </a:lvl1pPr>
            <a:lvl2pPr algn="l">
              <a:buNone/>
              <a:defRPr sz="1050" b="1" i="0">
                <a:solidFill>
                  <a:srgbClr val="FF7777"/>
                </a:solidFill>
                <a:latin typeface="Arial"/>
                <a:ea typeface="Arial"/>
                <a:cs typeface="Arial"/>
              </a:defRPr>
            </a:lvl2pPr>
            <a:lvl3pPr algn="l">
              <a:buNone/>
              <a:defRPr sz="1050" b="1" i="0">
                <a:solidFill>
                  <a:srgbClr val="FF7777"/>
                </a:solidFill>
                <a:latin typeface="Arial"/>
                <a:ea typeface="Arial"/>
                <a:cs typeface="Arial"/>
              </a:defRPr>
            </a:lvl3pPr>
            <a:lvl4pPr algn="l">
              <a:buNone/>
              <a:defRPr sz="1050" b="1" i="0">
                <a:solidFill>
                  <a:srgbClr val="FF7777"/>
                </a:solidFill>
                <a:latin typeface="Arial"/>
                <a:ea typeface="Arial"/>
                <a:cs typeface="Arial"/>
              </a:defRPr>
            </a:lvl4pPr>
            <a:lvl5pPr algn="l">
              <a:buNone/>
              <a:defRPr sz="1050" b="1" i="0">
                <a:solidFill>
                  <a:srgbClr val="FF7777"/>
                </a:solidFill>
                <a:latin typeface="Arial"/>
                <a:ea typeface="Arial"/>
                <a:cs typeface="Arial"/>
              </a:defRPr>
            </a:lvl5pPr>
            <a:lvl6pPr algn="l">
              <a:buNone/>
              <a:defRPr sz="1050" b="1" i="0">
                <a:solidFill>
                  <a:srgbClr val="FF7777"/>
                </a:solidFill>
                <a:latin typeface="Arial"/>
                <a:ea typeface="Arial"/>
                <a:cs typeface="Arial"/>
              </a:defRPr>
            </a:lvl6pPr>
            <a:lvl7pPr algn="l">
              <a:buNone/>
              <a:defRPr sz="1050" b="1" i="0">
                <a:solidFill>
                  <a:srgbClr val="FF7777"/>
                </a:solidFill>
                <a:latin typeface="Arial"/>
                <a:ea typeface="Arial"/>
                <a:cs typeface="Arial"/>
              </a:defRPr>
            </a:lvl7pPr>
            <a:lvl8pPr algn="l">
              <a:buNone/>
              <a:defRPr sz="1050" b="1" i="0">
                <a:solidFill>
                  <a:srgbClr val="FF7777"/>
                </a:solidFill>
                <a:latin typeface="Arial"/>
                <a:ea typeface="Arial"/>
                <a:cs typeface="Arial"/>
              </a:defRPr>
            </a:lvl8pPr>
            <a:lvl9pPr algn="l">
              <a:buNone/>
              <a:defRPr sz="1050" b="1" i="0">
                <a:solidFill>
                  <a:srgbClr val="FF7777"/>
                </a:solidFill>
                <a:latin typeface="Arial"/>
                <a:ea typeface="Arial"/>
                <a:cs typeface="Arial"/>
              </a:defRPr>
            </a:lvl9pPr>
          </a:lstStyle>
          <a:p xmlns:a="http://schemas.openxmlformats.org/drawingml/2006/main">
            <a:pPr algn="l">
              <a:buNone/>
              <a:defRPr sz="1050" b="1" i="0">
                <a:solidFill>
                  <a:srgbClr val="FF7777"/>
                </a:solidFill>
                <a:latin typeface="Arial"/>
                <a:ea typeface="Arial"/>
                <a:cs typeface="Arial"/>
              </a:defRPr>
            </a:pPr>
            <a:r>
              <a:rPr sz="1050" b="1" i="0">
                <a:solidFill>
                  <a:srgbClr val="FF7777"/>
                </a:solidFill>
                <a:latin typeface="Arial"/>
                <a:ea typeface="Arial"/>
                <a:cs typeface="Arial"/>
              </a:rPr>
              <a:t>03</a:t>
            </a:r>
          </a:p>
        </p:txBody>
      </p:sp>
      <p:sp>
        <p:nvSpPr>
          <p:cNvPr id="19" name="Rectangle 18">
            <a:extLst xmlns:a="http://schemas.openxmlformats.org/drawingml/2006/main">
              <a:ext uri="{FF2B5EF4-FFF2-40B4-BE49-F238E27FC236}">
                <a16:creationId xmlns:a16="http://schemas.microsoft.com/office/drawing/2014/main" id="{3ADF9144-6FD3-4ACB-81C1-7F5C9CF165B4}"/>
              </a:ext>
            </a:extLst>
          </p:cNvPr>
          <p:cNvSpPr>
            <a:spLocks xmlns:a="http://schemas.openxmlformats.org/drawingml/2006/main" noGrp="1"/>
          </p:cNvSpPr>
          <p:nvPr/>
        </p:nvSpPr>
        <p:spPr>
          <a:xfrm xmlns:a="http://schemas.openxmlformats.org/drawingml/2006/main">
            <a:off x="6610350" y="3552825"/>
            <a:ext cx="433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350" b="1" i="0">
                <a:solidFill>
                  <a:srgbClr val="F4F7FB"/>
                </a:solidFill>
                <a:latin typeface="Arial"/>
                <a:ea typeface="Arial"/>
                <a:cs typeface="Arial"/>
              </a:defRPr>
            </a:defPPr>
            <a:lvl1pPr algn="l">
              <a:buNone/>
              <a:defRPr sz="1350" b="1" i="0">
                <a:solidFill>
                  <a:srgbClr val="F4F7FB"/>
                </a:solidFill>
                <a:latin typeface="Arial"/>
                <a:ea typeface="Arial"/>
                <a:cs typeface="Arial"/>
              </a:defRPr>
            </a:lvl1pPr>
            <a:lvl2pPr algn="l">
              <a:buNone/>
              <a:defRPr sz="1350" b="1" i="0">
                <a:solidFill>
                  <a:srgbClr val="F4F7FB"/>
                </a:solidFill>
                <a:latin typeface="Arial"/>
                <a:ea typeface="Arial"/>
                <a:cs typeface="Arial"/>
              </a:defRPr>
            </a:lvl2pPr>
            <a:lvl3pPr algn="l">
              <a:buNone/>
              <a:defRPr sz="1350" b="1" i="0">
                <a:solidFill>
                  <a:srgbClr val="F4F7FB"/>
                </a:solidFill>
                <a:latin typeface="Arial"/>
                <a:ea typeface="Arial"/>
                <a:cs typeface="Arial"/>
              </a:defRPr>
            </a:lvl3pPr>
            <a:lvl4pPr algn="l">
              <a:buNone/>
              <a:defRPr sz="1350" b="1" i="0">
                <a:solidFill>
                  <a:srgbClr val="F4F7FB"/>
                </a:solidFill>
                <a:latin typeface="Arial"/>
                <a:ea typeface="Arial"/>
                <a:cs typeface="Arial"/>
              </a:defRPr>
            </a:lvl4pPr>
            <a:lvl5pPr algn="l">
              <a:buNone/>
              <a:defRPr sz="1350" b="1" i="0">
                <a:solidFill>
                  <a:srgbClr val="F4F7FB"/>
                </a:solidFill>
                <a:latin typeface="Arial"/>
                <a:ea typeface="Arial"/>
                <a:cs typeface="Arial"/>
              </a:defRPr>
            </a:lvl5pPr>
            <a:lvl6pPr algn="l">
              <a:buNone/>
              <a:defRPr sz="1350" b="1" i="0">
                <a:solidFill>
                  <a:srgbClr val="F4F7FB"/>
                </a:solidFill>
                <a:latin typeface="Arial"/>
                <a:ea typeface="Arial"/>
                <a:cs typeface="Arial"/>
              </a:defRPr>
            </a:lvl6pPr>
            <a:lvl7pPr algn="l">
              <a:buNone/>
              <a:defRPr sz="1350" b="1" i="0">
                <a:solidFill>
                  <a:srgbClr val="F4F7FB"/>
                </a:solidFill>
                <a:latin typeface="Arial"/>
                <a:ea typeface="Arial"/>
                <a:cs typeface="Arial"/>
              </a:defRPr>
            </a:lvl7pPr>
            <a:lvl8pPr algn="l">
              <a:buNone/>
              <a:defRPr sz="1350" b="1" i="0">
                <a:solidFill>
                  <a:srgbClr val="F4F7FB"/>
                </a:solidFill>
                <a:latin typeface="Arial"/>
                <a:ea typeface="Arial"/>
                <a:cs typeface="Arial"/>
              </a:defRPr>
            </a:lvl8pPr>
            <a:lvl9pPr algn="l">
              <a:buNone/>
              <a:defRPr sz="1350" b="1" i="0">
                <a:solidFill>
                  <a:srgbClr val="F4F7FB"/>
                </a:solidFill>
                <a:latin typeface="Arial"/>
                <a:ea typeface="Arial"/>
                <a:cs typeface="Arial"/>
              </a:defRPr>
            </a:lvl9pPr>
          </a:lstStyle>
          <a:p xmlns:a="http://schemas.openxmlformats.org/drawingml/2006/main">
            <a:pPr algn="l">
              <a:buNone/>
              <a:defRPr sz="1350" b="1" i="0">
                <a:solidFill>
                  <a:srgbClr val="F4F7FB"/>
                </a:solidFill>
                <a:latin typeface="Arial"/>
                <a:ea typeface="Arial"/>
                <a:cs typeface="Arial"/>
              </a:defRPr>
            </a:pPr>
            <a:r>
              <a:rPr sz="1350" b="1" i="0">
                <a:solidFill>
                  <a:srgbClr val="F4F7FB"/>
                </a:solidFill>
                <a:latin typeface="Arial"/>
                <a:ea typeface="Arial"/>
                <a:cs typeface="Arial"/>
              </a:rPr>
              <a:t>Bad rows need handling</a:t>
            </a:r>
          </a:p>
        </p:txBody>
      </p:sp>
      <p:sp>
        <p:nvSpPr>
          <p:cNvPr id="20" name="Rectangle 19">
            <a:extLst xmlns:a="http://schemas.openxmlformats.org/drawingml/2006/main">
              <a:ext uri="{FF2B5EF4-FFF2-40B4-BE49-F238E27FC236}">
                <a16:creationId xmlns:a16="http://schemas.microsoft.com/office/drawing/2014/main" id="{53A7B6A0-D08D-4808-B539-A23958387DD6}"/>
              </a:ext>
            </a:extLst>
          </p:cNvPr>
          <p:cNvSpPr>
            <a:spLocks xmlns:a="http://schemas.openxmlformats.org/drawingml/2006/main" noGrp="1"/>
          </p:cNvSpPr>
          <p:nvPr/>
        </p:nvSpPr>
        <p:spPr>
          <a:xfrm xmlns:a="http://schemas.openxmlformats.org/drawingml/2006/main">
            <a:off x="6610350" y="381952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0" i="0">
                <a:solidFill>
                  <a:srgbClr val="9AAFC2"/>
                </a:solidFill>
                <a:latin typeface="Arial"/>
                <a:ea typeface="Arial"/>
                <a:cs typeface="Arial"/>
              </a:defRPr>
            </a:defPPr>
            <a:lvl1pPr algn="l">
              <a:buNone/>
              <a:defRPr sz="1125" b="0" i="0">
                <a:solidFill>
                  <a:srgbClr val="9AAFC2"/>
                </a:solidFill>
                <a:latin typeface="Arial"/>
                <a:ea typeface="Arial"/>
                <a:cs typeface="Arial"/>
              </a:defRPr>
            </a:lvl1pPr>
            <a:lvl2pPr algn="l">
              <a:buNone/>
              <a:defRPr sz="1125" b="0" i="0">
                <a:solidFill>
                  <a:srgbClr val="9AAFC2"/>
                </a:solidFill>
                <a:latin typeface="Arial"/>
                <a:ea typeface="Arial"/>
                <a:cs typeface="Arial"/>
              </a:defRPr>
            </a:lvl2pPr>
            <a:lvl3pPr algn="l">
              <a:buNone/>
              <a:defRPr sz="1125" b="0" i="0">
                <a:solidFill>
                  <a:srgbClr val="9AAFC2"/>
                </a:solidFill>
                <a:latin typeface="Arial"/>
                <a:ea typeface="Arial"/>
                <a:cs typeface="Arial"/>
              </a:defRPr>
            </a:lvl3pPr>
            <a:lvl4pPr algn="l">
              <a:buNone/>
              <a:defRPr sz="1125" b="0" i="0">
                <a:solidFill>
                  <a:srgbClr val="9AAFC2"/>
                </a:solidFill>
                <a:latin typeface="Arial"/>
                <a:ea typeface="Arial"/>
                <a:cs typeface="Arial"/>
              </a:defRPr>
            </a:lvl4pPr>
            <a:lvl5pPr algn="l">
              <a:buNone/>
              <a:defRPr sz="1125" b="0" i="0">
                <a:solidFill>
                  <a:srgbClr val="9AAFC2"/>
                </a:solidFill>
                <a:latin typeface="Arial"/>
                <a:ea typeface="Arial"/>
                <a:cs typeface="Arial"/>
              </a:defRPr>
            </a:lvl5pPr>
            <a:lvl6pPr algn="l">
              <a:buNone/>
              <a:defRPr sz="1125" b="0" i="0">
                <a:solidFill>
                  <a:srgbClr val="9AAFC2"/>
                </a:solidFill>
                <a:latin typeface="Arial"/>
                <a:ea typeface="Arial"/>
                <a:cs typeface="Arial"/>
              </a:defRPr>
            </a:lvl6pPr>
            <a:lvl7pPr algn="l">
              <a:buNone/>
              <a:defRPr sz="1125" b="0" i="0">
                <a:solidFill>
                  <a:srgbClr val="9AAFC2"/>
                </a:solidFill>
                <a:latin typeface="Arial"/>
                <a:ea typeface="Arial"/>
                <a:cs typeface="Arial"/>
              </a:defRPr>
            </a:lvl7pPr>
            <a:lvl8pPr algn="l">
              <a:buNone/>
              <a:defRPr sz="1125" b="0" i="0">
                <a:solidFill>
                  <a:srgbClr val="9AAFC2"/>
                </a:solidFill>
                <a:latin typeface="Arial"/>
                <a:ea typeface="Arial"/>
                <a:cs typeface="Arial"/>
              </a:defRPr>
            </a:lvl8pPr>
            <a:lvl9pPr algn="l">
              <a:buNone/>
              <a:defRPr sz="1125" b="0" i="0">
                <a:solidFill>
                  <a:srgbClr val="9AAFC2"/>
                </a:solidFill>
                <a:latin typeface="Arial"/>
                <a:ea typeface="Arial"/>
                <a:cs typeface="Arial"/>
              </a:defRPr>
            </a:lvl9pPr>
          </a:lstStyle>
          <a:p xmlns:a="http://schemas.openxmlformats.org/drawingml/2006/main">
            <a:pPr algn="l">
              <a:buNone/>
              <a:defRPr sz="1125" b="0" i="0">
                <a:solidFill>
                  <a:srgbClr val="9AAFC2"/>
                </a:solidFill>
                <a:latin typeface="Arial"/>
                <a:ea typeface="Arial"/>
                <a:cs typeface="Arial"/>
              </a:defRPr>
            </a:pPr>
            <a:r>
              <a:rPr sz="1125" b="0" i="0">
                <a:solidFill>
                  <a:srgbClr val="9AAFC2"/>
                </a:solidFill>
                <a:latin typeface="Arial"/>
                <a:ea typeface="Arial"/>
                <a:cs typeface="Arial"/>
              </a:rPr>
              <a:t>Missing fields and duplicate IDs must not silently enter the network.</a:t>
            </a:r>
          </a:p>
        </p:txBody>
      </p:sp>
      <p:sp>
        <p:nvSpPr>
          <p:cNvPr id="21" name="Straight Connector 20">
            <a:extLst xmlns:a="http://schemas.openxmlformats.org/drawingml/2006/main">
              <a:ext uri="{FF2B5EF4-FFF2-40B4-BE49-F238E27FC236}">
                <a16:creationId xmlns:a16="http://schemas.microsoft.com/office/drawing/2014/main" id="{ED52919A-DECD-4ACF-8B1B-797E13BA60BA}"/>
              </a:ext>
            </a:extLst>
          </p:cNvPr>
          <p:cNvSpPr>
            <a:spLocks xmlns:a="http://schemas.openxmlformats.org/drawingml/2006/main" noGrp="1"/>
          </p:cNvSpPr>
          <p:nvPr/>
        </p:nvSpPr>
        <p:spPr>
          <a:xfrm xmlns:a="http://schemas.openxmlformats.org/drawingml/2006/main">
            <a:off x="590550" y="4495800"/>
            <a:ext cx="110109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22" name="Rectangle 21">
            <a:extLst xmlns:a="http://schemas.openxmlformats.org/drawingml/2006/main">
              <a:ext uri="{FF2B5EF4-FFF2-40B4-BE49-F238E27FC236}">
                <a16:creationId xmlns:a16="http://schemas.microsoft.com/office/drawing/2014/main" id="{5D627A84-354D-4BF4-93D1-3DAEBD72ABDF}"/>
              </a:ext>
            </a:extLst>
          </p:cNvPr>
          <p:cNvSpPr>
            <a:spLocks xmlns:a="http://schemas.openxmlformats.org/drawingml/2006/main" noGrp="1"/>
          </p:cNvSpPr>
          <p:nvPr/>
        </p:nvSpPr>
        <p:spPr>
          <a:xfrm xmlns:a="http://schemas.openxmlformats.org/drawingml/2006/main">
            <a:off x="609600" y="465772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00" b="1" i="0">
                <a:solidFill>
                  <a:srgbClr val="79B9E8"/>
                </a:solidFill>
                <a:latin typeface="Arial"/>
                <a:ea typeface="Arial"/>
                <a:cs typeface="Arial"/>
              </a:defRPr>
            </a:defPPr>
            <a:lvl1pPr algn="l">
              <a:buNone/>
              <a:defRPr sz="900" b="1" i="0">
                <a:solidFill>
                  <a:srgbClr val="79B9E8"/>
                </a:solidFill>
                <a:latin typeface="Arial"/>
                <a:ea typeface="Arial"/>
                <a:cs typeface="Arial"/>
              </a:defRPr>
            </a:lvl1pPr>
            <a:lvl2pPr algn="l">
              <a:buNone/>
              <a:defRPr sz="900" b="1" i="0">
                <a:solidFill>
                  <a:srgbClr val="79B9E8"/>
                </a:solidFill>
                <a:latin typeface="Arial"/>
                <a:ea typeface="Arial"/>
                <a:cs typeface="Arial"/>
              </a:defRPr>
            </a:lvl2pPr>
            <a:lvl3pPr algn="l">
              <a:buNone/>
              <a:defRPr sz="900" b="1" i="0">
                <a:solidFill>
                  <a:srgbClr val="79B9E8"/>
                </a:solidFill>
                <a:latin typeface="Arial"/>
                <a:ea typeface="Arial"/>
                <a:cs typeface="Arial"/>
              </a:defRPr>
            </a:lvl3pPr>
            <a:lvl4pPr algn="l">
              <a:buNone/>
              <a:defRPr sz="900" b="1" i="0">
                <a:solidFill>
                  <a:srgbClr val="79B9E8"/>
                </a:solidFill>
                <a:latin typeface="Arial"/>
                <a:ea typeface="Arial"/>
                <a:cs typeface="Arial"/>
              </a:defRPr>
            </a:lvl4pPr>
            <a:lvl5pPr algn="l">
              <a:buNone/>
              <a:defRPr sz="900" b="1" i="0">
                <a:solidFill>
                  <a:srgbClr val="79B9E8"/>
                </a:solidFill>
                <a:latin typeface="Arial"/>
                <a:ea typeface="Arial"/>
                <a:cs typeface="Arial"/>
              </a:defRPr>
            </a:lvl5pPr>
            <a:lvl6pPr algn="l">
              <a:buNone/>
              <a:defRPr sz="900" b="1" i="0">
                <a:solidFill>
                  <a:srgbClr val="79B9E8"/>
                </a:solidFill>
                <a:latin typeface="Arial"/>
                <a:ea typeface="Arial"/>
                <a:cs typeface="Arial"/>
              </a:defRPr>
            </a:lvl6pPr>
            <a:lvl7pPr algn="l">
              <a:buNone/>
              <a:defRPr sz="900" b="1" i="0">
                <a:solidFill>
                  <a:srgbClr val="79B9E8"/>
                </a:solidFill>
                <a:latin typeface="Arial"/>
                <a:ea typeface="Arial"/>
                <a:cs typeface="Arial"/>
              </a:defRPr>
            </a:lvl7pPr>
            <a:lvl8pPr algn="l">
              <a:buNone/>
              <a:defRPr sz="900" b="1" i="0">
                <a:solidFill>
                  <a:srgbClr val="79B9E8"/>
                </a:solidFill>
                <a:latin typeface="Arial"/>
                <a:ea typeface="Arial"/>
                <a:cs typeface="Arial"/>
              </a:defRPr>
            </a:lvl8pPr>
            <a:lvl9pPr algn="l">
              <a:buNone/>
              <a:defRPr sz="900" b="1" i="0">
                <a:solidFill>
                  <a:srgbClr val="79B9E8"/>
                </a:solidFill>
                <a:latin typeface="Arial"/>
                <a:ea typeface="Arial"/>
                <a:cs typeface="Arial"/>
              </a:defRPr>
            </a:lvl9pPr>
          </a:lstStyle>
          <a:p xmlns:a="http://schemas.openxmlformats.org/drawingml/2006/main">
            <a:pPr algn="l">
              <a:buNone/>
              <a:defRPr sz="900" b="1" i="0">
                <a:solidFill>
                  <a:srgbClr val="79B9E8"/>
                </a:solidFill>
                <a:latin typeface="Arial"/>
                <a:ea typeface="Arial"/>
                <a:cs typeface="Arial"/>
              </a:defRPr>
            </a:pPr>
            <a:r>
              <a:rPr sz="900" b="1" i="0">
                <a:solidFill>
                  <a:srgbClr val="79B9E8"/>
                </a:solidFill>
                <a:latin typeface="Arial"/>
                <a:ea typeface="Arial"/>
                <a:cs typeface="Arial"/>
              </a:rPr>
              <a:t>CONCRETE EXAMPLE FROM THE SYNTHETIC FIXTURE</a:t>
            </a:r>
          </a:p>
        </p:txBody>
      </p:sp>
      <p:sp>
        <p:nvSpPr>
          <p:cNvPr id="23" name="Rectangle 22">
            <a:extLst xmlns:a="http://schemas.openxmlformats.org/drawingml/2006/main">
              <a:ext uri="{FF2B5EF4-FFF2-40B4-BE49-F238E27FC236}">
                <a16:creationId xmlns:a16="http://schemas.microsoft.com/office/drawing/2014/main" id="{F567B0FF-5590-423F-B3F2-03E8E47C102B}"/>
              </a:ext>
            </a:extLst>
          </p:cNvPr>
          <p:cNvSpPr>
            <a:spLocks xmlns:a="http://schemas.openxmlformats.org/drawingml/2006/main" noGrp="1"/>
          </p:cNvSpPr>
          <p:nvPr/>
        </p:nvSpPr>
        <p:spPr>
          <a:xfrm xmlns:a="http://schemas.openxmlformats.org/drawingml/2006/main">
            <a:off x="628650" y="4981575"/>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1" i="0">
                <a:solidFill>
                  <a:srgbClr val="D5E0E9"/>
                </a:solidFill>
                <a:latin typeface="Arial"/>
                <a:ea typeface="Arial"/>
                <a:cs typeface="Arial"/>
              </a:defRPr>
            </a:defPPr>
            <a:lvl1pPr algn="l">
              <a:buNone/>
              <a:defRPr sz="1275" b="1" i="0">
                <a:solidFill>
                  <a:srgbClr val="D5E0E9"/>
                </a:solidFill>
                <a:latin typeface="Arial"/>
                <a:ea typeface="Arial"/>
                <a:cs typeface="Arial"/>
              </a:defRPr>
            </a:lvl1pPr>
            <a:lvl2pPr algn="l">
              <a:buNone/>
              <a:defRPr sz="1275" b="1" i="0">
                <a:solidFill>
                  <a:srgbClr val="D5E0E9"/>
                </a:solidFill>
                <a:latin typeface="Arial"/>
                <a:ea typeface="Arial"/>
                <a:cs typeface="Arial"/>
              </a:defRPr>
            </a:lvl2pPr>
            <a:lvl3pPr algn="l">
              <a:buNone/>
              <a:defRPr sz="1275" b="1" i="0">
                <a:solidFill>
                  <a:srgbClr val="D5E0E9"/>
                </a:solidFill>
                <a:latin typeface="Arial"/>
                <a:ea typeface="Arial"/>
                <a:cs typeface="Arial"/>
              </a:defRPr>
            </a:lvl3pPr>
            <a:lvl4pPr algn="l">
              <a:buNone/>
              <a:defRPr sz="1275" b="1" i="0">
                <a:solidFill>
                  <a:srgbClr val="D5E0E9"/>
                </a:solidFill>
                <a:latin typeface="Arial"/>
                <a:ea typeface="Arial"/>
                <a:cs typeface="Arial"/>
              </a:defRPr>
            </a:lvl4pPr>
            <a:lvl5pPr algn="l">
              <a:buNone/>
              <a:defRPr sz="1275" b="1" i="0">
                <a:solidFill>
                  <a:srgbClr val="D5E0E9"/>
                </a:solidFill>
                <a:latin typeface="Arial"/>
                <a:ea typeface="Arial"/>
                <a:cs typeface="Arial"/>
              </a:defRPr>
            </a:lvl5pPr>
            <a:lvl6pPr algn="l">
              <a:buNone/>
              <a:defRPr sz="1275" b="1" i="0">
                <a:solidFill>
                  <a:srgbClr val="D5E0E9"/>
                </a:solidFill>
                <a:latin typeface="Arial"/>
                <a:ea typeface="Arial"/>
                <a:cs typeface="Arial"/>
              </a:defRPr>
            </a:lvl6pPr>
            <a:lvl7pPr algn="l">
              <a:buNone/>
              <a:defRPr sz="1275" b="1" i="0">
                <a:solidFill>
                  <a:srgbClr val="D5E0E9"/>
                </a:solidFill>
                <a:latin typeface="Arial"/>
                <a:ea typeface="Arial"/>
                <a:cs typeface="Arial"/>
              </a:defRPr>
            </a:lvl7pPr>
            <a:lvl8pPr algn="l">
              <a:buNone/>
              <a:defRPr sz="1275" b="1" i="0">
                <a:solidFill>
                  <a:srgbClr val="D5E0E9"/>
                </a:solidFill>
                <a:latin typeface="Arial"/>
                <a:ea typeface="Arial"/>
                <a:cs typeface="Arial"/>
              </a:defRPr>
            </a:lvl8pPr>
            <a:lvl9pPr algn="l">
              <a:buNone/>
              <a:defRPr sz="1275" b="1" i="0">
                <a:solidFill>
                  <a:srgbClr val="D5E0E9"/>
                </a:solidFill>
                <a:latin typeface="Arial"/>
                <a:ea typeface="Arial"/>
                <a:cs typeface="Arial"/>
              </a:defRPr>
            </a:lvl9pPr>
          </a:lstStyle>
          <a:p xmlns:a="http://schemas.openxmlformats.org/drawingml/2006/main">
            <a:pPr algn="l">
              <a:buNone/>
              <a:defRPr sz="1275" b="1" i="0">
                <a:solidFill>
                  <a:srgbClr val="D5E0E9"/>
                </a:solidFill>
                <a:latin typeface="Arial"/>
                <a:ea typeface="Arial"/>
                <a:cs typeface="Arial"/>
              </a:defRPr>
            </a:pPr>
            <a:r>
              <a:rPr sz="1275" b="1" i="0">
                <a:solidFill>
                  <a:srgbClr val="D5E0E9"/>
                </a:solidFill>
                <a:latin typeface="Arial"/>
                <a:ea typeface="Arial"/>
                <a:cs typeface="Arial"/>
              </a:rPr>
              <a:t>S2-T1  S2-A → S2-B  ·  500  ·  t=100</a:t>
            </a:r>
          </a:p>
        </p:txBody>
      </p:sp>
      <p:sp>
        <p:nvSpPr>
          <p:cNvPr id="24" name="Rectangle 23">
            <a:extLst xmlns:a="http://schemas.openxmlformats.org/drawingml/2006/main">
              <a:ext uri="{FF2B5EF4-FFF2-40B4-BE49-F238E27FC236}">
                <a16:creationId xmlns:a16="http://schemas.microsoft.com/office/drawing/2014/main" id="{E3545B26-BA84-467C-AEF5-9E3C30ADFAA8}"/>
              </a:ext>
            </a:extLst>
          </p:cNvPr>
          <p:cNvSpPr>
            <a:spLocks xmlns:a="http://schemas.openxmlformats.org/drawingml/2006/main" noGrp="1"/>
          </p:cNvSpPr>
          <p:nvPr/>
        </p:nvSpPr>
        <p:spPr>
          <a:xfrm xmlns:a="http://schemas.openxmlformats.org/drawingml/2006/main">
            <a:off x="628650" y="5314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1" i="0">
                <a:solidFill>
                  <a:srgbClr val="D5E0E9"/>
                </a:solidFill>
                <a:latin typeface="Arial"/>
                <a:ea typeface="Arial"/>
                <a:cs typeface="Arial"/>
              </a:defRPr>
            </a:defPPr>
            <a:lvl1pPr algn="l">
              <a:buNone/>
              <a:defRPr sz="1275" b="1" i="0">
                <a:solidFill>
                  <a:srgbClr val="D5E0E9"/>
                </a:solidFill>
                <a:latin typeface="Arial"/>
                <a:ea typeface="Arial"/>
                <a:cs typeface="Arial"/>
              </a:defRPr>
            </a:lvl1pPr>
            <a:lvl2pPr algn="l">
              <a:buNone/>
              <a:defRPr sz="1275" b="1" i="0">
                <a:solidFill>
                  <a:srgbClr val="D5E0E9"/>
                </a:solidFill>
                <a:latin typeface="Arial"/>
                <a:ea typeface="Arial"/>
                <a:cs typeface="Arial"/>
              </a:defRPr>
            </a:lvl2pPr>
            <a:lvl3pPr algn="l">
              <a:buNone/>
              <a:defRPr sz="1275" b="1" i="0">
                <a:solidFill>
                  <a:srgbClr val="D5E0E9"/>
                </a:solidFill>
                <a:latin typeface="Arial"/>
                <a:ea typeface="Arial"/>
                <a:cs typeface="Arial"/>
              </a:defRPr>
            </a:lvl3pPr>
            <a:lvl4pPr algn="l">
              <a:buNone/>
              <a:defRPr sz="1275" b="1" i="0">
                <a:solidFill>
                  <a:srgbClr val="D5E0E9"/>
                </a:solidFill>
                <a:latin typeface="Arial"/>
                <a:ea typeface="Arial"/>
                <a:cs typeface="Arial"/>
              </a:defRPr>
            </a:lvl4pPr>
            <a:lvl5pPr algn="l">
              <a:buNone/>
              <a:defRPr sz="1275" b="1" i="0">
                <a:solidFill>
                  <a:srgbClr val="D5E0E9"/>
                </a:solidFill>
                <a:latin typeface="Arial"/>
                <a:ea typeface="Arial"/>
                <a:cs typeface="Arial"/>
              </a:defRPr>
            </a:lvl5pPr>
            <a:lvl6pPr algn="l">
              <a:buNone/>
              <a:defRPr sz="1275" b="1" i="0">
                <a:solidFill>
                  <a:srgbClr val="D5E0E9"/>
                </a:solidFill>
                <a:latin typeface="Arial"/>
                <a:ea typeface="Arial"/>
                <a:cs typeface="Arial"/>
              </a:defRPr>
            </a:lvl6pPr>
            <a:lvl7pPr algn="l">
              <a:buNone/>
              <a:defRPr sz="1275" b="1" i="0">
                <a:solidFill>
                  <a:srgbClr val="D5E0E9"/>
                </a:solidFill>
                <a:latin typeface="Arial"/>
                <a:ea typeface="Arial"/>
                <a:cs typeface="Arial"/>
              </a:defRPr>
            </a:lvl7pPr>
            <a:lvl8pPr algn="l">
              <a:buNone/>
              <a:defRPr sz="1275" b="1" i="0">
                <a:solidFill>
                  <a:srgbClr val="D5E0E9"/>
                </a:solidFill>
                <a:latin typeface="Arial"/>
                <a:ea typeface="Arial"/>
                <a:cs typeface="Arial"/>
              </a:defRPr>
            </a:lvl8pPr>
            <a:lvl9pPr algn="l">
              <a:buNone/>
              <a:defRPr sz="1275" b="1" i="0">
                <a:solidFill>
                  <a:srgbClr val="D5E0E9"/>
                </a:solidFill>
                <a:latin typeface="Arial"/>
                <a:ea typeface="Arial"/>
                <a:cs typeface="Arial"/>
              </a:defRPr>
            </a:lvl9pPr>
          </a:lstStyle>
          <a:p xmlns:a="http://schemas.openxmlformats.org/drawingml/2006/main">
            <a:pPr algn="l">
              <a:buNone/>
              <a:defRPr sz="1275" b="1" i="0">
                <a:solidFill>
                  <a:srgbClr val="D5E0E9"/>
                </a:solidFill>
                <a:latin typeface="Arial"/>
                <a:ea typeface="Arial"/>
                <a:cs typeface="Arial"/>
              </a:defRPr>
            </a:pPr>
            <a:r>
              <a:rPr sz="1275" b="1" i="0">
                <a:solidFill>
                  <a:srgbClr val="D5E0E9"/>
                </a:solidFill>
                <a:latin typeface="Arial"/>
                <a:ea typeface="Arial"/>
                <a:cs typeface="Arial"/>
              </a:rPr>
              <a:t>S2-T2  S2-B → S2-C  ·  480  ·  t=101</a:t>
            </a:r>
          </a:p>
        </p:txBody>
      </p:sp>
      <p:sp>
        <p:nvSpPr>
          <p:cNvPr id="25" name="Rectangle 24">
            <a:extLst xmlns:a="http://schemas.openxmlformats.org/drawingml/2006/main">
              <a:ext uri="{FF2B5EF4-FFF2-40B4-BE49-F238E27FC236}">
                <a16:creationId xmlns:a16="http://schemas.microsoft.com/office/drawing/2014/main" id="{49DDA2E9-AB9A-4241-BC47-A6C82FBCD3BC}"/>
              </a:ext>
            </a:extLst>
          </p:cNvPr>
          <p:cNvSpPr>
            <a:spLocks xmlns:a="http://schemas.openxmlformats.org/drawingml/2006/main" noGrp="1"/>
          </p:cNvSpPr>
          <p:nvPr/>
        </p:nvSpPr>
        <p:spPr>
          <a:xfrm xmlns:a="http://schemas.openxmlformats.org/drawingml/2006/main">
            <a:off x="628650" y="573405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00" b="1" i="0">
                <a:solidFill>
                  <a:srgbClr val="B8F7E5"/>
                </a:solidFill>
                <a:latin typeface="Arial"/>
                <a:ea typeface="Arial"/>
                <a:cs typeface="Arial"/>
              </a:defRPr>
            </a:defPPr>
            <a:lvl1pPr algn="l">
              <a:buNone/>
              <a:defRPr sz="1200" b="1" i="0">
                <a:solidFill>
                  <a:srgbClr val="B8F7E5"/>
                </a:solidFill>
                <a:latin typeface="Arial"/>
                <a:ea typeface="Arial"/>
                <a:cs typeface="Arial"/>
              </a:defRPr>
            </a:lvl1pPr>
            <a:lvl2pPr algn="l">
              <a:buNone/>
              <a:defRPr sz="1200" b="1" i="0">
                <a:solidFill>
                  <a:srgbClr val="B8F7E5"/>
                </a:solidFill>
                <a:latin typeface="Arial"/>
                <a:ea typeface="Arial"/>
                <a:cs typeface="Arial"/>
              </a:defRPr>
            </a:lvl2pPr>
            <a:lvl3pPr algn="l">
              <a:buNone/>
              <a:defRPr sz="1200" b="1" i="0">
                <a:solidFill>
                  <a:srgbClr val="B8F7E5"/>
                </a:solidFill>
                <a:latin typeface="Arial"/>
                <a:ea typeface="Arial"/>
                <a:cs typeface="Arial"/>
              </a:defRPr>
            </a:lvl3pPr>
            <a:lvl4pPr algn="l">
              <a:buNone/>
              <a:defRPr sz="1200" b="1" i="0">
                <a:solidFill>
                  <a:srgbClr val="B8F7E5"/>
                </a:solidFill>
                <a:latin typeface="Arial"/>
                <a:ea typeface="Arial"/>
                <a:cs typeface="Arial"/>
              </a:defRPr>
            </a:lvl4pPr>
            <a:lvl5pPr algn="l">
              <a:buNone/>
              <a:defRPr sz="1200" b="1" i="0">
                <a:solidFill>
                  <a:srgbClr val="B8F7E5"/>
                </a:solidFill>
                <a:latin typeface="Arial"/>
                <a:ea typeface="Arial"/>
                <a:cs typeface="Arial"/>
              </a:defRPr>
            </a:lvl5pPr>
            <a:lvl6pPr algn="l">
              <a:buNone/>
              <a:defRPr sz="1200" b="1" i="0">
                <a:solidFill>
                  <a:srgbClr val="B8F7E5"/>
                </a:solidFill>
                <a:latin typeface="Arial"/>
                <a:ea typeface="Arial"/>
                <a:cs typeface="Arial"/>
              </a:defRPr>
            </a:lvl6pPr>
            <a:lvl7pPr algn="l">
              <a:buNone/>
              <a:defRPr sz="1200" b="1" i="0">
                <a:solidFill>
                  <a:srgbClr val="B8F7E5"/>
                </a:solidFill>
                <a:latin typeface="Arial"/>
                <a:ea typeface="Arial"/>
                <a:cs typeface="Arial"/>
              </a:defRPr>
            </a:lvl7pPr>
            <a:lvl8pPr algn="l">
              <a:buNone/>
              <a:defRPr sz="1200" b="1" i="0">
                <a:solidFill>
                  <a:srgbClr val="B8F7E5"/>
                </a:solidFill>
                <a:latin typeface="Arial"/>
                <a:ea typeface="Arial"/>
                <a:cs typeface="Arial"/>
              </a:defRPr>
            </a:lvl8pPr>
            <a:lvl9pPr algn="l">
              <a:buNone/>
              <a:defRPr sz="1200" b="1" i="0">
                <a:solidFill>
                  <a:srgbClr val="B8F7E5"/>
                </a:solidFill>
                <a:latin typeface="Arial"/>
                <a:ea typeface="Arial"/>
                <a:cs typeface="Arial"/>
              </a:defRPr>
            </a:lvl9pPr>
          </a:lstStyle>
          <a:p xmlns:a="http://schemas.openxmlformats.org/drawingml/2006/main">
            <a:pPr algn="l">
              <a:buNone/>
              <a:defRPr sz="1200" b="1" i="0">
                <a:solidFill>
                  <a:srgbClr val="B8F7E5"/>
                </a:solidFill>
                <a:latin typeface="Arial"/>
                <a:ea typeface="Arial"/>
                <a:cs typeface="Arial"/>
              </a:defRPr>
            </a:pPr>
            <a:r>
              <a:rPr sz="1200" b="1" i="0">
                <a:solidFill>
                  <a:srgbClr val="B8F7E5"/>
                </a:solidFill>
                <a:latin typeface="Arial"/>
                <a:ea typeface="Arial"/>
                <a:cs typeface="Arial"/>
              </a:rPr>
              <a:t>The shared account and sequence become visible as A → B → C.</a:t>
            </a:r>
          </a:p>
        </p:txBody>
      </p:sp>
      <p:sp>
        <p:nvSpPr>
          <p:cNvPr id="26" name="Oval 25">
            <a:extLst xmlns:a="http://schemas.openxmlformats.org/drawingml/2006/main">
              <a:ext uri="{FF2B5EF4-FFF2-40B4-BE49-F238E27FC236}">
                <a16:creationId xmlns:a16="http://schemas.microsoft.com/office/drawing/2014/main" id="{CAB46E6B-AF33-40E9-976D-B6B2B6374EBB}"/>
              </a:ext>
            </a:extLst>
          </p:cNvPr>
          <p:cNvSpPr>
            <a:spLocks xmlns:a="http://schemas.openxmlformats.org/drawingml/2006/main" noGrp="1"/>
          </p:cNvSpPr>
          <p:nvPr/>
        </p:nvSpPr>
        <p:spPr>
          <a:xfrm xmlns:a="http://schemas.openxmlformats.org/drawingml/2006/main">
            <a:off x="7162800" y="5114925"/>
            <a:ext cx="514350" cy="514350"/>
          </a:xfrm>
          <a:prstGeom xmlns:a="http://schemas.openxmlformats.org/drawingml/2006/main" prst="ellipse">
            <a:avLst/>
          </a:prstGeom>
          <a:solidFill xmlns:a="http://schemas.openxmlformats.org/drawingml/2006/main">
            <a:srgbClr val="17283A"/>
          </a:solidFill>
          <a:ln xmlns:a="http://schemas.openxmlformats.org/drawingml/2006/main" w="19050">
            <a:solidFill>
              <a:srgbClr val="79B9E8"/>
            </a:solidFill>
            <a:prstDash val="solid"/>
          </a:ln>
        </p:spPr>
      </p:sp>
      <p:sp>
        <p:nvSpPr>
          <p:cNvPr id="27" name="Rectangle 26">
            <a:extLst xmlns:a="http://schemas.openxmlformats.org/drawingml/2006/main">
              <a:ext uri="{FF2B5EF4-FFF2-40B4-BE49-F238E27FC236}">
                <a16:creationId xmlns:a16="http://schemas.microsoft.com/office/drawing/2014/main" id="{7C728DA8-D44D-4C9E-8821-305427C5DF12}"/>
              </a:ext>
            </a:extLst>
          </p:cNvPr>
          <p:cNvSpPr>
            <a:spLocks xmlns:a="http://schemas.openxmlformats.org/drawingml/2006/main" noGrp="1"/>
          </p:cNvSpPr>
          <p:nvPr/>
        </p:nvSpPr>
        <p:spPr>
          <a:xfrm xmlns:a="http://schemas.openxmlformats.org/drawingml/2006/main">
            <a:off x="7162800" y="5248275"/>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75" b="1" i="0">
                <a:solidFill>
                  <a:srgbClr val="F4F7FB"/>
                </a:solidFill>
                <a:latin typeface="Arial"/>
                <a:ea typeface="Arial"/>
                <a:cs typeface="Arial"/>
              </a:defRPr>
            </a:defPPr>
            <a:lvl1pPr algn="ctr">
              <a:buNone/>
              <a:defRPr sz="1275" b="1" i="0">
                <a:solidFill>
                  <a:srgbClr val="F4F7FB"/>
                </a:solidFill>
                <a:latin typeface="Arial"/>
                <a:ea typeface="Arial"/>
                <a:cs typeface="Arial"/>
              </a:defRPr>
            </a:lvl1pPr>
            <a:lvl2pPr algn="ctr">
              <a:buNone/>
              <a:defRPr sz="1275" b="1" i="0">
                <a:solidFill>
                  <a:srgbClr val="F4F7FB"/>
                </a:solidFill>
                <a:latin typeface="Arial"/>
                <a:ea typeface="Arial"/>
                <a:cs typeface="Arial"/>
              </a:defRPr>
            </a:lvl2pPr>
            <a:lvl3pPr algn="ctr">
              <a:buNone/>
              <a:defRPr sz="1275" b="1" i="0">
                <a:solidFill>
                  <a:srgbClr val="F4F7FB"/>
                </a:solidFill>
                <a:latin typeface="Arial"/>
                <a:ea typeface="Arial"/>
                <a:cs typeface="Arial"/>
              </a:defRPr>
            </a:lvl3pPr>
            <a:lvl4pPr algn="ctr">
              <a:buNone/>
              <a:defRPr sz="1275" b="1" i="0">
                <a:solidFill>
                  <a:srgbClr val="F4F7FB"/>
                </a:solidFill>
                <a:latin typeface="Arial"/>
                <a:ea typeface="Arial"/>
                <a:cs typeface="Arial"/>
              </a:defRPr>
            </a:lvl4pPr>
            <a:lvl5pPr algn="ctr">
              <a:buNone/>
              <a:defRPr sz="1275" b="1" i="0">
                <a:solidFill>
                  <a:srgbClr val="F4F7FB"/>
                </a:solidFill>
                <a:latin typeface="Arial"/>
                <a:ea typeface="Arial"/>
                <a:cs typeface="Arial"/>
              </a:defRPr>
            </a:lvl5pPr>
            <a:lvl6pPr algn="ctr">
              <a:buNone/>
              <a:defRPr sz="1275" b="1" i="0">
                <a:solidFill>
                  <a:srgbClr val="F4F7FB"/>
                </a:solidFill>
                <a:latin typeface="Arial"/>
                <a:ea typeface="Arial"/>
                <a:cs typeface="Arial"/>
              </a:defRPr>
            </a:lvl6pPr>
            <a:lvl7pPr algn="ctr">
              <a:buNone/>
              <a:defRPr sz="1275" b="1" i="0">
                <a:solidFill>
                  <a:srgbClr val="F4F7FB"/>
                </a:solidFill>
                <a:latin typeface="Arial"/>
                <a:ea typeface="Arial"/>
                <a:cs typeface="Arial"/>
              </a:defRPr>
            </a:lvl7pPr>
            <a:lvl8pPr algn="ctr">
              <a:buNone/>
              <a:defRPr sz="1275" b="1" i="0">
                <a:solidFill>
                  <a:srgbClr val="F4F7FB"/>
                </a:solidFill>
                <a:latin typeface="Arial"/>
                <a:ea typeface="Arial"/>
                <a:cs typeface="Arial"/>
              </a:defRPr>
            </a:lvl8pPr>
            <a:lvl9pPr algn="ctr">
              <a:buNone/>
              <a:defRPr sz="1275" b="1" i="0">
                <a:solidFill>
                  <a:srgbClr val="F4F7FB"/>
                </a:solidFill>
                <a:latin typeface="Arial"/>
                <a:ea typeface="Arial"/>
                <a:cs typeface="Arial"/>
              </a:defRPr>
            </a:lvl9pPr>
          </a:lstStyle>
          <a:p xmlns:a="http://schemas.openxmlformats.org/drawingml/2006/main">
            <a:pPr algn="ctr">
              <a:buNone/>
              <a:defRPr sz="1275" b="1" i="0">
                <a:solidFill>
                  <a:srgbClr val="F4F7FB"/>
                </a:solidFill>
                <a:latin typeface="Arial"/>
                <a:ea typeface="Arial"/>
                <a:cs typeface="Arial"/>
              </a:defRPr>
            </a:pPr>
            <a:r>
              <a:rPr sz="1275" b="1" i="0">
                <a:solidFill>
                  <a:srgbClr val="F4F7FB"/>
                </a:solidFill>
                <a:latin typeface="Arial"/>
                <a:ea typeface="Arial"/>
                <a:cs typeface="Arial"/>
              </a:rPr>
              <a:t>A</a:t>
            </a:r>
          </a:p>
        </p:txBody>
      </p:sp>
      <p:sp>
        <p:nvSpPr>
          <p:cNvPr id="28" name="Oval 27">
            <a:extLst xmlns:a="http://schemas.openxmlformats.org/drawingml/2006/main">
              <a:ext uri="{FF2B5EF4-FFF2-40B4-BE49-F238E27FC236}">
                <a16:creationId xmlns:a16="http://schemas.microsoft.com/office/drawing/2014/main" id="{2F14DAE7-3E86-41FC-A96A-E25C16ECDBEC}"/>
              </a:ext>
            </a:extLst>
          </p:cNvPr>
          <p:cNvSpPr>
            <a:spLocks xmlns:a="http://schemas.openxmlformats.org/drawingml/2006/main" noGrp="1"/>
          </p:cNvSpPr>
          <p:nvPr/>
        </p:nvSpPr>
        <p:spPr>
          <a:xfrm xmlns:a="http://schemas.openxmlformats.org/drawingml/2006/main">
            <a:off x="8782050" y="5114925"/>
            <a:ext cx="571500" cy="571500"/>
          </a:xfrm>
          <a:prstGeom xmlns:a="http://schemas.openxmlformats.org/drawingml/2006/main" prst="ellipse">
            <a:avLst/>
          </a:prstGeom>
          <a:solidFill xmlns:a="http://schemas.openxmlformats.org/drawingml/2006/main">
            <a:srgbClr val="38E0C1"/>
          </a:solidFill>
          <a:ln xmlns:a="http://schemas.openxmlformats.org/drawingml/2006/main" w="19050">
            <a:solidFill>
              <a:srgbClr val="B8F7E5"/>
            </a:solidFill>
            <a:prstDash val="solid"/>
          </a:ln>
        </p:spPr>
      </p:sp>
      <p:sp>
        <p:nvSpPr>
          <p:cNvPr id="29" name="Rectangle 28">
            <a:extLst xmlns:a="http://schemas.openxmlformats.org/drawingml/2006/main">
              <a:ext uri="{FF2B5EF4-FFF2-40B4-BE49-F238E27FC236}">
                <a16:creationId xmlns:a16="http://schemas.microsoft.com/office/drawing/2014/main" id="{6736205D-0F09-4415-8CC3-C4094690CB0B}"/>
              </a:ext>
            </a:extLst>
          </p:cNvPr>
          <p:cNvSpPr>
            <a:spLocks xmlns:a="http://schemas.openxmlformats.org/drawingml/2006/main" noGrp="1"/>
          </p:cNvSpPr>
          <p:nvPr/>
        </p:nvSpPr>
        <p:spPr>
          <a:xfrm xmlns:a="http://schemas.openxmlformats.org/drawingml/2006/main">
            <a:off x="8782050" y="527685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75" b="1" i="0">
                <a:solidFill>
                  <a:srgbClr val="091521"/>
                </a:solidFill>
                <a:latin typeface="Arial"/>
                <a:ea typeface="Arial"/>
                <a:cs typeface="Arial"/>
              </a:defRPr>
            </a:defPPr>
            <a:lvl1pPr algn="ctr">
              <a:buNone/>
              <a:defRPr sz="1275" b="1" i="0">
                <a:solidFill>
                  <a:srgbClr val="091521"/>
                </a:solidFill>
                <a:latin typeface="Arial"/>
                <a:ea typeface="Arial"/>
                <a:cs typeface="Arial"/>
              </a:defRPr>
            </a:lvl1pPr>
            <a:lvl2pPr algn="ctr">
              <a:buNone/>
              <a:defRPr sz="1275" b="1" i="0">
                <a:solidFill>
                  <a:srgbClr val="091521"/>
                </a:solidFill>
                <a:latin typeface="Arial"/>
                <a:ea typeface="Arial"/>
                <a:cs typeface="Arial"/>
              </a:defRPr>
            </a:lvl2pPr>
            <a:lvl3pPr algn="ctr">
              <a:buNone/>
              <a:defRPr sz="1275" b="1" i="0">
                <a:solidFill>
                  <a:srgbClr val="091521"/>
                </a:solidFill>
                <a:latin typeface="Arial"/>
                <a:ea typeface="Arial"/>
                <a:cs typeface="Arial"/>
              </a:defRPr>
            </a:lvl3pPr>
            <a:lvl4pPr algn="ctr">
              <a:buNone/>
              <a:defRPr sz="1275" b="1" i="0">
                <a:solidFill>
                  <a:srgbClr val="091521"/>
                </a:solidFill>
                <a:latin typeface="Arial"/>
                <a:ea typeface="Arial"/>
                <a:cs typeface="Arial"/>
              </a:defRPr>
            </a:lvl4pPr>
            <a:lvl5pPr algn="ctr">
              <a:buNone/>
              <a:defRPr sz="1275" b="1" i="0">
                <a:solidFill>
                  <a:srgbClr val="091521"/>
                </a:solidFill>
                <a:latin typeface="Arial"/>
                <a:ea typeface="Arial"/>
                <a:cs typeface="Arial"/>
              </a:defRPr>
            </a:lvl5pPr>
            <a:lvl6pPr algn="ctr">
              <a:buNone/>
              <a:defRPr sz="1275" b="1" i="0">
                <a:solidFill>
                  <a:srgbClr val="091521"/>
                </a:solidFill>
                <a:latin typeface="Arial"/>
                <a:ea typeface="Arial"/>
                <a:cs typeface="Arial"/>
              </a:defRPr>
            </a:lvl6pPr>
            <a:lvl7pPr algn="ctr">
              <a:buNone/>
              <a:defRPr sz="1275" b="1" i="0">
                <a:solidFill>
                  <a:srgbClr val="091521"/>
                </a:solidFill>
                <a:latin typeface="Arial"/>
                <a:ea typeface="Arial"/>
                <a:cs typeface="Arial"/>
              </a:defRPr>
            </a:lvl7pPr>
            <a:lvl8pPr algn="ctr">
              <a:buNone/>
              <a:defRPr sz="1275" b="1" i="0">
                <a:solidFill>
                  <a:srgbClr val="091521"/>
                </a:solidFill>
                <a:latin typeface="Arial"/>
                <a:ea typeface="Arial"/>
                <a:cs typeface="Arial"/>
              </a:defRPr>
            </a:lvl8pPr>
            <a:lvl9pPr algn="ctr">
              <a:buNone/>
              <a:defRPr sz="1275" b="1" i="0">
                <a:solidFill>
                  <a:srgbClr val="091521"/>
                </a:solidFill>
                <a:latin typeface="Arial"/>
                <a:ea typeface="Arial"/>
                <a:cs typeface="Arial"/>
              </a:defRPr>
            </a:lvl9pPr>
          </a:lstStyle>
          <a:p xmlns:a="http://schemas.openxmlformats.org/drawingml/2006/main">
            <a:pPr algn="ctr">
              <a:buNone/>
              <a:defRPr sz="1275" b="1" i="0">
                <a:solidFill>
                  <a:srgbClr val="091521"/>
                </a:solidFill>
                <a:latin typeface="Arial"/>
                <a:ea typeface="Arial"/>
                <a:cs typeface="Arial"/>
              </a:defRPr>
            </a:pPr>
            <a:r>
              <a:rPr sz="1275" b="1" i="0">
                <a:solidFill>
                  <a:srgbClr val="091521"/>
                </a:solidFill>
                <a:latin typeface="Arial"/>
                <a:ea typeface="Arial"/>
                <a:cs typeface="Arial"/>
              </a:rPr>
              <a:t>B</a:t>
            </a:r>
          </a:p>
        </p:txBody>
      </p:sp>
      <p:sp>
        <p:nvSpPr>
          <p:cNvPr id="30" name="Oval 29">
            <a:extLst xmlns:a="http://schemas.openxmlformats.org/drawingml/2006/main">
              <a:ext uri="{FF2B5EF4-FFF2-40B4-BE49-F238E27FC236}">
                <a16:creationId xmlns:a16="http://schemas.microsoft.com/office/drawing/2014/main" id="{9E60E575-86D7-4CA4-8E7B-68F5E64BC0ED}"/>
              </a:ext>
            </a:extLst>
          </p:cNvPr>
          <p:cNvSpPr>
            <a:spLocks xmlns:a="http://schemas.openxmlformats.org/drawingml/2006/main" noGrp="1"/>
          </p:cNvSpPr>
          <p:nvPr/>
        </p:nvSpPr>
        <p:spPr>
          <a:xfrm xmlns:a="http://schemas.openxmlformats.org/drawingml/2006/main">
            <a:off x="10496550" y="5114925"/>
            <a:ext cx="514350" cy="514350"/>
          </a:xfrm>
          <a:prstGeom xmlns:a="http://schemas.openxmlformats.org/drawingml/2006/main" prst="ellipse">
            <a:avLst/>
          </a:prstGeom>
          <a:solidFill xmlns:a="http://schemas.openxmlformats.org/drawingml/2006/main">
            <a:srgbClr val="17283A"/>
          </a:solidFill>
          <a:ln xmlns:a="http://schemas.openxmlformats.org/drawingml/2006/main" w="19050">
            <a:solidFill>
              <a:srgbClr val="79B9E8"/>
            </a:solidFill>
            <a:prstDash val="solid"/>
          </a:ln>
        </p:spPr>
      </p:sp>
      <p:sp>
        <p:nvSpPr>
          <p:cNvPr id="31" name="Rectangle 30">
            <a:extLst xmlns:a="http://schemas.openxmlformats.org/drawingml/2006/main">
              <a:ext uri="{FF2B5EF4-FFF2-40B4-BE49-F238E27FC236}">
                <a16:creationId xmlns:a16="http://schemas.microsoft.com/office/drawing/2014/main" id="{2BE2913E-A459-48BE-85E4-EBAA87247995}"/>
              </a:ext>
            </a:extLst>
          </p:cNvPr>
          <p:cNvSpPr>
            <a:spLocks xmlns:a="http://schemas.openxmlformats.org/drawingml/2006/main" noGrp="1"/>
          </p:cNvSpPr>
          <p:nvPr/>
        </p:nvSpPr>
        <p:spPr>
          <a:xfrm xmlns:a="http://schemas.openxmlformats.org/drawingml/2006/main">
            <a:off x="10496550" y="5248275"/>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75" b="1" i="0">
                <a:solidFill>
                  <a:srgbClr val="F4F7FB"/>
                </a:solidFill>
                <a:latin typeface="Arial"/>
                <a:ea typeface="Arial"/>
                <a:cs typeface="Arial"/>
              </a:defRPr>
            </a:defPPr>
            <a:lvl1pPr algn="ctr">
              <a:buNone/>
              <a:defRPr sz="1275" b="1" i="0">
                <a:solidFill>
                  <a:srgbClr val="F4F7FB"/>
                </a:solidFill>
                <a:latin typeface="Arial"/>
                <a:ea typeface="Arial"/>
                <a:cs typeface="Arial"/>
              </a:defRPr>
            </a:lvl1pPr>
            <a:lvl2pPr algn="ctr">
              <a:buNone/>
              <a:defRPr sz="1275" b="1" i="0">
                <a:solidFill>
                  <a:srgbClr val="F4F7FB"/>
                </a:solidFill>
                <a:latin typeface="Arial"/>
                <a:ea typeface="Arial"/>
                <a:cs typeface="Arial"/>
              </a:defRPr>
            </a:lvl2pPr>
            <a:lvl3pPr algn="ctr">
              <a:buNone/>
              <a:defRPr sz="1275" b="1" i="0">
                <a:solidFill>
                  <a:srgbClr val="F4F7FB"/>
                </a:solidFill>
                <a:latin typeface="Arial"/>
                <a:ea typeface="Arial"/>
                <a:cs typeface="Arial"/>
              </a:defRPr>
            </a:lvl3pPr>
            <a:lvl4pPr algn="ctr">
              <a:buNone/>
              <a:defRPr sz="1275" b="1" i="0">
                <a:solidFill>
                  <a:srgbClr val="F4F7FB"/>
                </a:solidFill>
                <a:latin typeface="Arial"/>
                <a:ea typeface="Arial"/>
                <a:cs typeface="Arial"/>
              </a:defRPr>
            </a:lvl4pPr>
            <a:lvl5pPr algn="ctr">
              <a:buNone/>
              <a:defRPr sz="1275" b="1" i="0">
                <a:solidFill>
                  <a:srgbClr val="F4F7FB"/>
                </a:solidFill>
                <a:latin typeface="Arial"/>
                <a:ea typeface="Arial"/>
                <a:cs typeface="Arial"/>
              </a:defRPr>
            </a:lvl5pPr>
            <a:lvl6pPr algn="ctr">
              <a:buNone/>
              <a:defRPr sz="1275" b="1" i="0">
                <a:solidFill>
                  <a:srgbClr val="F4F7FB"/>
                </a:solidFill>
                <a:latin typeface="Arial"/>
                <a:ea typeface="Arial"/>
                <a:cs typeface="Arial"/>
              </a:defRPr>
            </a:lvl6pPr>
            <a:lvl7pPr algn="ctr">
              <a:buNone/>
              <a:defRPr sz="1275" b="1" i="0">
                <a:solidFill>
                  <a:srgbClr val="F4F7FB"/>
                </a:solidFill>
                <a:latin typeface="Arial"/>
                <a:ea typeface="Arial"/>
                <a:cs typeface="Arial"/>
              </a:defRPr>
            </a:lvl7pPr>
            <a:lvl8pPr algn="ctr">
              <a:buNone/>
              <a:defRPr sz="1275" b="1" i="0">
                <a:solidFill>
                  <a:srgbClr val="F4F7FB"/>
                </a:solidFill>
                <a:latin typeface="Arial"/>
                <a:ea typeface="Arial"/>
                <a:cs typeface="Arial"/>
              </a:defRPr>
            </a:lvl8pPr>
            <a:lvl9pPr algn="ctr">
              <a:buNone/>
              <a:defRPr sz="1275" b="1" i="0">
                <a:solidFill>
                  <a:srgbClr val="F4F7FB"/>
                </a:solidFill>
                <a:latin typeface="Arial"/>
                <a:ea typeface="Arial"/>
                <a:cs typeface="Arial"/>
              </a:defRPr>
            </a:lvl9pPr>
          </a:lstStyle>
          <a:p xmlns:a="http://schemas.openxmlformats.org/drawingml/2006/main">
            <a:pPr algn="ctr">
              <a:buNone/>
              <a:defRPr sz="1275" b="1" i="0">
                <a:solidFill>
                  <a:srgbClr val="F4F7FB"/>
                </a:solidFill>
                <a:latin typeface="Arial"/>
                <a:ea typeface="Arial"/>
                <a:cs typeface="Arial"/>
              </a:defRPr>
            </a:pPr>
            <a:r>
              <a:rPr sz="1275" b="1" i="0">
                <a:solidFill>
                  <a:srgbClr val="F4F7FB"/>
                </a:solidFill>
                <a:latin typeface="Arial"/>
                <a:ea typeface="Arial"/>
                <a:cs typeface="Arial"/>
              </a:rPr>
              <a:t>C</a:t>
            </a:r>
          </a:p>
        </p:txBody>
      </p:sp>
      <p:sp>
        <p:nvSpPr>
          <p:cNvPr id="34" name="Rectangle 33">
            <a:extLst xmlns:a="http://schemas.openxmlformats.org/drawingml/2006/main">
              <a:ext uri="{FF2B5EF4-FFF2-40B4-BE49-F238E27FC236}">
                <a16:creationId xmlns:a16="http://schemas.microsoft.com/office/drawing/2014/main" id="{1BEF167F-E9D4-4F1D-AA7E-AD88E520D9F3}"/>
              </a:ext>
            </a:extLst>
          </p:cNvPr>
          <p:cNvSpPr>
            <a:spLocks xmlns:a="http://schemas.openxmlformats.org/drawingml/2006/main" noGrp="1"/>
          </p:cNvSpPr>
          <p:nvPr/>
        </p:nvSpPr>
        <p:spPr>
          <a:xfrm xmlns:a="http://schemas.openxmlformats.org/drawingml/2006/main">
            <a:off x="7658100" y="4857750"/>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900" b="0" i="0">
                <a:solidFill>
                  <a:srgbClr val="9AAFC2"/>
                </a:solidFill>
                <a:latin typeface="Arial"/>
                <a:ea typeface="Arial"/>
                <a:cs typeface="Arial"/>
              </a:defRPr>
            </a:defPPr>
            <a:lvl1pPr algn="ctr">
              <a:buNone/>
              <a:defRPr sz="900" b="0" i="0">
                <a:solidFill>
                  <a:srgbClr val="9AAFC2"/>
                </a:solidFill>
                <a:latin typeface="Arial"/>
                <a:ea typeface="Arial"/>
                <a:cs typeface="Arial"/>
              </a:defRPr>
            </a:lvl1pPr>
            <a:lvl2pPr algn="ctr">
              <a:buNone/>
              <a:defRPr sz="900" b="0" i="0">
                <a:solidFill>
                  <a:srgbClr val="9AAFC2"/>
                </a:solidFill>
                <a:latin typeface="Arial"/>
                <a:ea typeface="Arial"/>
                <a:cs typeface="Arial"/>
              </a:defRPr>
            </a:lvl2pPr>
            <a:lvl3pPr algn="ctr">
              <a:buNone/>
              <a:defRPr sz="900" b="0" i="0">
                <a:solidFill>
                  <a:srgbClr val="9AAFC2"/>
                </a:solidFill>
                <a:latin typeface="Arial"/>
                <a:ea typeface="Arial"/>
                <a:cs typeface="Arial"/>
              </a:defRPr>
            </a:lvl3pPr>
            <a:lvl4pPr algn="ctr">
              <a:buNone/>
              <a:defRPr sz="900" b="0" i="0">
                <a:solidFill>
                  <a:srgbClr val="9AAFC2"/>
                </a:solidFill>
                <a:latin typeface="Arial"/>
                <a:ea typeface="Arial"/>
                <a:cs typeface="Arial"/>
              </a:defRPr>
            </a:lvl4pPr>
            <a:lvl5pPr algn="ctr">
              <a:buNone/>
              <a:defRPr sz="900" b="0" i="0">
                <a:solidFill>
                  <a:srgbClr val="9AAFC2"/>
                </a:solidFill>
                <a:latin typeface="Arial"/>
                <a:ea typeface="Arial"/>
                <a:cs typeface="Arial"/>
              </a:defRPr>
            </a:lvl5pPr>
            <a:lvl6pPr algn="ctr">
              <a:buNone/>
              <a:defRPr sz="900" b="0" i="0">
                <a:solidFill>
                  <a:srgbClr val="9AAFC2"/>
                </a:solidFill>
                <a:latin typeface="Arial"/>
                <a:ea typeface="Arial"/>
                <a:cs typeface="Arial"/>
              </a:defRPr>
            </a:lvl6pPr>
            <a:lvl7pPr algn="ctr">
              <a:buNone/>
              <a:defRPr sz="900" b="0" i="0">
                <a:solidFill>
                  <a:srgbClr val="9AAFC2"/>
                </a:solidFill>
                <a:latin typeface="Arial"/>
                <a:ea typeface="Arial"/>
                <a:cs typeface="Arial"/>
              </a:defRPr>
            </a:lvl7pPr>
            <a:lvl8pPr algn="ctr">
              <a:buNone/>
              <a:defRPr sz="900" b="0" i="0">
                <a:solidFill>
                  <a:srgbClr val="9AAFC2"/>
                </a:solidFill>
                <a:latin typeface="Arial"/>
                <a:ea typeface="Arial"/>
                <a:cs typeface="Arial"/>
              </a:defRPr>
            </a:lvl8pPr>
            <a:lvl9pPr algn="ctr">
              <a:buNone/>
              <a:defRPr sz="900" b="0" i="0">
                <a:solidFill>
                  <a:srgbClr val="9AAFC2"/>
                </a:solidFill>
                <a:latin typeface="Arial"/>
                <a:ea typeface="Arial"/>
                <a:cs typeface="Arial"/>
              </a:defRPr>
            </a:lvl9pPr>
          </a:lstStyle>
          <a:p xmlns:a="http://schemas.openxmlformats.org/drawingml/2006/main">
            <a:pPr algn="ctr">
              <a:buNone/>
              <a:defRPr sz="900" b="0" i="0">
                <a:solidFill>
                  <a:srgbClr val="9AAFC2"/>
                </a:solidFill>
                <a:latin typeface="Arial"/>
                <a:ea typeface="Arial"/>
                <a:cs typeface="Arial"/>
              </a:defRPr>
            </a:pPr>
            <a:r>
              <a:rPr sz="900" b="0" i="0">
                <a:solidFill>
                  <a:srgbClr val="9AAFC2"/>
                </a:solidFill>
                <a:latin typeface="Arial"/>
                <a:ea typeface="Arial"/>
                <a:cs typeface="Arial"/>
              </a:rPr>
              <a:t>t=100 · 500</a:t>
            </a:r>
          </a:p>
        </p:txBody>
      </p:sp>
      <p:sp>
        <p:nvSpPr>
          <p:cNvPr id="35" name="Rectangle 34">
            <a:extLst xmlns:a="http://schemas.openxmlformats.org/drawingml/2006/main">
              <a:ext uri="{FF2B5EF4-FFF2-40B4-BE49-F238E27FC236}">
                <a16:creationId xmlns:a16="http://schemas.microsoft.com/office/drawing/2014/main" id="{E2B8872C-8917-4648-BD74-F51B96EF9EB5}"/>
              </a:ext>
            </a:extLst>
          </p:cNvPr>
          <p:cNvSpPr>
            <a:spLocks xmlns:a="http://schemas.openxmlformats.org/drawingml/2006/main" noGrp="1"/>
          </p:cNvSpPr>
          <p:nvPr/>
        </p:nvSpPr>
        <p:spPr>
          <a:xfrm xmlns:a="http://schemas.openxmlformats.org/drawingml/2006/main">
            <a:off x="9353550" y="4857750"/>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900" b="0" i="0">
                <a:solidFill>
                  <a:srgbClr val="9AAFC2"/>
                </a:solidFill>
                <a:latin typeface="Arial"/>
                <a:ea typeface="Arial"/>
                <a:cs typeface="Arial"/>
              </a:defRPr>
            </a:defPPr>
            <a:lvl1pPr algn="ctr">
              <a:buNone/>
              <a:defRPr sz="900" b="0" i="0">
                <a:solidFill>
                  <a:srgbClr val="9AAFC2"/>
                </a:solidFill>
                <a:latin typeface="Arial"/>
                <a:ea typeface="Arial"/>
                <a:cs typeface="Arial"/>
              </a:defRPr>
            </a:lvl1pPr>
            <a:lvl2pPr algn="ctr">
              <a:buNone/>
              <a:defRPr sz="900" b="0" i="0">
                <a:solidFill>
                  <a:srgbClr val="9AAFC2"/>
                </a:solidFill>
                <a:latin typeface="Arial"/>
                <a:ea typeface="Arial"/>
                <a:cs typeface="Arial"/>
              </a:defRPr>
            </a:lvl2pPr>
            <a:lvl3pPr algn="ctr">
              <a:buNone/>
              <a:defRPr sz="900" b="0" i="0">
                <a:solidFill>
                  <a:srgbClr val="9AAFC2"/>
                </a:solidFill>
                <a:latin typeface="Arial"/>
                <a:ea typeface="Arial"/>
                <a:cs typeface="Arial"/>
              </a:defRPr>
            </a:lvl3pPr>
            <a:lvl4pPr algn="ctr">
              <a:buNone/>
              <a:defRPr sz="900" b="0" i="0">
                <a:solidFill>
                  <a:srgbClr val="9AAFC2"/>
                </a:solidFill>
                <a:latin typeface="Arial"/>
                <a:ea typeface="Arial"/>
                <a:cs typeface="Arial"/>
              </a:defRPr>
            </a:lvl4pPr>
            <a:lvl5pPr algn="ctr">
              <a:buNone/>
              <a:defRPr sz="900" b="0" i="0">
                <a:solidFill>
                  <a:srgbClr val="9AAFC2"/>
                </a:solidFill>
                <a:latin typeface="Arial"/>
                <a:ea typeface="Arial"/>
                <a:cs typeface="Arial"/>
              </a:defRPr>
            </a:lvl5pPr>
            <a:lvl6pPr algn="ctr">
              <a:buNone/>
              <a:defRPr sz="900" b="0" i="0">
                <a:solidFill>
                  <a:srgbClr val="9AAFC2"/>
                </a:solidFill>
                <a:latin typeface="Arial"/>
                <a:ea typeface="Arial"/>
                <a:cs typeface="Arial"/>
              </a:defRPr>
            </a:lvl6pPr>
            <a:lvl7pPr algn="ctr">
              <a:buNone/>
              <a:defRPr sz="900" b="0" i="0">
                <a:solidFill>
                  <a:srgbClr val="9AAFC2"/>
                </a:solidFill>
                <a:latin typeface="Arial"/>
                <a:ea typeface="Arial"/>
                <a:cs typeface="Arial"/>
              </a:defRPr>
            </a:lvl7pPr>
            <a:lvl8pPr algn="ctr">
              <a:buNone/>
              <a:defRPr sz="900" b="0" i="0">
                <a:solidFill>
                  <a:srgbClr val="9AAFC2"/>
                </a:solidFill>
                <a:latin typeface="Arial"/>
                <a:ea typeface="Arial"/>
                <a:cs typeface="Arial"/>
              </a:defRPr>
            </a:lvl8pPr>
            <a:lvl9pPr algn="ctr">
              <a:buNone/>
              <a:defRPr sz="900" b="0" i="0">
                <a:solidFill>
                  <a:srgbClr val="9AAFC2"/>
                </a:solidFill>
                <a:latin typeface="Arial"/>
                <a:ea typeface="Arial"/>
                <a:cs typeface="Arial"/>
              </a:defRPr>
            </a:lvl9pPr>
          </a:lstStyle>
          <a:p xmlns:a="http://schemas.openxmlformats.org/drawingml/2006/main">
            <a:pPr algn="ctr">
              <a:buNone/>
              <a:defRPr sz="900" b="0" i="0">
                <a:solidFill>
                  <a:srgbClr val="9AAFC2"/>
                </a:solidFill>
                <a:latin typeface="Arial"/>
                <a:ea typeface="Arial"/>
                <a:cs typeface="Arial"/>
              </a:defRPr>
            </a:pPr>
            <a:r>
              <a:rPr sz="900" b="0" i="0">
                <a:solidFill>
                  <a:srgbClr val="9AAFC2"/>
                </a:solidFill>
                <a:latin typeface="Arial"/>
                <a:ea typeface="Arial"/>
                <a:cs typeface="Arial"/>
              </a:rPr>
              <a:t>t=101 · 480</a:t>
            </a:r>
          </a:p>
        </p:txBody>
      </p:sp>
    </p:spTree>
    <p:extLst>
      <p:ext uri="{BB962C8B-B14F-4D97-AF65-F5344CB8AC3E}">
        <p14:creationId xmlns:p14="http://schemas.microsoft.com/office/powerpoint/2010/main" val="1952339321"/>
      </p:ext>
    </p:extLst>
  </p:cSld>
</p:sld>
</file>

<file path=ppt/slides/slide3.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cxnSp>
        <p:nvCxnSpPr>
          <p:cNvPr id="30" name="Straight Arrow Connector 29">
            <a:extLst xmlns:a="http://schemas.openxmlformats.org/drawingml/2006/main">
              <a:ext uri="{FF2B5EF4-FFF2-40B4-BE49-F238E27FC236}">
                <a16:creationId xmlns:a16="http://schemas.microsoft.com/office/drawing/2014/main" id="{8E77D086-9C7A-4EED-99D6-5BD9A0EE18A4}"/>
              </a:ext>
            </a:extLst>
          </p:cNvPr>
          <p:cNvCxnSpPr>
            <a:stCxn xmlns:a="http://schemas.openxmlformats.org/drawingml/2006/main" id="20" idx="3"/>
            <a:endCxn xmlns:a="http://schemas.openxmlformats.org/drawingml/2006/main" id="27" idx="1"/>
          </p:cNvCxnSpPr>
          <p:nvPr/>
        </p:nvCxnSpPr>
        <p:spPr>
          <a:xfrm xmlns:a="http://schemas.openxmlformats.org/drawingml/2006/main">
            <a:off x="9505950" y="2609850"/>
            <a:ext cx="209550" cy="0"/>
          </a:xfrm>
          <a:prstGeom xmlns:a="http://schemas.openxmlformats.org/drawingml/2006/main" prst="straightConnector1">
            <a:avLst/>
          </a:prstGeom>
          <a:ln xmlns:a="http://schemas.openxmlformats.org/drawingml/2006/main" w="16193">
            <a:solidFill>
              <a:srgbClr val="75DCC2"/>
            </a:solidFill>
            <a:prstDash val="solid"/>
            <a:tailEnd type="triangle" w="sm" len="sm"/>
          </a:ln>
        </p:spPr>
      </p:cxnSp>
      <p:cxnSp>
        <p:nvCxnSpPr>
          <p:cNvPr id="25" name="Straight Arrow Connector 24">
            <a:extLst xmlns:a="http://schemas.openxmlformats.org/drawingml/2006/main">
              <a:ext uri="{FF2B5EF4-FFF2-40B4-BE49-F238E27FC236}">
                <a16:creationId xmlns:a16="http://schemas.microsoft.com/office/drawing/2014/main" id="{F009D961-1C3E-4573-A2B4-A26B0BC53D29}"/>
              </a:ext>
            </a:extLst>
          </p:cNvPr>
          <p:cNvCxnSpPr>
            <a:stCxn xmlns:a="http://schemas.openxmlformats.org/drawingml/2006/main" id="16" idx="3"/>
            <a:endCxn xmlns:a="http://schemas.openxmlformats.org/drawingml/2006/main" id="20" idx="1"/>
          </p:cNvCxnSpPr>
          <p:nvPr/>
        </p:nvCxnSpPr>
        <p:spPr>
          <a:xfrm xmlns:a="http://schemas.openxmlformats.org/drawingml/2006/main">
            <a:off x="7600950" y="2609850"/>
            <a:ext cx="209550" cy="0"/>
          </a:xfrm>
          <a:prstGeom xmlns:a="http://schemas.openxmlformats.org/drawingml/2006/main" prst="straightConnector1">
            <a:avLst/>
          </a:prstGeom>
          <a:ln xmlns:a="http://schemas.openxmlformats.org/drawingml/2006/main" w="16193">
            <a:solidFill>
              <a:srgbClr val="38E0C1"/>
            </a:solidFill>
            <a:prstDash val="solid"/>
            <a:tailEnd type="triangle" w="sm" len="sm"/>
          </a:ln>
        </p:spPr>
      </p:cxnSp>
      <p:cxnSp>
        <p:nvCxnSpPr>
          <p:cNvPr id="24" name="Straight Arrow Connector 23">
            <a:extLst xmlns:a="http://schemas.openxmlformats.org/drawingml/2006/main">
              <a:ext uri="{FF2B5EF4-FFF2-40B4-BE49-F238E27FC236}">
                <a16:creationId xmlns:a16="http://schemas.microsoft.com/office/drawing/2014/main" id="{C494B4E2-A560-41E8-A2A6-DEF18C7962FD}"/>
              </a:ext>
            </a:extLst>
          </p:cNvPr>
          <p:cNvCxnSpPr>
            <a:stCxn xmlns:a="http://schemas.openxmlformats.org/drawingml/2006/main" id="12" idx="3"/>
            <a:endCxn xmlns:a="http://schemas.openxmlformats.org/drawingml/2006/main" id="16" idx="1"/>
          </p:cNvCxnSpPr>
          <p:nvPr/>
        </p:nvCxnSpPr>
        <p:spPr>
          <a:xfrm xmlns:a="http://schemas.openxmlformats.org/drawingml/2006/main">
            <a:off x="5695950" y="2609850"/>
            <a:ext cx="209550" cy="0"/>
          </a:xfrm>
          <a:prstGeom xmlns:a="http://schemas.openxmlformats.org/drawingml/2006/main" prst="straightConnector1">
            <a:avLst/>
          </a:prstGeom>
          <a:ln xmlns:a="http://schemas.openxmlformats.org/drawingml/2006/main" w="16193">
            <a:solidFill>
              <a:srgbClr val="38E0C1"/>
            </a:solidFill>
            <a:prstDash val="solid"/>
            <a:tailEnd type="triangle" w="sm" len="sm"/>
          </a:ln>
        </p:spPr>
      </p:cxnSp>
      <p:sp>
        <p:nvSpPr>
          <p:cNvPr id="39" name="Rectangle 38">
            <a:extLst xmlns:a="http://schemas.openxmlformats.org/drawingml/2006/main">
              <a:ext uri="{FF2B5EF4-FFF2-40B4-BE49-F238E27FC236}">
                <a16:creationId xmlns:a16="http://schemas.microsoft.com/office/drawing/2014/main" id="{273D448E-7EE7-4A15-9763-356AE9AD4349}"/>
              </a:ext>
            </a:extLst>
          </p:cNvPr>
          <p:cNvSpPr>
            <a:spLocks xmlns:a="http://schemas.openxmlformats.org/drawingml/2006/main" noGrp="1"/>
          </p:cNvSpPr>
          <p:nvPr/>
        </p:nvSpPr>
        <p:spPr>
          <a:xfrm xmlns:a="http://schemas.openxmlformats.org/drawingml/2006/main">
            <a:off x="590550" y="3429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38E0C1"/>
                </a:solidFill>
                <a:latin typeface="Arial"/>
                <a:ea typeface="Arial"/>
                <a:cs typeface="Arial"/>
              </a:defRPr>
            </a:defPPr>
            <a:lvl1pPr algn="l">
              <a:buNone/>
              <a:defRPr sz="975" b="1" i="0">
                <a:solidFill>
                  <a:srgbClr val="38E0C1"/>
                </a:solidFill>
                <a:latin typeface="Arial"/>
                <a:ea typeface="Arial"/>
                <a:cs typeface="Arial"/>
              </a:defRPr>
            </a:lvl1pPr>
            <a:lvl2pPr algn="l">
              <a:buNone/>
              <a:defRPr sz="975" b="1" i="0">
                <a:solidFill>
                  <a:srgbClr val="38E0C1"/>
                </a:solidFill>
                <a:latin typeface="Arial"/>
                <a:ea typeface="Arial"/>
                <a:cs typeface="Arial"/>
              </a:defRPr>
            </a:lvl2pPr>
            <a:lvl3pPr algn="l">
              <a:buNone/>
              <a:defRPr sz="975" b="1" i="0">
                <a:solidFill>
                  <a:srgbClr val="38E0C1"/>
                </a:solidFill>
                <a:latin typeface="Arial"/>
                <a:ea typeface="Arial"/>
                <a:cs typeface="Arial"/>
              </a:defRPr>
            </a:lvl3pPr>
            <a:lvl4pPr algn="l">
              <a:buNone/>
              <a:defRPr sz="975" b="1" i="0">
                <a:solidFill>
                  <a:srgbClr val="38E0C1"/>
                </a:solidFill>
                <a:latin typeface="Arial"/>
                <a:ea typeface="Arial"/>
                <a:cs typeface="Arial"/>
              </a:defRPr>
            </a:lvl4pPr>
            <a:lvl5pPr algn="l">
              <a:buNone/>
              <a:defRPr sz="975" b="1" i="0">
                <a:solidFill>
                  <a:srgbClr val="38E0C1"/>
                </a:solidFill>
                <a:latin typeface="Arial"/>
                <a:ea typeface="Arial"/>
                <a:cs typeface="Arial"/>
              </a:defRPr>
            </a:lvl5pPr>
            <a:lvl6pPr algn="l">
              <a:buNone/>
              <a:defRPr sz="975" b="1" i="0">
                <a:solidFill>
                  <a:srgbClr val="38E0C1"/>
                </a:solidFill>
                <a:latin typeface="Arial"/>
                <a:ea typeface="Arial"/>
                <a:cs typeface="Arial"/>
              </a:defRPr>
            </a:lvl6pPr>
            <a:lvl7pPr algn="l">
              <a:buNone/>
              <a:defRPr sz="975" b="1" i="0">
                <a:solidFill>
                  <a:srgbClr val="38E0C1"/>
                </a:solidFill>
                <a:latin typeface="Arial"/>
                <a:ea typeface="Arial"/>
                <a:cs typeface="Arial"/>
              </a:defRPr>
            </a:lvl7pPr>
            <a:lvl8pPr algn="l">
              <a:buNone/>
              <a:defRPr sz="975" b="1" i="0">
                <a:solidFill>
                  <a:srgbClr val="38E0C1"/>
                </a:solidFill>
                <a:latin typeface="Arial"/>
                <a:ea typeface="Arial"/>
                <a:cs typeface="Arial"/>
              </a:defRPr>
            </a:lvl8pPr>
            <a:lvl9pPr algn="l">
              <a:buNone/>
              <a:defRPr sz="975" b="1" i="0">
                <a:solidFill>
                  <a:srgbClr val="38E0C1"/>
                </a:solidFill>
                <a:latin typeface="Arial"/>
                <a:ea typeface="Arial"/>
                <a:cs typeface="Arial"/>
              </a:defRPr>
            </a:lvl9pPr>
          </a:lstStyle>
          <a:p xmlns:a="http://schemas.openxmlformats.org/drawingml/2006/main">
            <a:pPr algn="l">
              <a:buNone/>
              <a:defRPr sz="975" b="1" i="0">
                <a:solidFill>
                  <a:srgbClr val="38E0C1"/>
                </a:solidFill>
                <a:latin typeface="Arial"/>
                <a:ea typeface="Arial"/>
                <a:cs typeface="Arial"/>
              </a:defRPr>
            </a:pPr>
            <a:r>
              <a:rPr sz="975" b="1" i="0">
                <a:solidFill>
                  <a:srgbClr val="38E0C1"/>
                </a:solidFill>
                <a:latin typeface="Arial"/>
                <a:ea typeface="Arial"/>
                <a:cs typeface="Arial"/>
              </a:rPr>
              <a:t>FROM TRANSACTION ROWS TO A REVIEWABLE LEAD</a:t>
            </a:r>
          </a:p>
        </p:txBody>
      </p:sp>
      <p:sp>
        <p:nvSpPr>
          <p:cNvPr id="2" name="Rectangle 1">
            <a:extLst xmlns:a="http://schemas.openxmlformats.org/drawingml/2006/main">
              <a:ext uri="{FF2B5EF4-FFF2-40B4-BE49-F238E27FC236}">
                <a16:creationId xmlns:a16="http://schemas.microsoft.com/office/drawing/2014/main" id="{B0520C82-492E-4210-B376-737CC64F97C5}"/>
              </a:ext>
            </a:extLst>
          </p:cNvPr>
          <p:cNvSpPr>
            <a:spLocks xmlns:a="http://schemas.openxmlformats.org/drawingml/2006/main" noGrp="1"/>
          </p:cNvSpPr>
          <p:nvPr/>
        </p:nvSpPr>
        <p:spPr>
          <a:xfrm xmlns:a="http://schemas.openxmlformats.org/drawingml/2006/main">
            <a:off x="590550" y="6096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3000" b="1" i="0">
                <a:solidFill>
                  <a:srgbClr val="F4F7FB"/>
                </a:solidFill>
                <a:latin typeface="Arial"/>
                <a:ea typeface="Arial"/>
                <a:cs typeface="Arial"/>
              </a:defRPr>
            </a:defPPr>
            <a:lvl1pPr algn="l">
              <a:buNone/>
              <a:defRPr sz="3000" b="1" i="0">
                <a:solidFill>
                  <a:srgbClr val="F4F7FB"/>
                </a:solidFill>
                <a:latin typeface="Arial"/>
                <a:ea typeface="Arial"/>
                <a:cs typeface="Arial"/>
              </a:defRPr>
            </a:lvl1pPr>
            <a:lvl2pPr algn="l">
              <a:buNone/>
              <a:defRPr sz="3000" b="1" i="0">
                <a:solidFill>
                  <a:srgbClr val="F4F7FB"/>
                </a:solidFill>
                <a:latin typeface="Arial"/>
                <a:ea typeface="Arial"/>
                <a:cs typeface="Arial"/>
              </a:defRPr>
            </a:lvl2pPr>
            <a:lvl3pPr algn="l">
              <a:buNone/>
              <a:defRPr sz="3000" b="1" i="0">
                <a:solidFill>
                  <a:srgbClr val="F4F7FB"/>
                </a:solidFill>
                <a:latin typeface="Arial"/>
                <a:ea typeface="Arial"/>
                <a:cs typeface="Arial"/>
              </a:defRPr>
            </a:lvl3pPr>
            <a:lvl4pPr algn="l">
              <a:buNone/>
              <a:defRPr sz="3000" b="1" i="0">
                <a:solidFill>
                  <a:srgbClr val="F4F7FB"/>
                </a:solidFill>
                <a:latin typeface="Arial"/>
                <a:ea typeface="Arial"/>
                <a:cs typeface="Arial"/>
              </a:defRPr>
            </a:lvl4pPr>
            <a:lvl5pPr algn="l">
              <a:buNone/>
              <a:defRPr sz="3000" b="1" i="0">
                <a:solidFill>
                  <a:srgbClr val="F4F7FB"/>
                </a:solidFill>
                <a:latin typeface="Arial"/>
                <a:ea typeface="Arial"/>
                <a:cs typeface="Arial"/>
              </a:defRPr>
            </a:lvl5pPr>
            <a:lvl6pPr algn="l">
              <a:buNone/>
              <a:defRPr sz="3000" b="1" i="0">
                <a:solidFill>
                  <a:srgbClr val="F4F7FB"/>
                </a:solidFill>
                <a:latin typeface="Arial"/>
                <a:ea typeface="Arial"/>
                <a:cs typeface="Arial"/>
              </a:defRPr>
            </a:lvl6pPr>
            <a:lvl7pPr algn="l">
              <a:buNone/>
              <a:defRPr sz="3000" b="1" i="0">
                <a:solidFill>
                  <a:srgbClr val="F4F7FB"/>
                </a:solidFill>
                <a:latin typeface="Arial"/>
                <a:ea typeface="Arial"/>
                <a:cs typeface="Arial"/>
              </a:defRPr>
            </a:lvl7pPr>
            <a:lvl8pPr algn="l">
              <a:buNone/>
              <a:defRPr sz="3000" b="1" i="0">
                <a:solidFill>
                  <a:srgbClr val="F4F7FB"/>
                </a:solidFill>
                <a:latin typeface="Arial"/>
                <a:ea typeface="Arial"/>
                <a:cs typeface="Arial"/>
              </a:defRPr>
            </a:lvl8pPr>
            <a:lvl9pPr algn="l">
              <a:buNone/>
              <a:defRPr sz="3000" b="1" i="0">
                <a:solidFill>
                  <a:srgbClr val="F4F7FB"/>
                </a:solidFill>
                <a:latin typeface="Arial"/>
                <a:ea typeface="Arial"/>
                <a:cs typeface="Arial"/>
              </a:defRPr>
            </a:lvl9pPr>
          </a:lstStyle>
          <a:p xmlns:a="http://schemas.openxmlformats.org/drawingml/2006/main">
            <a:pPr algn="l">
              <a:buNone/>
              <a:defRPr sz="3000" b="1" i="0">
                <a:solidFill>
                  <a:srgbClr val="F4F7FB"/>
                </a:solidFill>
                <a:latin typeface="Arial"/>
                <a:ea typeface="Arial"/>
                <a:cs typeface="Arial"/>
              </a:defRPr>
            </a:pPr>
            <a:r>
              <a:rPr sz="3000" b="1" i="0">
                <a:solidFill>
                  <a:srgbClr val="F4F7FB"/>
                </a:solidFill>
                <a:latin typeface="Arial"/>
                <a:ea typeface="Arial"/>
                <a:cs typeface="Arial"/>
              </a:rPr>
              <a:t>Proposed solution</a:t>
            </a:r>
          </a:p>
        </p:txBody>
      </p:sp>
      <p:sp>
        <p:nvSpPr>
          <p:cNvPr id="3" name="Straight Connector 2">
            <a:extLst xmlns:a="http://schemas.openxmlformats.org/drawingml/2006/main">
              <a:ext uri="{FF2B5EF4-FFF2-40B4-BE49-F238E27FC236}">
                <a16:creationId xmlns:a16="http://schemas.microsoft.com/office/drawing/2014/main" id="{9FF3EFB3-CB04-40B7-9685-9FBC159543E3}"/>
              </a:ext>
            </a:extLst>
          </p:cNvPr>
          <p:cNvSpPr>
            <a:spLocks xmlns:a="http://schemas.openxmlformats.org/drawingml/2006/main" noGrp="1"/>
          </p:cNvSpPr>
          <p:nvPr/>
        </p:nvSpPr>
        <p:spPr>
          <a:xfrm xmlns:a="http://schemas.openxmlformats.org/drawingml/2006/main">
            <a:off x="590550" y="6286500"/>
            <a:ext cx="110109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4" name="Rectangle 3">
            <a:extLst xmlns:a="http://schemas.openxmlformats.org/drawingml/2006/main">
              <a:ext uri="{FF2B5EF4-FFF2-40B4-BE49-F238E27FC236}">
                <a16:creationId xmlns:a16="http://schemas.microsoft.com/office/drawing/2014/main" id="{22C6C889-990A-461A-9848-4F2C4377B898}"/>
              </a:ext>
            </a:extLst>
          </p:cNvPr>
          <p:cNvSpPr>
            <a:spLocks xmlns:a="http://schemas.openxmlformats.org/drawingml/2006/main" noGrp="1"/>
          </p:cNvSpPr>
          <p:nvPr/>
        </p:nvSpPr>
        <p:spPr>
          <a:xfrm xmlns:a="http://schemas.openxmlformats.org/drawingml/2006/main">
            <a:off x="590550" y="6438900"/>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0" i="0">
                <a:solidFill>
                  <a:srgbClr val="9AAFC2"/>
                </a:solidFill>
                <a:latin typeface="Arial"/>
                <a:ea typeface="Arial"/>
                <a:cs typeface="Arial"/>
              </a:defRPr>
            </a:defPPr>
            <a:lvl1pPr algn="l">
              <a:buNone/>
              <a:defRPr sz="975" b="0" i="0">
                <a:solidFill>
                  <a:srgbClr val="9AAFC2"/>
                </a:solidFill>
                <a:latin typeface="Arial"/>
                <a:ea typeface="Arial"/>
                <a:cs typeface="Arial"/>
              </a:defRPr>
            </a:lvl1pPr>
            <a:lvl2pPr algn="l">
              <a:buNone/>
              <a:defRPr sz="975" b="0" i="0">
                <a:solidFill>
                  <a:srgbClr val="9AAFC2"/>
                </a:solidFill>
                <a:latin typeface="Arial"/>
                <a:ea typeface="Arial"/>
                <a:cs typeface="Arial"/>
              </a:defRPr>
            </a:lvl2pPr>
            <a:lvl3pPr algn="l">
              <a:buNone/>
              <a:defRPr sz="975" b="0" i="0">
                <a:solidFill>
                  <a:srgbClr val="9AAFC2"/>
                </a:solidFill>
                <a:latin typeface="Arial"/>
                <a:ea typeface="Arial"/>
                <a:cs typeface="Arial"/>
              </a:defRPr>
            </a:lvl3pPr>
            <a:lvl4pPr algn="l">
              <a:buNone/>
              <a:defRPr sz="975" b="0" i="0">
                <a:solidFill>
                  <a:srgbClr val="9AAFC2"/>
                </a:solidFill>
                <a:latin typeface="Arial"/>
                <a:ea typeface="Arial"/>
                <a:cs typeface="Arial"/>
              </a:defRPr>
            </a:lvl4pPr>
            <a:lvl5pPr algn="l">
              <a:buNone/>
              <a:defRPr sz="975" b="0" i="0">
                <a:solidFill>
                  <a:srgbClr val="9AAFC2"/>
                </a:solidFill>
                <a:latin typeface="Arial"/>
                <a:ea typeface="Arial"/>
                <a:cs typeface="Arial"/>
              </a:defRPr>
            </a:lvl5pPr>
            <a:lvl6pPr algn="l">
              <a:buNone/>
              <a:defRPr sz="975" b="0" i="0">
                <a:solidFill>
                  <a:srgbClr val="9AAFC2"/>
                </a:solidFill>
                <a:latin typeface="Arial"/>
                <a:ea typeface="Arial"/>
                <a:cs typeface="Arial"/>
              </a:defRPr>
            </a:lvl6pPr>
            <a:lvl7pPr algn="l">
              <a:buNone/>
              <a:defRPr sz="975" b="0" i="0">
                <a:solidFill>
                  <a:srgbClr val="9AAFC2"/>
                </a:solidFill>
                <a:latin typeface="Arial"/>
                <a:ea typeface="Arial"/>
                <a:cs typeface="Arial"/>
              </a:defRPr>
            </a:lvl7pPr>
            <a:lvl8pPr algn="l">
              <a:buNone/>
              <a:defRPr sz="975" b="0" i="0">
                <a:solidFill>
                  <a:srgbClr val="9AAFC2"/>
                </a:solidFill>
                <a:latin typeface="Arial"/>
                <a:ea typeface="Arial"/>
                <a:cs typeface="Arial"/>
              </a:defRPr>
            </a:lvl8pPr>
            <a:lvl9pPr algn="l">
              <a:buNone/>
              <a:defRPr sz="975" b="0" i="0">
                <a:solidFill>
                  <a:srgbClr val="9AAFC2"/>
                </a:solidFill>
                <a:latin typeface="Arial"/>
                <a:ea typeface="Arial"/>
                <a:cs typeface="Arial"/>
              </a:defRPr>
            </a:lvl9pPr>
          </a:lstStyle>
          <a:p xmlns:a="http://schemas.openxmlformats.org/drawingml/2006/main">
            <a:pPr algn="l">
              <a:buNone/>
              <a:defRPr sz="975" b="0" i="0">
                <a:solidFill>
                  <a:srgbClr val="9AAFC2"/>
                </a:solidFill>
                <a:latin typeface="Arial"/>
                <a:ea typeface="Arial"/>
                <a:cs typeface="Arial"/>
              </a:defRPr>
            </a:pPr>
            <a:r>
              <a:rPr sz="975" b="0" i="0">
                <a:solidFill>
                  <a:srgbClr val="9AAFC2"/>
                </a:solidFill>
                <a:latin typeface="Arial"/>
                <a:ea typeface="Arial"/>
                <a:cs typeface="Arial"/>
              </a:rPr>
              <a:t>Investigation leads for human review — not proof of fraud or mule activity.</a:t>
            </a:r>
          </a:p>
        </p:txBody>
      </p:sp>
      <p:sp>
        <p:nvSpPr>
          <p:cNvPr id="5" name="Rectangle 4">
            <a:extLst xmlns:a="http://schemas.openxmlformats.org/drawingml/2006/main">
              <a:ext uri="{FF2B5EF4-FFF2-40B4-BE49-F238E27FC236}">
                <a16:creationId xmlns:a16="http://schemas.microsoft.com/office/drawing/2014/main" id="{F4EE566C-B807-4BD7-BEA6-FBF1C2027F3B}"/>
              </a:ext>
            </a:extLst>
          </p:cNvPr>
          <p:cNvSpPr>
            <a:spLocks xmlns:a="http://schemas.openxmlformats.org/drawingml/2006/main" noGrp="1"/>
          </p:cNvSpPr>
          <p:nvPr/>
        </p:nvSpPr>
        <p:spPr>
          <a:xfrm xmlns:a="http://schemas.openxmlformats.org/drawingml/2006/main">
            <a:off x="1114425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r">
              <a:defRPr sz="975" b="0" i="0">
                <a:solidFill>
                  <a:srgbClr val="9AAFC2"/>
                </a:solidFill>
                <a:latin typeface="Arial"/>
                <a:ea typeface="Arial"/>
                <a:cs typeface="Arial"/>
              </a:defRPr>
            </a:defPPr>
            <a:lvl1pPr algn="r">
              <a:buNone/>
              <a:defRPr sz="975" b="0" i="0">
                <a:solidFill>
                  <a:srgbClr val="9AAFC2"/>
                </a:solidFill>
                <a:latin typeface="Arial"/>
                <a:ea typeface="Arial"/>
                <a:cs typeface="Arial"/>
              </a:defRPr>
            </a:lvl1pPr>
            <a:lvl2pPr algn="r">
              <a:buNone/>
              <a:defRPr sz="975" b="0" i="0">
                <a:solidFill>
                  <a:srgbClr val="9AAFC2"/>
                </a:solidFill>
                <a:latin typeface="Arial"/>
                <a:ea typeface="Arial"/>
                <a:cs typeface="Arial"/>
              </a:defRPr>
            </a:lvl2pPr>
            <a:lvl3pPr algn="r">
              <a:buNone/>
              <a:defRPr sz="975" b="0" i="0">
                <a:solidFill>
                  <a:srgbClr val="9AAFC2"/>
                </a:solidFill>
                <a:latin typeface="Arial"/>
                <a:ea typeface="Arial"/>
                <a:cs typeface="Arial"/>
              </a:defRPr>
            </a:lvl3pPr>
            <a:lvl4pPr algn="r">
              <a:buNone/>
              <a:defRPr sz="975" b="0" i="0">
                <a:solidFill>
                  <a:srgbClr val="9AAFC2"/>
                </a:solidFill>
                <a:latin typeface="Arial"/>
                <a:ea typeface="Arial"/>
                <a:cs typeface="Arial"/>
              </a:defRPr>
            </a:lvl4pPr>
            <a:lvl5pPr algn="r">
              <a:buNone/>
              <a:defRPr sz="975" b="0" i="0">
                <a:solidFill>
                  <a:srgbClr val="9AAFC2"/>
                </a:solidFill>
                <a:latin typeface="Arial"/>
                <a:ea typeface="Arial"/>
                <a:cs typeface="Arial"/>
              </a:defRPr>
            </a:lvl5pPr>
            <a:lvl6pPr algn="r">
              <a:buNone/>
              <a:defRPr sz="975" b="0" i="0">
                <a:solidFill>
                  <a:srgbClr val="9AAFC2"/>
                </a:solidFill>
                <a:latin typeface="Arial"/>
                <a:ea typeface="Arial"/>
                <a:cs typeface="Arial"/>
              </a:defRPr>
            </a:lvl6pPr>
            <a:lvl7pPr algn="r">
              <a:buNone/>
              <a:defRPr sz="975" b="0" i="0">
                <a:solidFill>
                  <a:srgbClr val="9AAFC2"/>
                </a:solidFill>
                <a:latin typeface="Arial"/>
                <a:ea typeface="Arial"/>
                <a:cs typeface="Arial"/>
              </a:defRPr>
            </a:lvl7pPr>
            <a:lvl8pPr algn="r">
              <a:buNone/>
              <a:defRPr sz="975" b="0" i="0">
                <a:solidFill>
                  <a:srgbClr val="9AAFC2"/>
                </a:solidFill>
                <a:latin typeface="Arial"/>
                <a:ea typeface="Arial"/>
                <a:cs typeface="Arial"/>
              </a:defRPr>
            </a:lvl8pPr>
            <a:lvl9pPr algn="r">
              <a:buNone/>
              <a:defRPr sz="975" b="0" i="0">
                <a:solidFill>
                  <a:srgbClr val="9AAFC2"/>
                </a:solidFill>
                <a:latin typeface="Arial"/>
                <a:ea typeface="Arial"/>
                <a:cs typeface="Arial"/>
              </a:defRPr>
            </a:lvl9pPr>
          </a:lstStyle>
          <a:p xmlns:a="http://schemas.openxmlformats.org/drawingml/2006/main">
            <a:pPr algn="r">
              <a:buNone/>
              <a:defRPr sz="975" b="0" i="0">
                <a:solidFill>
                  <a:srgbClr val="9AAFC2"/>
                </a:solidFill>
                <a:latin typeface="Arial"/>
                <a:ea typeface="Arial"/>
                <a:cs typeface="Arial"/>
              </a:defRPr>
            </a:pPr>
            <a:r>
              <a:rPr sz="975" b="0" i="0">
                <a:solidFill>
                  <a:srgbClr val="9AAFC2"/>
                </a:solidFill>
                <a:latin typeface="Arial"/>
                <a:ea typeface="Arial"/>
                <a:cs typeface="Arial"/>
              </a:rPr>
              <a:t>03</a:t>
            </a:r>
          </a:p>
        </p:txBody>
      </p:sp>
      <p:sp>
        <p:nvSpPr>
          <p:cNvPr id="6" name="Rectangle 5">
            <a:extLst xmlns:a="http://schemas.openxmlformats.org/drawingml/2006/main">
              <a:ext uri="{FF2B5EF4-FFF2-40B4-BE49-F238E27FC236}">
                <a16:creationId xmlns:a16="http://schemas.microsoft.com/office/drawing/2014/main" id="{84D90DF1-6334-4CDE-9E5A-4F4E99C30CE4}"/>
              </a:ext>
            </a:extLst>
          </p:cNvPr>
          <p:cNvSpPr>
            <a:spLocks xmlns:a="http://schemas.openxmlformats.org/drawingml/2006/main" noGrp="1"/>
          </p:cNvSpPr>
          <p:nvPr/>
        </p:nvSpPr>
        <p:spPr>
          <a:xfrm xmlns:a="http://schemas.openxmlformats.org/drawingml/2006/main">
            <a:off x="590550" y="1181100"/>
            <a:ext cx="1095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650" b="1" i="0">
                <a:solidFill>
                  <a:srgbClr val="D5E0E9"/>
                </a:solidFill>
                <a:latin typeface="Arial"/>
                <a:ea typeface="Arial"/>
                <a:cs typeface="Arial"/>
              </a:defRPr>
            </a:defPPr>
            <a:lvl1pPr algn="l">
              <a:buNone/>
              <a:defRPr sz="1650" b="1" i="0">
                <a:solidFill>
                  <a:srgbClr val="D5E0E9"/>
                </a:solidFill>
                <a:latin typeface="Arial"/>
                <a:ea typeface="Arial"/>
                <a:cs typeface="Arial"/>
              </a:defRPr>
            </a:lvl1pPr>
            <a:lvl2pPr algn="l">
              <a:buNone/>
              <a:defRPr sz="1650" b="1" i="0">
                <a:solidFill>
                  <a:srgbClr val="D5E0E9"/>
                </a:solidFill>
                <a:latin typeface="Arial"/>
                <a:ea typeface="Arial"/>
                <a:cs typeface="Arial"/>
              </a:defRPr>
            </a:lvl2pPr>
            <a:lvl3pPr algn="l">
              <a:buNone/>
              <a:defRPr sz="1650" b="1" i="0">
                <a:solidFill>
                  <a:srgbClr val="D5E0E9"/>
                </a:solidFill>
                <a:latin typeface="Arial"/>
                <a:ea typeface="Arial"/>
                <a:cs typeface="Arial"/>
              </a:defRPr>
            </a:lvl3pPr>
            <a:lvl4pPr algn="l">
              <a:buNone/>
              <a:defRPr sz="1650" b="1" i="0">
                <a:solidFill>
                  <a:srgbClr val="D5E0E9"/>
                </a:solidFill>
                <a:latin typeface="Arial"/>
                <a:ea typeface="Arial"/>
                <a:cs typeface="Arial"/>
              </a:defRPr>
            </a:lvl4pPr>
            <a:lvl5pPr algn="l">
              <a:buNone/>
              <a:defRPr sz="1650" b="1" i="0">
                <a:solidFill>
                  <a:srgbClr val="D5E0E9"/>
                </a:solidFill>
                <a:latin typeface="Arial"/>
                <a:ea typeface="Arial"/>
                <a:cs typeface="Arial"/>
              </a:defRPr>
            </a:lvl5pPr>
            <a:lvl6pPr algn="l">
              <a:buNone/>
              <a:defRPr sz="1650" b="1" i="0">
                <a:solidFill>
                  <a:srgbClr val="D5E0E9"/>
                </a:solidFill>
                <a:latin typeface="Arial"/>
                <a:ea typeface="Arial"/>
                <a:cs typeface="Arial"/>
              </a:defRPr>
            </a:lvl6pPr>
            <a:lvl7pPr algn="l">
              <a:buNone/>
              <a:defRPr sz="1650" b="1" i="0">
                <a:solidFill>
                  <a:srgbClr val="D5E0E9"/>
                </a:solidFill>
                <a:latin typeface="Arial"/>
                <a:ea typeface="Arial"/>
                <a:cs typeface="Arial"/>
              </a:defRPr>
            </a:lvl7pPr>
            <a:lvl8pPr algn="l">
              <a:buNone/>
              <a:defRPr sz="1650" b="1" i="0">
                <a:solidFill>
                  <a:srgbClr val="D5E0E9"/>
                </a:solidFill>
                <a:latin typeface="Arial"/>
                <a:ea typeface="Arial"/>
                <a:cs typeface="Arial"/>
              </a:defRPr>
            </a:lvl8pPr>
            <a:lvl9pPr algn="l">
              <a:buNone/>
              <a:defRPr sz="1650" b="1" i="0">
                <a:solidFill>
                  <a:srgbClr val="D5E0E9"/>
                </a:solidFill>
                <a:latin typeface="Arial"/>
                <a:ea typeface="Arial"/>
                <a:cs typeface="Arial"/>
              </a:defRPr>
            </a:lvl9pPr>
          </a:lstStyle>
          <a:p xmlns:a="http://schemas.openxmlformats.org/drawingml/2006/main">
            <a:pPr algn="l">
              <a:buNone/>
              <a:defRPr sz="1650" b="1" i="0">
                <a:solidFill>
                  <a:srgbClr val="D5E0E9"/>
                </a:solidFill>
                <a:latin typeface="Arial"/>
                <a:ea typeface="Arial"/>
                <a:cs typeface="Arial"/>
              </a:defRPr>
            </a:pPr>
            <a:r>
              <a:rPr sz="1650" b="1" i="0">
                <a:solidFill>
                  <a:srgbClr val="D5E0E9"/>
                </a:solidFill>
                <a:latin typeface="Arial"/>
                <a:ea typeface="Arial"/>
                <a:cs typeface="Arial"/>
              </a:rPr>
              <a:t>UPI Sentinel prepares a traceable evidence packet for patterns that meet explicit rules.</a:t>
            </a:r>
          </a:p>
        </p:txBody>
      </p:sp>
      <p:sp>
        <p:nvSpPr>
          <p:cNvPr id="7" name="Rectangle 6">
            <a:extLst xmlns:a="http://schemas.openxmlformats.org/drawingml/2006/main">
              <a:ext uri="{FF2B5EF4-FFF2-40B4-BE49-F238E27FC236}">
                <a16:creationId xmlns:a16="http://schemas.microsoft.com/office/drawing/2014/main" id="{B145BE45-BC78-4ACA-A723-399CF9CB513D}"/>
              </a:ext>
            </a:extLst>
          </p:cNvPr>
          <p:cNvSpPr>
            <a:spLocks xmlns:a="http://schemas.openxmlformats.org/drawingml/2006/main" noGrp="1"/>
          </p:cNvSpPr>
          <p:nvPr/>
        </p:nvSpPr>
        <p:spPr>
          <a:xfrm xmlns:a="http://schemas.openxmlformats.org/drawingml/2006/main">
            <a:off x="609600" y="176212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00" b="1" i="0">
                <a:solidFill>
                  <a:srgbClr val="79B9E8"/>
                </a:solidFill>
                <a:latin typeface="Arial"/>
                <a:ea typeface="Arial"/>
                <a:cs typeface="Arial"/>
              </a:defRPr>
            </a:defPPr>
            <a:lvl1pPr algn="l">
              <a:buNone/>
              <a:defRPr sz="900" b="1" i="0">
                <a:solidFill>
                  <a:srgbClr val="79B9E8"/>
                </a:solidFill>
                <a:latin typeface="Arial"/>
                <a:ea typeface="Arial"/>
                <a:cs typeface="Arial"/>
              </a:defRPr>
            </a:lvl1pPr>
            <a:lvl2pPr algn="l">
              <a:buNone/>
              <a:defRPr sz="900" b="1" i="0">
                <a:solidFill>
                  <a:srgbClr val="79B9E8"/>
                </a:solidFill>
                <a:latin typeface="Arial"/>
                <a:ea typeface="Arial"/>
                <a:cs typeface="Arial"/>
              </a:defRPr>
            </a:lvl2pPr>
            <a:lvl3pPr algn="l">
              <a:buNone/>
              <a:defRPr sz="900" b="1" i="0">
                <a:solidFill>
                  <a:srgbClr val="79B9E8"/>
                </a:solidFill>
                <a:latin typeface="Arial"/>
                <a:ea typeface="Arial"/>
                <a:cs typeface="Arial"/>
              </a:defRPr>
            </a:lvl3pPr>
            <a:lvl4pPr algn="l">
              <a:buNone/>
              <a:defRPr sz="900" b="1" i="0">
                <a:solidFill>
                  <a:srgbClr val="79B9E8"/>
                </a:solidFill>
                <a:latin typeface="Arial"/>
                <a:ea typeface="Arial"/>
                <a:cs typeface="Arial"/>
              </a:defRPr>
            </a:lvl4pPr>
            <a:lvl5pPr algn="l">
              <a:buNone/>
              <a:defRPr sz="900" b="1" i="0">
                <a:solidFill>
                  <a:srgbClr val="79B9E8"/>
                </a:solidFill>
                <a:latin typeface="Arial"/>
                <a:ea typeface="Arial"/>
                <a:cs typeface="Arial"/>
              </a:defRPr>
            </a:lvl5pPr>
            <a:lvl6pPr algn="l">
              <a:buNone/>
              <a:defRPr sz="900" b="1" i="0">
                <a:solidFill>
                  <a:srgbClr val="79B9E8"/>
                </a:solidFill>
                <a:latin typeface="Arial"/>
                <a:ea typeface="Arial"/>
                <a:cs typeface="Arial"/>
              </a:defRPr>
            </a:lvl6pPr>
            <a:lvl7pPr algn="l">
              <a:buNone/>
              <a:defRPr sz="900" b="1" i="0">
                <a:solidFill>
                  <a:srgbClr val="79B9E8"/>
                </a:solidFill>
                <a:latin typeface="Arial"/>
                <a:ea typeface="Arial"/>
                <a:cs typeface="Arial"/>
              </a:defRPr>
            </a:lvl7pPr>
            <a:lvl8pPr algn="l">
              <a:buNone/>
              <a:defRPr sz="900" b="1" i="0">
                <a:solidFill>
                  <a:srgbClr val="79B9E8"/>
                </a:solidFill>
                <a:latin typeface="Arial"/>
                <a:ea typeface="Arial"/>
                <a:cs typeface="Arial"/>
              </a:defRPr>
            </a:lvl8pPr>
            <a:lvl9pPr algn="l">
              <a:buNone/>
              <a:defRPr sz="900" b="1" i="0">
                <a:solidFill>
                  <a:srgbClr val="79B9E8"/>
                </a:solidFill>
                <a:latin typeface="Arial"/>
                <a:ea typeface="Arial"/>
                <a:cs typeface="Arial"/>
              </a:defRPr>
            </a:lvl9pPr>
          </a:lstStyle>
          <a:p xmlns:a="http://schemas.openxmlformats.org/drawingml/2006/main">
            <a:pPr algn="l">
              <a:buNone/>
              <a:defRPr sz="900" b="1" i="0">
                <a:solidFill>
                  <a:srgbClr val="79B9E8"/>
                </a:solidFill>
                <a:latin typeface="Arial"/>
                <a:ea typeface="Arial"/>
                <a:cs typeface="Arial"/>
              </a:defRPr>
            </a:pPr>
            <a:r>
              <a:rPr sz="900" b="1" i="0">
                <a:solidFill>
                  <a:srgbClr val="79B9E8"/>
                </a:solidFill>
                <a:latin typeface="Arial"/>
                <a:ea typeface="Arial"/>
                <a:cs typeface="Arial"/>
              </a:rPr>
              <a:t>INPUT</a:t>
            </a:r>
          </a:p>
        </p:txBody>
      </p:sp>
      <p:sp>
        <p:nvSpPr>
          <p:cNvPr id="8" name="Rectangle: Rounded Corners 7">
            <a:extLst xmlns:a="http://schemas.openxmlformats.org/drawingml/2006/main">
              <a:ext uri="{FF2B5EF4-FFF2-40B4-BE49-F238E27FC236}">
                <a16:creationId xmlns:a16="http://schemas.microsoft.com/office/drawing/2014/main" id="{EE1F3311-8BE7-4055-BD9E-85A82DB3A03E}"/>
              </a:ext>
            </a:extLst>
          </p:cNvPr>
          <p:cNvSpPr>
            <a:spLocks xmlns:a="http://schemas.openxmlformats.org/drawingml/2006/main" noGrp="1"/>
          </p:cNvSpPr>
          <p:nvPr/>
        </p:nvSpPr>
        <p:spPr>
          <a:xfrm xmlns:a="http://schemas.openxmlformats.org/drawingml/2006/main">
            <a:off x="590550" y="2047875"/>
            <a:ext cx="2705100" cy="1123950"/>
          </a:xfrm>
          <a:prstGeom xmlns:a="http://schemas.openxmlformats.org/drawingml/2006/main" prst="roundRect">
            <a:avLst>
              <a:gd name="adj" fmla="val 11864"/>
            </a:avLst>
          </a:prstGeom>
          <a:solidFill xmlns:a="http://schemas.openxmlformats.org/drawingml/2006/main">
            <a:srgbClr val="101D2D"/>
          </a:solidFill>
          <a:ln xmlns:a="http://schemas.openxmlformats.org/drawingml/2006/main" w="11430">
            <a:solidFill>
              <a:srgbClr val="79B9E8"/>
            </a:solidFill>
            <a:prstDash val="solid"/>
          </a:ln>
        </p:spPr>
      </p:sp>
      <p:sp>
        <p:nvSpPr>
          <p:cNvPr id="9" name="Rectangle 8">
            <a:extLst xmlns:a="http://schemas.openxmlformats.org/drawingml/2006/main">
              <a:ext uri="{FF2B5EF4-FFF2-40B4-BE49-F238E27FC236}">
                <a16:creationId xmlns:a16="http://schemas.microsoft.com/office/drawing/2014/main" id="{7A647426-5110-40A6-98E4-D84C5F3FD18A}"/>
              </a:ext>
            </a:extLst>
          </p:cNvPr>
          <p:cNvSpPr>
            <a:spLocks xmlns:a="http://schemas.openxmlformats.org/drawingml/2006/main" noGrp="1"/>
          </p:cNvSpPr>
          <p:nvPr/>
        </p:nvSpPr>
        <p:spPr>
          <a:xfrm xmlns:a="http://schemas.openxmlformats.org/drawingml/2006/main">
            <a:off x="781050" y="2209800"/>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500" b="1" i="0">
                <a:solidFill>
                  <a:srgbClr val="F4F7FB"/>
                </a:solidFill>
                <a:latin typeface="Arial"/>
                <a:ea typeface="Arial"/>
                <a:cs typeface="Arial"/>
              </a:defRPr>
            </a:defPPr>
            <a:lvl1pPr algn="l">
              <a:buNone/>
              <a:defRPr sz="1500" b="1" i="0">
                <a:solidFill>
                  <a:srgbClr val="F4F7FB"/>
                </a:solidFill>
                <a:latin typeface="Arial"/>
                <a:ea typeface="Arial"/>
                <a:cs typeface="Arial"/>
              </a:defRPr>
            </a:lvl1pPr>
            <a:lvl2pPr algn="l">
              <a:buNone/>
              <a:defRPr sz="1500" b="1" i="0">
                <a:solidFill>
                  <a:srgbClr val="F4F7FB"/>
                </a:solidFill>
                <a:latin typeface="Arial"/>
                <a:ea typeface="Arial"/>
                <a:cs typeface="Arial"/>
              </a:defRPr>
            </a:lvl2pPr>
            <a:lvl3pPr algn="l">
              <a:buNone/>
              <a:defRPr sz="1500" b="1" i="0">
                <a:solidFill>
                  <a:srgbClr val="F4F7FB"/>
                </a:solidFill>
                <a:latin typeface="Arial"/>
                <a:ea typeface="Arial"/>
                <a:cs typeface="Arial"/>
              </a:defRPr>
            </a:lvl3pPr>
            <a:lvl4pPr algn="l">
              <a:buNone/>
              <a:defRPr sz="1500" b="1" i="0">
                <a:solidFill>
                  <a:srgbClr val="F4F7FB"/>
                </a:solidFill>
                <a:latin typeface="Arial"/>
                <a:ea typeface="Arial"/>
                <a:cs typeface="Arial"/>
              </a:defRPr>
            </a:lvl4pPr>
            <a:lvl5pPr algn="l">
              <a:buNone/>
              <a:defRPr sz="1500" b="1" i="0">
                <a:solidFill>
                  <a:srgbClr val="F4F7FB"/>
                </a:solidFill>
                <a:latin typeface="Arial"/>
                <a:ea typeface="Arial"/>
                <a:cs typeface="Arial"/>
              </a:defRPr>
            </a:lvl5pPr>
            <a:lvl6pPr algn="l">
              <a:buNone/>
              <a:defRPr sz="1500" b="1" i="0">
                <a:solidFill>
                  <a:srgbClr val="F4F7FB"/>
                </a:solidFill>
                <a:latin typeface="Arial"/>
                <a:ea typeface="Arial"/>
                <a:cs typeface="Arial"/>
              </a:defRPr>
            </a:lvl6pPr>
            <a:lvl7pPr algn="l">
              <a:buNone/>
              <a:defRPr sz="1500" b="1" i="0">
                <a:solidFill>
                  <a:srgbClr val="F4F7FB"/>
                </a:solidFill>
                <a:latin typeface="Arial"/>
                <a:ea typeface="Arial"/>
                <a:cs typeface="Arial"/>
              </a:defRPr>
            </a:lvl7pPr>
            <a:lvl8pPr algn="l">
              <a:buNone/>
              <a:defRPr sz="1500" b="1" i="0">
                <a:solidFill>
                  <a:srgbClr val="F4F7FB"/>
                </a:solidFill>
                <a:latin typeface="Arial"/>
                <a:ea typeface="Arial"/>
                <a:cs typeface="Arial"/>
              </a:defRPr>
            </a:lvl8pPr>
            <a:lvl9pPr algn="l">
              <a:buNone/>
              <a:defRPr sz="1500" b="1" i="0">
                <a:solidFill>
                  <a:srgbClr val="F4F7FB"/>
                </a:solidFill>
                <a:latin typeface="Arial"/>
                <a:ea typeface="Arial"/>
                <a:cs typeface="Arial"/>
              </a:defRPr>
            </a:lvl9pPr>
          </a:lstStyle>
          <a:p xmlns:a="http://schemas.openxmlformats.org/drawingml/2006/main">
            <a:pPr algn="l">
              <a:buNone/>
              <a:defRPr sz="1500" b="1" i="0">
                <a:solidFill>
                  <a:srgbClr val="F4F7FB"/>
                </a:solidFill>
                <a:latin typeface="Arial"/>
                <a:ea typeface="Arial"/>
                <a:cs typeface="Arial"/>
              </a:defRPr>
            </a:pPr>
            <a:r>
              <a:rPr sz="1500" b="1" i="0">
                <a:solidFill>
                  <a:srgbClr val="F4F7FB"/>
                </a:solidFill>
                <a:latin typeface="Arial"/>
                <a:ea typeface="Arial"/>
                <a:cs typeface="Arial"/>
              </a:rPr>
              <a:t>Transaction CSV</a:t>
            </a:r>
          </a:p>
        </p:txBody>
      </p:sp>
      <p:sp>
        <p:nvSpPr>
          <p:cNvPr id="10" name="Rectangle 9">
            <a:extLst xmlns:a="http://schemas.openxmlformats.org/drawingml/2006/main">
              <a:ext uri="{FF2B5EF4-FFF2-40B4-BE49-F238E27FC236}">
                <a16:creationId xmlns:a16="http://schemas.microsoft.com/office/drawing/2014/main" id="{75FA8F64-86B4-4190-B3DF-A2B20BF4D5DB}"/>
              </a:ext>
            </a:extLst>
          </p:cNvPr>
          <p:cNvSpPr>
            <a:spLocks xmlns:a="http://schemas.openxmlformats.org/drawingml/2006/main" noGrp="1"/>
          </p:cNvSpPr>
          <p:nvPr/>
        </p:nvSpPr>
        <p:spPr>
          <a:xfrm xmlns:a="http://schemas.openxmlformats.org/drawingml/2006/main">
            <a:off x="781050" y="2552700"/>
            <a:ext cx="2333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0" i="0">
                <a:solidFill>
                  <a:srgbClr val="9AAFC2"/>
                </a:solidFill>
                <a:latin typeface="Arial"/>
                <a:ea typeface="Arial"/>
                <a:cs typeface="Arial"/>
              </a:defRPr>
            </a:defPPr>
            <a:lvl1pPr algn="l">
              <a:buNone/>
              <a:defRPr sz="1125" b="0" i="0">
                <a:solidFill>
                  <a:srgbClr val="9AAFC2"/>
                </a:solidFill>
                <a:latin typeface="Arial"/>
                <a:ea typeface="Arial"/>
                <a:cs typeface="Arial"/>
              </a:defRPr>
            </a:lvl1pPr>
            <a:lvl2pPr algn="l">
              <a:buNone/>
              <a:defRPr sz="1125" b="0" i="0">
                <a:solidFill>
                  <a:srgbClr val="9AAFC2"/>
                </a:solidFill>
                <a:latin typeface="Arial"/>
                <a:ea typeface="Arial"/>
                <a:cs typeface="Arial"/>
              </a:defRPr>
            </a:lvl2pPr>
            <a:lvl3pPr algn="l">
              <a:buNone/>
              <a:defRPr sz="1125" b="0" i="0">
                <a:solidFill>
                  <a:srgbClr val="9AAFC2"/>
                </a:solidFill>
                <a:latin typeface="Arial"/>
                <a:ea typeface="Arial"/>
                <a:cs typeface="Arial"/>
              </a:defRPr>
            </a:lvl3pPr>
            <a:lvl4pPr algn="l">
              <a:buNone/>
              <a:defRPr sz="1125" b="0" i="0">
                <a:solidFill>
                  <a:srgbClr val="9AAFC2"/>
                </a:solidFill>
                <a:latin typeface="Arial"/>
                <a:ea typeface="Arial"/>
                <a:cs typeface="Arial"/>
              </a:defRPr>
            </a:lvl4pPr>
            <a:lvl5pPr algn="l">
              <a:buNone/>
              <a:defRPr sz="1125" b="0" i="0">
                <a:solidFill>
                  <a:srgbClr val="9AAFC2"/>
                </a:solidFill>
                <a:latin typeface="Arial"/>
                <a:ea typeface="Arial"/>
                <a:cs typeface="Arial"/>
              </a:defRPr>
            </a:lvl5pPr>
            <a:lvl6pPr algn="l">
              <a:buNone/>
              <a:defRPr sz="1125" b="0" i="0">
                <a:solidFill>
                  <a:srgbClr val="9AAFC2"/>
                </a:solidFill>
                <a:latin typeface="Arial"/>
                <a:ea typeface="Arial"/>
                <a:cs typeface="Arial"/>
              </a:defRPr>
            </a:lvl6pPr>
            <a:lvl7pPr algn="l">
              <a:buNone/>
              <a:defRPr sz="1125" b="0" i="0">
                <a:solidFill>
                  <a:srgbClr val="9AAFC2"/>
                </a:solidFill>
                <a:latin typeface="Arial"/>
                <a:ea typeface="Arial"/>
                <a:cs typeface="Arial"/>
              </a:defRPr>
            </a:lvl7pPr>
            <a:lvl8pPr algn="l">
              <a:buNone/>
              <a:defRPr sz="1125" b="0" i="0">
                <a:solidFill>
                  <a:srgbClr val="9AAFC2"/>
                </a:solidFill>
                <a:latin typeface="Arial"/>
                <a:ea typeface="Arial"/>
                <a:cs typeface="Arial"/>
              </a:defRPr>
            </a:lvl8pPr>
            <a:lvl9pPr algn="l">
              <a:buNone/>
              <a:defRPr sz="1125" b="0" i="0">
                <a:solidFill>
                  <a:srgbClr val="9AAFC2"/>
                </a:solidFill>
                <a:latin typeface="Arial"/>
                <a:ea typeface="Arial"/>
                <a:cs typeface="Arial"/>
              </a:defRPr>
            </a:lvl9pPr>
          </a:lstStyle>
          <a:p xmlns:a="http://schemas.openxmlformats.org/drawingml/2006/main">
            <a:pPr algn="l">
              <a:buNone/>
              <a:defRPr sz="1125" b="0" i="0">
                <a:solidFill>
                  <a:srgbClr val="9AAFC2"/>
                </a:solidFill>
                <a:latin typeface="Arial"/>
                <a:ea typeface="Arial"/>
                <a:cs typeface="Arial"/>
              </a:defRPr>
            </a:pPr>
            <a:r>
              <a:rPr sz="1125" b="0" i="0">
                <a:solidFill>
                  <a:srgbClr val="9AAFC2"/>
                </a:solidFill>
                <a:latin typeface="Arial"/>
                <a:ea typeface="Arial"/>
                <a:cs typeface="Arial"/>
              </a:rPr>
              <a:t>ID · time · sender · receiver · amount · type</a:t>
            </a:r>
          </a:p>
        </p:txBody>
      </p:sp>
      <p:sp>
        <p:nvSpPr>
          <p:cNvPr id="11" name="Rectangle 10">
            <a:extLst xmlns:a="http://schemas.openxmlformats.org/drawingml/2006/main">
              <a:ext uri="{FF2B5EF4-FFF2-40B4-BE49-F238E27FC236}">
                <a16:creationId xmlns:a16="http://schemas.microsoft.com/office/drawing/2014/main" id="{0EE4F1DA-7FAF-458B-B579-3AC6BEF4442E}"/>
              </a:ext>
            </a:extLst>
          </p:cNvPr>
          <p:cNvSpPr>
            <a:spLocks xmlns:a="http://schemas.openxmlformats.org/drawingml/2006/main" noGrp="1"/>
          </p:cNvSpPr>
          <p:nvPr/>
        </p:nvSpPr>
        <p:spPr>
          <a:xfrm xmlns:a="http://schemas.openxmlformats.org/drawingml/2006/main">
            <a:off x="4095750" y="1762125"/>
            <a:ext cx="3476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00" b="1" i="0">
                <a:solidFill>
                  <a:srgbClr val="38E0C1"/>
                </a:solidFill>
                <a:latin typeface="Arial"/>
                <a:ea typeface="Arial"/>
                <a:cs typeface="Arial"/>
              </a:defRPr>
            </a:defPPr>
            <a:lvl1pPr algn="l">
              <a:buNone/>
              <a:defRPr sz="900" b="1" i="0">
                <a:solidFill>
                  <a:srgbClr val="38E0C1"/>
                </a:solidFill>
                <a:latin typeface="Arial"/>
                <a:ea typeface="Arial"/>
                <a:cs typeface="Arial"/>
              </a:defRPr>
            </a:lvl1pPr>
            <a:lvl2pPr algn="l">
              <a:buNone/>
              <a:defRPr sz="900" b="1" i="0">
                <a:solidFill>
                  <a:srgbClr val="38E0C1"/>
                </a:solidFill>
                <a:latin typeface="Arial"/>
                <a:ea typeface="Arial"/>
                <a:cs typeface="Arial"/>
              </a:defRPr>
            </a:lvl2pPr>
            <a:lvl3pPr algn="l">
              <a:buNone/>
              <a:defRPr sz="900" b="1" i="0">
                <a:solidFill>
                  <a:srgbClr val="38E0C1"/>
                </a:solidFill>
                <a:latin typeface="Arial"/>
                <a:ea typeface="Arial"/>
                <a:cs typeface="Arial"/>
              </a:defRPr>
            </a:lvl3pPr>
            <a:lvl4pPr algn="l">
              <a:buNone/>
              <a:defRPr sz="900" b="1" i="0">
                <a:solidFill>
                  <a:srgbClr val="38E0C1"/>
                </a:solidFill>
                <a:latin typeface="Arial"/>
                <a:ea typeface="Arial"/>
                <a:cs typeface="Arial"/>
              </a:defRPr>
            </a:lvl4pPr>
            <a:lvl5pPr algn="l">
              <a:buNone/>
              <a:defRPr sz="900" b="1" i="0">
                <a:solidFill>
                  <a:srgbClr val="38E0C1"/>
                </a:solidFill>
                <a:latin typeface="Arial"/>
                <a:ea typeface="Arial"/>
                <a:cs typeface="Arial"/>
              </a:defRPr>
            </a:lvl5pPr>
            <a:lvl6pPr algn="l">
              <a:buNone/>
              <a:defRPr sz="900" b="1" i="0">
                <a:solidFill>
                  <a:srgbClr val="38E0C1"/>
                </a:solidFill>
                <a:latin typeface="Arial"/>
                <a:ea typeface="Arial"/>
                <a:cs typeface="Arial"/>
              </a:defRPr>
            </a:lvl6pPr>
            <a:lvl7pPr algn="l">
              <a:buNone/>
              <a:defRPr sz="900" b="1" i="0">
                <a:solidFill>
                  <a:srgbClr val="38E0C1"/>
                </a:solidFill>
                <a:latin typeface="Arial"/>
                <a:ea typeface="Arial"/>
                <a:cs typeface="Arial"/>
              </a:defRPr>
            </a:lvl7pPr>
            <a:lvl8pPr algn="l">
              <a:buNone/>
              <a:defRPr sz="900" b="1" i="0">
                <a:solidFill>
                  <a:srgbClr val="38E0C1"/>
                </a:solidFill>
                <a:latin typeface="Arial"/>
                <a:ea typeface="Arial"/>
                <a:cs typeface="Arial"/>
              </a:defRPr>
            </a:lvl8pPr>
            <a:lvl9pPr algn="l">
              <a:buNone/>
              <a:defRPr sz="900" b="1" i="0">
                <a:solidFill>
                  <a:srgbClr val="38E0C1"/>
                </a:solidFill>
                <a:latin typeface="Arial"/>
                <a:ea typeface="Arial"/>
                <a:cs typeface="Arial"/>
              </a:defRPr>
            </a:lvl9pPr>
          </a:lstStyle>
          <a:p xmlns:a="http://schemas.openxmlformats.org/drawingml/2006/main">
            <a:pPr algn="l">
              <a:buNone/>
              <a:defRPr sz="900" b="1" i="0">
                <a:solidFill>
                  <a:srgbClr val="38E0C1"/>
                </a:solidFill>
                <a:latin typeface="Arial"/>
                <a:ea typeface="Arial"/>
                <a:cs typeface="Arial"/>
              </a:defRPr>
            </a:pPr>
            <a:r>
              <a:rPr sz="900" b="1" i="0">
                <a:solidFill>
                  <a:srgbClr val="38E0C1"/>
                </a:solidFill>
                <a:latin typeface="Arial"/>
                <a:ea typeface="Arial"/>
                <a:cs typeface="Arial"/>
              </a:rPr>
              <a:t>DETERMINISTIC PROCESSING</a:t>
            </a:r>
          </a:p>
        </p:txBody>
      </p:sp>
      <p:sp>
        <p:nvSpPr>
          <p:cNvPr id="12" name="Rectangle: Rounded Corners 11">
            <a:extLst xmlns:a="http://schemas.openxmlformats.org/drawingml/2006/main">
              <a:ext uri="{FF2B5EF4-FFF2-40B4-BE49-F238E27FC236}">
                <a16:creationId xmlns:a16="http://schemas.microsoft.com/office/drawing/2014/main" id="{D0A67B39-C32F-4701-A4B8-3CC2F3378B2C}"/>
              </a:ext>
            </a:extLst>
          </p:cNvPr>
          <p:cNvSpPr>
            <a:spLocks xmlns:a="http://schemas.openxmlformats.org/drawingml/2006/main" noGrp="1"/>
          </p:cNvSpPr>
          <p:nvPr/>
        </p:nvSpPr>
        <p:spPr>
          <a:xfrm xmlns:a="http://schemas.openxmlformats.org/drawingml/2006/main">
            <a:off x="4000500" y="2047875"/>
            <a:ext cx="1695450" cy="1123950"/>
          </a:xfrm>
          <a:prstGeom xmlns:a="http://schemas.openxmlformats.org/drawingml/2006/main" prst="roundRect">
            <a:avLst>
              <a:gd name="adj" fmla="val 11864"/>
            </a:avLst>
          </a:prstGeom>
          <a:solidFill xmlns:a="http://schemas.openxmlformats.org/drawingml/2006/main">
            <a:srgbClr val="101D2D"/>
          </a:solidFill>
          <a:ln xmlns:a="http://schemas.openxmlformats.org/drawingml/2006/main" w="11430">
            <a:solidFill>
              <a:srgbClr val="38E0C1"/>
            </a:solidFill>
            <a:prstDash val="solid"/>
          </a:ln>
        </p:spPr>
      </p:sp>
      <p:sp>
        <p:nvSpPr>
          <p:cNvPr id="13" name="Rectangle 12">
            <a:extLst xmlns:a="http://schemas.openxmlformats.org/drawingml/2006/main">
              <a:ext uri="{FF2B5EF4-FFF2-40B4-BE49-F238E27FC236}">
                <a16:creationId xmlns:a16="http://schemas.microsoft.com/office/drawing/2014/main" id="{D1DF2435-3521-4F28-8091-E8DA46C65CBC}"/>
              </a:ext>
            </a:extLst>
          </p:cNvPr>
          <p:cNvSpPr>
            <a:spLocks xmlns:a="http://schemas.openxmlformats.org/drawingml/2006/main" noGrp="1"/>
          </p:cNvSpPr>
          <p:nvPr/>
        </p:nvSpPr>
        <p:spPr>
          <a:xfrm xmlns:a="http://schemas.openxmlformats.org/drawingml/2006/main">
            <a:off x="4133850" y="2152650"/>
            <a:ext cx="238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1" i="0">
                <a:solidFill>
                  <a:srgbClr val="38E0C1"/>
                </a:solidFill>
                <a:latin typeface="Arial"/>
                <a:ea typeface="Arial"/>
                <a:cs typeface="Arial"/>
              </a:defRPr>
            </a:defPPr>
            <a:lvl1pPr algn="l">
              <a:buNone/>
              <a:defRPr sz="1050" b="1" i="0">
                <a:solidFill>
                  <a:srgbClr val="38E0C1"/>
                </a:solidFill>
                <a:latin typeface="Arial"/>
                <a:ea typeface="Arial"/>
                <a:cs typeface="Arial"/>
              </a:defRPr>
            </a:lvl1pPr>
            <a:lvl2pPr algn="l">
              <a:buNone/>
              <a:defRPr sz="1050" b="1" i="0">
                <a:solidFill>
                  <a:srgbClr val="38E0C1"/>
                </a:solidFill>
                <a:latin typeface="Arial"/>
                <a:ea typeface="Arial"/>
                <a:cs typeface="Arial"/>
              </a:defRPr>
            </a:lvl2pPr>
            <a:lvl3pPr algn="l">
              <a:buNone/>
              <a:defRPr sz="1050" b="1" i="0">
                <a:solidFill>
                  <a:srgbClr val="38E0C1"/>
                </a:solidFill>
                <a:latin typeface="Arial"/>
                <a:ea typeface="Arial"/>
                <a:cs typeface="Arial"/>
              </a:defRPr>
            </a:lvl3pPr>
            <a:lvl4pPr algn="l">
              <a:buNone/>
              <a:defRPr sz="1050" b="1" i="0">
                <a:solidFill>
                  <a:srgbClr val="38E0C1"/>
                </a:solidFill>
                <a:latin typeface="Arial"/>
                <a:ea typeface="Arial"/>
                <a:cs typeface="Arial"/>
              </a:defRPr>
            </a:lvl4pPr>
            <a:lvl5pPr algn="l">
              <a:buNone/>
              <a:defRPr sz="1050" b="1" i="0">
                <a:solidFill>
                  <a:srgbClr val="38E0C1"/>
                </a:solidFill>
                <a:latin typeface="Arial"/>
                <a:ea typeface="Arial"/>
                <a:cs typeface="Arial"/>
              </a:defRPr>
            </a:lvl5pPr>
            <a:lvl6pPr algn="l">
              <a:buNone/>
              <a:defRPr sz="1050" b="1" i="0">
                <a:solidFill>
                  <a:srgbClr val="38E0C1"/>
                </a:solidFill>
                <a:latin typeface="Arial"/>
                <a:ea typeface="Arial"/>
                <a:cs typeface="Arial"/>
              </a:defRPr>
            </a:lvl6pPr>
            <a:lvl7pPr algn="l">
              <a:buNone/>
              <a:defRPr sz="1050" b="1" i="0">
                <a:solidFill>
                  <a:srgbClr val="38E0C1"/>
                </a:solidFill>
                <a:latin typeface="Arial"/>
                <a:ea typeface="Arial"/>
                <a:cs typeface="Arial"/>
              </a:defRPr>
            </a:lvl7pPr>
            <a:lvl8pPr algn="l">
              <a:buNone/>
              <a:defRPr sz="1050" b="1" i="0">
                <a:solidFill>
                  <a:srgbClr val="38E0C1"/>
                </a:solidFill>
                <a:latin typeface="Arial"/>
                <a:ea typeface="Arial"/>
                <a:cs typeface="Arial"/>
              </a:defRPr>
            </a:lvl8pPr>
            <a:lvl9pPr algn="l">
              <a:buNone/>
              <a:defRPr sz="1050" b="1" i="0">
                <a:solidFill>
                  <a:srgbClr val="38E0C1"/>
                </a:solidFill>
                <a:latin typeface="Arial"/>
                <a:ea typeface="Arial"/>
                <a:cs typeface="Arial"/>
              </a:defRPr>
            </a:lvl9pPr>
          </a:lstStyle>
          <a:p xmlns:a="http://schemas.openxmlformats.org/drawingml/2006/main">
            <a:pPr algn="l">
              <a:buNone/>
              <a:defRPr sz="1050" b="1" i="0">
                <a:solidFill>
                  <a:srgbClr val="38E0C1"/>
                </a:solidFill>
                <a:latin typeface="Arial"/>
                <a:ea typeface="Arial"/>
                <a:cs typeface="Arial"/>
              </a:defRPr>
            </a:pPr>
            <a:r>
              <a:rPr sz="1050" b="1" i="0">
                <a:solidFill>
                  <a:srgbClr val="38E0C1"/>
                </a:solidFill>
                <a:latin typeface="Arial"/>
                <a:ea typeface="Arial"/>
                <a:cs typeface="Arial"/>
              </a:rPr>
              <a:t>1</a:t>
            </a:r>
          </a:p>
        </p:txBody>
      </p:sp>
      <p:sp>
        <p:nvSpPr>
          <p:cNvPr id="14" name="Rectangle 13">
            <a:extLst xmlns:a="http://schemas.openxmlformats.org/drawingml/2006/main">
              <a:ext uri="{FF2B5EF4-FFF2-40B4-BE49-F238E27FC236}">
                <a16:creationId xmlns:a16="http://schemas.microsoft.com/office/drawing/2014/main" id="{433D1E96-FAD0-4894-971D-47B97A7D5274}"/>
              </a:ext>
            </a:extLst>
          </p:cNvPr>
          <p:cNvSpPr>
            <a:spLocks xmlns:a="http://schemas.openxmlformats.org/drawingml/2006/main" noGrp="1"/>
          </p:cNvSpPr>
          <p:nvPr/>
        </p:nvSpPr>
        <p:spPr>
          <a:xfrm xmlns:a="http://schemas.openxmlformats.org/drawingml/2006/main">
            <a:off x="4429125" y="21336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425" b="1" i="0">
                <a:solidFill>
                  <a:srgbClr val="F4F7FB"/>
                </a:solidFill>
                <a:latin typeface="Arial"/>
                <a:ea typeface="Arial"/>
                <a:cs typeface="Arial"/>
              </a:defRPr>
            </a:defPPr>
            <a:lvl1pPr algn="l">
              <a:buNone/>
              <a:defRPr sz="1425" b="1" i="0">
                <a:solidFill>
                  <a:srgbClr val="F4F7FB"/>
                </a:solidFill>
                <a:latin typeface="Arial"/>
                <a:ea typeface="Arial"/>
                <a:cs typeface="Arial"/>
              </a:defRPr>
            </a:lvl1pPr>
            <a:lvl2pPr algn="l">
              <a:buNone/>
              <a:defRPr sz="1425" b="1" i="0">
                <a:solidFill>
                  <a:srgbClr val="F4F7FB"/>
                </a:solidFill>
                <a:latin typeface="Arial"/>
                <a:ea typeface="Arial"/>
                <a:cs typeface="Arial"/>
              </a:defRPr>
            </a:lvl2pPr>
            <a:lvl3pPr algn="l">
              <a:buNone/>
              <a:defRPr sz="1425" b="1" i="0">
                <a:solidFill>
                  <a:srgbClr val="F4F7FB"/>
                </a:solidFill>
                <a:latin typeface="Arial"/>
                <a:ea typeface="Arial"/>
                <a:cs typeface="Arial"/>
              </a:defRPr>
            </a:lvl3pPr>
            <a:lvl4pPr algn="l">
              <a:buNone/>
              <a:defRPr sz="1425" b="1" i="0">
                <a:solidFill>
                  <a:srgbClr val="F4F7FB"/>
                </a:solidFill>
                <a:latin typeface="Arial"/>
                <a:ea typeface="Arial"/>
                <a:cs typeface="Arial"/>
              </a:defRPr>
            </a:lvl4pPr>
            <a:lvl5pPr algn="l">
              <a:buNone/>
              <a:defRPr sz="1425" b="1" i="0">
                <a:solidFill>
                  <a:srgbClr val="F4F7FB"/>
                </a:solidFill>
                <a:latin typeface="Arial"/>
                <a:ea typeface="Arial"/>
                <a:cs typeface="Arial"/>
              </a:defRPr>
            </a:lvl5pPr>
            <a:lvl6pPr algn="l">
              <a:buNone/>
              <a:defRPr sz="1425" b="1" i="0">
                <a:solidFill>
                  <a:srgbClr val="F4F7FB"/>
                </a:solidFill>
                <a:latin typeface="Arial"/>
                <a:ea typeface="Arial"/>
                <a:cs typeface="Arial"/>
              </a:defRPr>
            </a:lvl6pPr>
            <a:lvl7pPr algn="l">
              <a:buNone/>
              <a:defRPr sz="1425" b="1" i="0">
                <a:solidFill>
                  <a:srgbClr val="F4F7FB"/>
                </a:solidFill>
                <a:latin typeface="Arial"/>
                <a:ea typeface="Arial"/>
                <a:cs typeface="Arial"/>
              </a:defRPr>
            </a:lvl7pPr>
            <a:lvl8pPr algn="l">
              <a:buNone/>
              <a:defRPr sz="1425" b="1" i="0">
                <a:solidFill>
                  <a:srgbClr val="F4F7FB"/>
                </a:solidFill>
                <a:latin typeface="Arial"/>
                <a:ea typeface="Arial"/>
                <a:cs typeface="Arial"/>
              </a:defRPr>
            </a:lvl8pPr>
            <a:lvl9pPr algn="l">
              <a:buNone/>
              <a:defRPr sz="1425" b="1" i="0">
                <a:solidFill>
                  <a:srgbClr val="F4F7FB"/>
                </a:solidFill>
                <a:latin typeface="Arial"/>
                <a:ea typeface="Arial"/>
                <a:cs typeface="Arial"/>
              </a:defRPr>
            </a:lvl9pPr>
          </a:lstStyle>
          <a:p xmlns:a="http://schemas.openxmlformats.org/drawingml/2006/main">
            <a:pPr algn="l">
              <a:buNone/>
              <a:defRPr sz="1425" b="1" i="0">
                <a:solidFill>
                  <a:srgbClr val="F4F7FB"/>
                </a:solidFill>
                <a:latin typeface="Arial"/>
                <a:ea typeface="Arial"/>
                <a:cs typeface="Arial"/>
              </a:defRPr>
            </a:pPr>
            <a:r>
              <a:rPr sz="1425" b="1" i="0">
                <a:solidFill>
                  <a:srgbClr val="F4F7FB"/>
                </a:solidFill>
                <a:latin typeface="Arial"/>
                <a:ea typeface="Arial"/>
                <a:cs typeface="Arial"/>
              </a:rPr>
              <a:t>Validate</a:t>
            </a:r>
          </a:p>
        </p:txBody>
      </p:sp>
      <p:sp>
        <p:nvSpPr>
          <p:cNvPr id="15" name="Rectangle 14">
            <a:extLst xmlns:a="http://schemas.openxmlformats.org/drawingml/2006/main">
              <a:ext uri="{FF2B5EF4-FFF2-40B4-BE49-F238E27FC236}">
                <a16:creationId xmlns:a16="http://schemas.microsoft.com/office/drawing/2014/main" id="{CEB770FC-F1C3-4F38-9280-E3B1CFD59BB5}"/>
              </a:ext>
            </a:extLst>
          </p:cNvPr>
          <p:cNvSpPr>
            <a:spLocks xmlns:a="http://schemas.openxmlformats.org/drawingml/2006/main" noGrp="1"/>
          </p:cNvSpPr>
          <p:nvPr/>
        </p:nvSpPr>
        <p:spPr>
          <a:xfrm xmlns:a="http://schemas.openxmlformats.org/drawingml/2006/main">
            <a:off x="4133850" y="2505075"/>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0" i="0">
                <a:solidFill>
                  <a:srgbClr val="9AAFC2"/>
                </a:solidFill>
                <a:latin typeface="Arial"/>
                <a:ea typeface="Arial"/>
                <a:cs typeface="Arial"/>
              </a:defRPr>
            </a:defPPr>
            <a:lvl1pPr algn="l">
              <a:buNone/>
              <a:defRPr sz="1050" b="0" i="0">
                <a:solidFill>
                  <a:srgbClr val="9AAFC2"/>
                </a:solidFill>
                <a:latin typeface="Arial"/>
                <a:ea typeface="Arial"/>
                <a:cs typeface="Arial"/>
              </a:defRPr>
            </a:lvl1pPr>
            <a:lvl2pPr algn="l">
              <a:buNone/>
              <a:defRPr sz="1050" b="0" i="0">
                <a:solidFill>
                  <a:srgbClr val="9AAFC2"/>
                </a:solidFill>
                <a:latin typeface="Arial"/>
                <a:ea typeface="Arial"/>
                <a:cs typeface="Arial"/>
              </a:defRPr>
            </a:lvl2pPr>
            <a:lvl3pPr algn="l">
              <a:buNone/>
              <a:defRPr sz="1050" b="0" i="0">
                <a:solidFill>
                  <a:srgbClr val="9AAFC2"/>
                </a:solidFill>
                <a:latin typeface="Arial"/>
                <a:ea typeface="Arial"/>
                <a:cs typeface="Arial"/>
              </a:defRPr>
            </a:lvl3pPr>
            <a:lvl4pPr algn="l">
              <a:buNone/>
              <a:defRPr sz="1050" b="0" i="0">
                <a:solidFill>
                  <a:srgbClr val="9AAFC2"/>
                </a:solidFill>
                <a:latin typeface="Arial"/>
                <a:ea typeface="Arial"/>
                <a:cs typeface="Arial"/>
              </a:defRPr>
            </a:lvl4pPr>
            <a:lvl5pPr algn="l">
              <a:buNone/>
              <a:defRPr sz="1050" b="0" i="0">
                <a:solidFill>
                  <a:srgbClr val="9AAFC2"/>
                </a:solidFill>
                <a:latin typeface="Arial"/>
                <a:ea typeface="Arial"/>
                <a:cs typeface="Arial"/>
              </a:defRPr>
            </a:lvl5pPr>
            <a:lvl6pPr algn="l">
              <a:buNone/>
              <a:defRPr sz="1050" b="0" i="0">
                <a:solidFill>
                  <a:srgbClr val="9AAFC2"/>
                </a:solidFill>
                <a:latin typeface="Arial"/>
                <a:ea typeface="Arial"/>
                <a:cs typeface="Arial"/>
              </a:defRPr>
            </a:lvl6pPr>
            <a:lvl7pPr algn="l">
              <a:buNone/>
              <a:defRPr sz="1050" b="0" i="0">
                <a:solidFill>
                  <a:srgbClr val="9AAFC2"/>
                </a:solidFill>
                <a:latin typeface="Arial"/>
                <a:ea typeface="Arial"/>
                <a:cs typeface="Arial"/>
              </a:defRPr>
            </a:lvl7pPr>
            <a:lvl8pPr algn="l">
              <a:buNone/>
              <a:defRPr sz="1050" b="0" i="0">
                <a:solidFill>
                  <a:srgbClr val="9AAFC2"/>
                </a:solidFill>
                <a:latin typeface="Arial"/>
                <a:ea typeface="Arial"/>
                <a:cs typeface="Arial"/>
              </a:defRPr>
            </a:lvl8pPr>
            <a:lvl9pPr algn="l">
              <a:buNone/>
              <a:defRPr sz="1050" b="0" i="0">
                <a:solidFill>
                  <a:srgbClr val="9AAFC2"/>
                </a:solidFill>
                <a:latin typeface="Arial"/>
                <a:ea typeface="Arial"/>
                <a:cs typeface="Arial"/>
              </a:defRPr>
            </a:lvl9pPr>
          </a:lstStyle>
          <a:p xmlns:a="http://schemas.openxmlformats.org/drawingml/2006/main">
            <a:pPr algn="l">
              <a:buNone/>
              <a:defRPr sz="1050" b="0" i="0">
                <a:solidFill>
                  <a:srgbClr val="9AAFC2"/>
                </a:solidFill>
                <a:latin typeface="Arial"/>
                <a:ea typeface="Arial"/>
                <a:cs typeface="Arial"/>
              </a:defRPr>
            </a:pPr>
            <a:r>
              <a:rPr sz="1050" b="0" i="0">
                <a:solidFill>
                  <a:srgbClr val="9AAFC2"/>
                </a:solidFill>
                <a:latin typeface="Arial"/>
                <a:ea typeface="Arial"/>
                <a:cs typeface="Arial"/>
              </a:rPr>
              <a:t>Keep accepted rows and rejected reasons.</a:t>
            </a:r>
          </a:p>
        </p:txBody>
      </p:sp>
      <p:sp>
        <p:nvSpPr>
          <p:cNvPr id="16" name="Rectangle: Rounded Corners 15">
            <a:extLst xmlns:a="http://schemas.openxmlformats.org/drawingml/2006/main">
              <a:ext uri="{FF2B5EF4-FFF2-40B4-BE49-F238E27FC236}">
                <a16:creationId xmlns:a16="http://schemas.microsoft.com/office/drawing/2014/main" id="{349F54B2-29DC-4E1C-9437-6A106E942B66}"/>
              </a:ext>
            </a:extLst>
          </p:cNvPr>
          <p:cNvSpPr>
            <a:spLocks xmlns:a="http://schemas.openxmlformats.org/drawingml/2006/main" noGrp="1"/>
          </p:cNvSpPr>
          <p:nvPr/>
        </p:nvSpPr>
        <p:spPr>
          <a:xfrm xmlns:a="http://schemas.openxmlformats.org/drawingml/2006/main">
            <a:off x="5905500" y="2047875"/>
            <a:ext cx="1695450" cy="1123950"/>
          </a:xfrm>
          <a:prstGeom xmlns:a="http://schemas.openxmlformats.org/drawingml/2006/main" prst="roundRect">
            <a:avLst>
              <a:gd name="adj" fmla="val 11864"/>
            </a:avLst>
          </a:prstGeom>
          <a:solidFill xmlns:a="http://schemas.openxmlformats.org/drawingml/2006/main">
            <a:srgbClr val="101D2D"/>
          </a:solidFill>
          <a:ln xmlns:a="http://schemas.openxmlformats.org/drawingml/2006/main" w="11430">
            <a:solidFill>
              <a:srgbClr val="79B9E8"/>
            </a:solidFill>
            <a:prstDash val="solid"/>
          </a:ln>
        </p:spPr>
      </p:sp>
      <p:sp>
        <p:nvSpPr>
          <p:cNvPr id="17" name="Rectangle 16">
            <a:extLst xmlns:a="http://schemas.openxmlformats.org/drawingml/2006/main">
              <a:ext uri="{FF2B5EF4-FFF2-40B4-BE49-F238E27FC236}">
                <a16:creationId xmlns:a16="http://schemas.microsoft.com/office/drawing/2014/main" id="{8C527124-A542-4DF0-8424-54F8F24321CB}"/>
              </a:ext>
            </a:extLst>
          </p:cNvPr>
          <p:cNvSpPr>
            <a:spLocks xmlns:a="http://schemas.openxmlformats.org/drawingml/2006/main" noGrp="1"/>
          </p:cNvSpPr>
          <p:nvPr/>
        </p:nvSpPr>
        <p:spPr>
          <a:xfrm xmlns:a="http://schemas.openxmlformats.org/drawingml/2006/main">
            <a:off x="6038850" y="2152650"/>
            <a:ext cx="238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1" i="0">
                <a:solidFill>
                  <a:srgbClr val="79B9E8"/>
                </a:solidFill>
                <a:latin typeface="Arial"/>
                <a:ea typeface="Arial"/>
                <a:cs typeface="Arial"/>
              </a:defRPr>
            </a:defPPr>
            <a:lvl1pPr algn="l">
              <a:buNone/>
              <a:defRPr sz="1050" b="1" i="0">
                <a:solidFill>
                  <a:srgbClr val="79B9E8"/>
                </a:solidFill>
                <a:latin typeface="Arial"/>
                <a:ea typeface="Arial"/>
                <a:cs typeface="Arial"/>
              </a:defRPr>
            </a:lvl1pPr>
            <a:lvl2pPr algn="l">
              <a:buNone/>
              <a:defRPr sz="1050" b="1" i="0">
                <a:solidFill>
                  <a:srgbClr val="79B9E8"/>
                </a:solidFill>
                <a:latin typeface="Arial"/>
                <a:ea typeface="Arial"/>
                <a:cs typeface="Arial"/>
              </a:defRPr>
            </a:lvl2pPr>
            <a:lvl3pPr algn="l">
              <a:buNone/>
              <a:defRPr sz="1050" b="1" i="0">
                <a:solidFill>
                  <a:srgbClr val="79B9E8"/>
                </a:solidFill>
                <a:latin typeface="Arial"/>
                <a:ea typeface="Arial"/>
                <a:cs typeface="Arial"/>
              </a:defRPr>
            </a:lvl3pPr>
            <a:lvl4pPr algn="l">
              <a:buNone/>
              <a:defRPr sz="1050" b="1" i="0">
                <a:solidFill>
                  <a:srgbClr val="79B9E8"/>
                </a:solidFill>
                <a:latin typeface="Arial"/>
                <a:ea typeface="Arial"/>
                <a:cs typeface="Arial"/>
              </a:defRPr>
            </a:lvl4pPr>
            <a:lvl5pPr algn="l">
              <a:buNone/>
              <a:defRPr sz="1050" b="1" i="0">
                <a:solidFill>
                  <a:srgbClr val="79B9E8"/>
                </a:solidFill>
                <a:latin typeface="Arial"/>
                <a:ea typeface="Arial"/>
                <a:cs typeface="Arial"/>
              </a:defRPr>
            </a:lvl5pPr>
            <a:lvl6pPr algn="l">
              <a:buNone/>
              <a:defRPr sz="1050" b="1" i="0">
                <a:solidFill>
                  <a:srgbClr val="79B9E8"/>
                </a:solidFill>
                <a:latin typeface="Arial"/>
                <a:ea typeface="Arial"/>
                <a:cs typeface="Arial"/>
              </a:defRPr>
            </a:lvl6pPr>
            <a:lvl7pPr algn="l">
              <a:buNone/>
              <a:defRPr sz="1050" b="1" i="0">
                <a:solidFill>
                  <a:srgbClr val="79B9E8"/>
                </a:solidFill>
                <a:latin typeface="Arial"/>
                <a:ea typeface="Arial"/>
                <a:cs typeface="Arial"/>
              </a:defRPr>
            </a:lvl7pPr>
            <a:lvl8pPr algn="l">
              <a:buNone/>
              <a:defRPr sz="1050" b="1" i="0">
                <a:solidFill>
                  <a:srgbClr val="79B9E8"/>
                </a:solidFill>
                <a:latin typeface="Arial"/>
                <a:ea typeface="Arial"/>
                <a:cs typeface="Arial"/>
              </a:defRPr>
            </a:lvl8pPr>
            <a:lvl9pPr algn="l">
              <a:buNone/>
              <a:defRPr sz="1050" b="1" i="0">
                <a:solidFill>
                  <a:srgbClr val="79B9E8"/>
                </a:solidFill>
                <a:latin typeface="Arial"/>
                <a:ea typeface="Arial"/>
                <a:cs typeface="Arial"/>
              </a:defRPr>
            </a:lvl9pPr>
          </a:lstStyle>
          <a:p xmlns:a="http://schemas.openxmlformats.org/drawingml/2006/main">
            <a:pPr algn="l">
              <a:buNone/>
              <a:defRPr sz="1050" b="1" i="0">
                <a:solidFill>
                  <a:srgbClr val="79B9E8"/>
                </a:solidFill>
                <a:latin typeface="Arial"/>
                <a:ea typeface="Arial"/>
                <a:cs typeface="Arial"/>
              </a:defRPr>
            </a:pPr>
            <a:r>
              <a:rPr sz="1050" b="1" i="0">
                <a:solidFill>
                  <a:srgbClr val="79B9E8"/>
                </a:solidFill>
                <a:latin typeface="Arial"/>
                <a:ea typeface="Arial"/>
                <a:cs typeface="Arial"/>
              </a:rPr>
              <a:t>2</a:t>
            </a:r>
          </a:p>
        </p:txBody>
      </p:sp>
      <p:sp>
        <p:nvSpPr>
          <p:cNvPr id="18" name="Rectangle 17">
            <a:extLst xmlns:a="http://schemas.openxmlformats.org/drawingml/2006/main">
              <a:ext uri="{FF2B5EF4-FFF2-40B4-BE49-F238E27FC236}">
                <a16:creationId xmlns:a16="http://schemas.microsoft.com/office/drawing/2014/main" id="{5F4B1756-611E-4BF4-BDCC-7125F7567116}"/>
              </a:ext>
            </a:extLst>
          </p:cNvPr>
          <p:cNvSpPr>
            <a:spLocks xmlns:a="http://schemas.openxmlformats.org/drawingml/2006/main" noGrp="1"/>
          </p:cNvSpPr>
          <p:nvPr/>
        </p:nvSpPr>
        <p:spPr>
          <a:xfrm xmlns:a="http://schemas.openxmlformats.org/drawingml/2006/main">
            <a:off x="6334125" y="21336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425" b="1" i="0">
                <a:solidFill>
                  <a:srgbClr val="F4F7FB"/>
                </a:solidFill>
                <a:latin typeface="Arial"/>
                <a:ea typeface="Arial"/>
                <a:cs typeface="Arial"/>
              </a:defRPr>
            </a:defPPr>
            <a:lvl1pPr algn="l">
              <a:buNone/>
              <a:defRPr sz="1425" b="1" i="0">
                <a:solidFill>
                  <a:srgbClr val="F4F7FB"/>
                </a:solidFill>
                <a:latin typeface="Arial"/>
                <a:ea typeface="Arial"/>
                <a:cs typeface="Arial"/>
              </a:defRPr>
            </a:lvl1pPr>
            <a:lvl2pPr algn="l">
              <a:buNone/>
              <a:defRPr sz="1425" b="1" i="0">
                <a:solidFill>
                  <a:srgbClr val="F4F7FB"/>
                </a:solidFill>
                <a:latin typeface="Arial"/>
                <a:ea typeface="Arial"/>
                <a:cs typeface="Arial"/>
              </a:defRPr>
            </a:lvl2pPr>
            <a:lvl3pPr algn="l">
              <a:buNone/>
              <a:defRPr sz="1425" b="1" i="0">
                <a:solidFill>
                  <a:srgbClr val="F4F7FB"/>
                </a:solidFill>
                <a:latin typeface="Arial"/>
                <a:ea typeface="Arial"/>
                <a:cs typeface="Arial"/>
              </a:defRPr>
            </a:lvl3pPr>
            <a:lvl4pPr algn="l">
              <a:buNone/>
              <a:defRPr sz="1425" b="1" i="0">
                <a:solidFill>
                  <a:srgbClr val="F4F7FB"/>
                </a:solidFill>
                <a:latin typeface="Arial"/>
                <a:ea typeface="Arial"/>
                <a:cs typeface="Arial"/>
              </a:defRPr>
            </a:lvl4pPr>
            <a:lvl5pPr algn="l">
              <a:buNone/>
              <a:defRPr sz="1425" b="1" i="0">
                <a:solidFill>
                  <a:srgbClr val="F4F7FB"/>
                </a:solidFill>
                <a:latin typeface="Arial"/>
                <a:ea typeface="Arial"/>
                <a:cs typeface="Arial"/>
              </a:defRPr>
            </a:lvl5pPr>
            <a:lvl6pPr algn="l">
              <a:buNone/>
              <a:defRPr sz="1425" b="1" i="0">
                <a:solidFill>
                  <a:srgbClr val="F4F7FB"/>
                </a:solidFill>
                <a:latin typeface="Arial"/>
                <a:ea typeface="Arial"/>
                <a:cs typeface="Arial"/>
              </a:defRPr>
            </a:lvl6pPr>
            <a:lvl7pPr algn="l">
              <a:buNone/>
              <a:defRPr sz="1425" b="1" i="0">
                <a:solidFill>
                  <a:srgbClr val="F4F7FB"/>
                </a:solidFill>
                <a:latin typeface="Arial"/>
                <a:ea typeface="Arial"/>
                <a:cs typeface="Arial"/>
              </a:defRPr>
            </a:lvl7pPr>
            <a:lvl8pPr algn="l">
              <a:buNone/>
              <a:defRPr sz="1425" b="1" i="0">
                <a:solidFill>
                  <a:srgbClr val="F4F7FB"/>
                </a:solidFill>
                <a:latin typeface="Arial"/>
                <a:ea typeface="Arial"/>
                <a:cs typeface="Arial"/>
              </a:defRPr>
            </a:lvl8pPr>
            <a:lvl9pPr algn="l">
              <a:buNone/>
              <a:defRPr sz="1425" b="1" i="0">
                <a:solidFill>
                  <a:srgbClr val="F4F7FB"/>
                </a:solidFill>
                <a:latin typeface="Arial"/>
                <a:ea typeface="Arial"/>
                <a:cs typeface="Arial"/>
              </a:defRPr>
            </a:lvl9pPr>
          </a:lstStyle>
          <a:p xmlns:a="http://schemas.openxmlformats.org/drawingml/2006/main">
            <a:pPr algn="l">
              <a:buNone/>
              <a:defRPr sz="1425" b="1" i="0">
                <a:solidFill>
                  <a:srgbClr val="F4F7FB"/>
                </a:solidFill>
                <a:latin typeface="Arial"/>
                <a:ea typeface="Arial"/>
                <a:cs typeface="Arial"/>
              </a:defRPr>
            </a:pPr>
            <a:r>
              <a:rPr sz="1425" b="1" i="0">
                <a:solidFill>
                  <a:srgbClr val="F4F7FB"/>
                </a:solidFill>
                <a:latin typeface="Arial"/>
                <a:ea typeface="Arial"/>
                <a:cs typeface="Arial"/>
              </a:rPr>
              <a:t>Connect</a:t>
            </a:r>
          </a:p>
        </p:txBody>
      </p:sp>
      <p:sp>
        <p:nvSpPr>
          <p:cNvPr id="19" name="Rectangle 18">
            <a:extLst xmlns:a="http://schemas.openxmlformats.org/drawingml/2006/main">
              <a:ext uri="{FF2B5EF4-FFF2-40B4-BE49-F238E27FC236}">
                <a16:creationId xmlns:a16="http://schemas.microsoft.com/office/drawing/2014/main" id="{013B2960-93FA-47E7-A87E-C6B70AFC7C5F}"/>
              </a:ext>
            </a:extLst>
          </p:cNvPr>
          <p:cNvSpPr>
            <a:spLocks xmlns:a="http://schemas.openxmlformats.org/drawingml/2006/main" noGrp="1"/>
          </p:cNvSpPr>
          <p:nvPr/>
        </p:nvSpPr>
        <p:spPr>
          <a:xfrm xmlns:a="http://schemas.openxmlformats.org/drawingml/2006/main">
            <a:off x="6038850" y="2505075"/>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0" i="0">
                <a:solidFill>
                  <a:srgbClr val="9AAFC2"/>
                </a:solidFill>
                <a:latin typeface="Arial"/>
                <a:ea typeface="Arial"/>
                <a:cs typeface="Arial"/>
              </a:defRPr>
            </a:defPPr>
            <a:lvl1pPr algn="l">
              <a:buNone/>
              <a:defRPr sz="1050" b="0" i="0">
                <a:solidFill>
                  <a:srgbClr val="9AAFC2"/>
                </a:solidFill>
                <a:latin typeface="Arial"/>
                <a:ea typeface="Arial"/>
                <a:cs typeface="Arial"/>
              </a:defRPr>
            </a:lvl1pPr>
            <a:lvl2pPr algn="l">
              <a:buNone/>
              <a:defRPr sz="1050" b="0" i="0">
                <a:solidFill>
                  <a:srgbClr val="9AAFC2"/>
                </a:solidFill>
                <a:latin typeface="Arial"/>
                <a:ea typeface="Arial"/>
                <a:cs typeface="Arial"/>
              </a:defRPr>
            </a:lvl2pPr>
            <a:lvl3pPr algn="l">
              <a:buNone/>
              <a:defRPr sz="1050" b="0" i="0">
                <a:solidFill>
                  <a:srgbClr val="9AAFC2"/>
                </a:solidFill>
                <a:latin typeface="Arial"/>
                <a:ea typeface="Arial"/>
                <a:cs typeface="Arial"/>
              </a:defRPr>
            </a:lvl3pPr>
            <a:lvl4pPr algn="l">
              <a:buNone/>
              <a:defRPr sz="1050" b="0" i="0">
                <a:solidFill>
                  <a:srgbClr val="9AAFC2"/>
                </a:solidFill>
                <a:latin typeface="Arial"/>
                <a:ea typeface="Arial"/>
                <a:cs typeface="Arial"/>
              </a:defRPr>
            </a:lvl4pPr>
            <a:lvl5pPr algn="l">
              <a:buNone/>
              <a:defRPr sz="1050" b="0" i="0">
                <a:solidFill>
                  <a:srgbClr val="9AAFC2"/>
                </a:solidFill>
                <a:latin typeface="Arial"/>
                <a:ea typeface="Arial"/>
                <a:cs typeface="Arial"/>
              </a:defRPr>
            </a:lvl5pPr>
            <a:lvl6pPr algn="l">
              <a:buNone/>
              <a:defRPr sz="1050" b="0" i="0">
                <a:solidFill>
                  <a:srgbClr val="9AAFC2"/>
                </a:solidFill>
                <a:latin typeface="Arial"/>
                <a:ea typeface="Arial"/>
                <a:cs typeface="Arial"/>
              </a:defRPr>
            </a:lvl6pPr>
            <a:lvl7pPr algn="l">
              <a:buNone/>
              <a:defRPr sz="1050" b="0" i="0">
                <a:solidFill>
                  <a:srgbClr val="9AAFC2"/>
                </a:solidFill>
                <a:latin typeface="Arial"/>
                <a:ea typeface="Arial"/>
                <a:cs typeface="Arial"/>
              </a:defRPr>
            </a:lvl7pPr>
            <a:lvl8pPr algn="l">
              <a:buNone/>
              <a:defRPr sz="1050" b="0" i="0">
                <a:solidFill>
                  <a:srgbClr val="9AAFC2"/>
                </a:solidFill>
                <a:latin typeface="Arial"/>
                <a:ea typeface="Arial"/>
                <a:cs typeface="Arial"/>
              </a:defRPr>
            </a:lvl8pPr>
            <a:lvl9pPr algn="l">
              <a:buNone/>
              <a:defRPr sz="1050" b="0" i="0">
                <a:solidFill>
                  <a:srgbClr val="9AAFC2"/>
                </a:solidFill>
                <a:latin typeface="Arial"/>
                <a:ea typeface="Arial"/>
                <a:cs typeface="Arial"/>
              </a:defRPr>
            </a:lvl9pPr>
          </a:lstStyle>
          <a:p xmlns:a="http://schemas.openxmlformats.org/drawingml/2006/main">
            <a:pPr algn="l">
              <a:buNone/>
              <a:defRPr sz="1050" b="0" i="0">
                <a:solidFill>
                  <a:srgbClr val="9AAFC2"/>
                </a:solidFill>
                <a:latin typeface="Arial"/>
                <a:ea typeface="Arial"/>
                <a:cs typeface="Arial"/>
              </a:defRPr>
            </a:pPr>
            <a:r>
              <a:rPr sz="1050" b="0" i="0">
                <a:solidFill>
                  <a:srgbClr val="9AAFC2"/>
                </a:solidFill>
                <a:latin typeface="Arial"/>
                <a:ea typeface="Arial"/>
                <a:cs typeface="Arial"/>
              </a:rPr>
              <a:t>Build a directed account network.</a:t>
            </a:r>
          </a:p>
        </p:txBody>
      </p:sp>
      <p:sp>
        <p:nvSpPr>
          <p:cNvPr id="20" name="Rectangle: Rounded Corners 19">
            <a:extLst xmlns:a="http://schemas.openxmlformats.org/drawingml/2006/main">
              <a:ext uri="{FF2B5EF4-FFF2-40B4-BE49-F238E27FC236}">
                <a16:creationId xmlns:a16="http://schemas.microsoft.com/office/drawing/2014/main" id="{89AD2B87-C814-44B5-8C37-CC0851AEE47A}"/>
              </a:ext>
            </a:extLst>
          </p:cNvPr>
          <p:cNvSpPr>
            <a:spLocks xmlns:a="http://schemas.openxmlformats.org/drawingml/2006/main" noGrp="1"/>
          </p:cNvSpPr>
          <p:nvPr/>
        </p:nvSpPr>
        <p:spPr>
          <a:xfrm xmlns:a="http://schemas.openxmlformats.org/drawingml/2006/main">
            <a:off x="7810500" y="2047875"/>
            <a:ext cx="1695450" cy="1123950"/>
          </a:xfrm>
          <a:prstGeom xmlns:a="http://schemas.openxmlformats.org/drawingml/2006/main" prst="roundRect">
            <a:avLst>
              <a:gd name="adj" fmla="val 11864"/>
            </a:avLst>
          </a:prstGeom>
          <a:solidFill xmlns:a="http://schemas.openxmlformats.org/drawingml/2006/main">
            <a:srgbClr val="101D2D"/>
          </a:solidFill>
          <a:ln xmlns:a="http://schemas.openxmlformats.org/drawingml/2006/main" w="11430">
            <a:solidFill>
              <a:srgbClr val="FFBE69"/>
            </a:solidFill>
            <a:prstDash val="solid"/>
          </a:ln>
        </p:spPr>
      </p:sp>
      <p:sp>
        <p:nvSpPr>
          <p:cNvPr id="21" name="Rectangle 20">
            <a:extLst xmlns:a="http://schemas.openxmlformats.org/drawingml/2006/main">
              <a:ext uri="{FF2B5EF4-FFF2-40B4-BE49-F238E27FC236}">
                <a16:creationId xmlns:a16="http://schemas.microsoft.com/office/drawing/2014/main" id="{36868BBA-BFFA-4D93-85F1-17202CDF2E9F}"/>
              </a:ext>
            </a:extLst>
          </p:cNvPr>
          <p:cNvSpPr>
            <a:spLocks xmlns:a="http://schemas.openxmlformats.org/drawingml/2006/main" noGrp="1"/>
          </p:cNvSpPr>
          <p:nvPr/>
        </p:nvSpPr>
        <p:spPr>
          <a:xfrm xmlns:a="http://schemas.openxmlformats.org/drawingml/2006/main">
            <a:off x="7943850" y="2152650"/>
            <a:ext cx="238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1" i="0">
                <a:solidFill>
                  <a:srgbClr val="FFBE69"/>
                </a:solidFill>
                <a:latin typeface="Arial"/>
                <a:ea typeface="Arial"/>
                <a:cs typeface="Arial"/>
              </a:defRPr>
            </a:defPPr>
            <a:lvl1pPr algn="l">
              <a:buNone/>
              <a:defRPr sz="1050" b="1" i="0">
                <a:solidFill>
                  <a:srgbClr val="FFBE69"/>
                </a:solidFill>
                <a:latin typeface="Arial"/>
                <a:ea typeface="Arial"/>
                <a:cs typeface="Arial"/>
              </a:defRPr>
            </a:lvl1pPr>
            <a:lvl2pPr algn="l">
              <a:buNone/>
              <a:defRPr sz="1050" b="1" i="0">
                <a:solidFill>
                  <a:srgbClr val="FFBE69"/>
                </a:solidFill>
                <a:latin typeface="Arial"/>
                <a:ea typeface="Arial"/>
                <a:cs typeface="Arial"/>
              </a:defRPr>
            </a:lvl2pPr>
            <a:lvl3pPr algn="l">
              <a:buNone/>
              <a:defRPr sz="1050" b="1" i="0">
                <a:solidFill>
                  <a:srgbClr val="FFBE69"/>
                </a:solidFill>
                <a:latin typeface="Arial"/>
                <a:ea typeface="Arial"/>
                <a:cs typeface="Arial"/>
              </a:defRPr>
            </a:lvl3pPr>
            <a:lvl4pPr algn="l">
              <a:buNone/>
              <a:defRPr sz="1050" b="1" i="0">
                <a:solidFill>
                  <a:srgbClr val="FFBE69"/>
                </a:solidFill>
                <a:latin typeface="Arial"/>
                <a:ea typeface="Arial"/>
                <a:cs typeface="Arial"/>
              </a:defRPr>
            </a:lvl4pPr>
            <a:lvl5pPr algn="l">
              <a:buNone/>
              <a:defRPr sz="1050" b="1" i="0">
                <a:solidFill>
                  <a:srgbClr val="FFBE69"/>
                </a:solidFill>
                <a:latin typeface="Arial"/>
                <a:ea typeface="Arial"/>
                <a:cs typeface="Arial"/>
              </a:defRPr>
            </a:lvl5pPr>
            <a:lvl6pPr algn="l">
              <a:buNone/>
              <a:defRPr sz="1050" b="1" i="0">
                <a:solidFill>
                  <a:srgbClr val="FFBE69"/>
                </a:solidFill>
                <a:latin typeface="Arial"/>
                <a:ea typeface="Arial"/>
                <a:cs typeface="Arial"/>
              </a:defRPr>
            </a:lvl6pPr>
            <a:lvl7pPr algn="l">
              <a:buNone/>
              <a:defRPr sz="1050" b="1" i="0">
                <a:solidFill>
                  <a:srgbClr val="FFBE69"/>
                </a:solidFill>
                <a:latin typeface="Arial"/>
                <a:ea typeface="Arial"/>
                <a:cs typeface="Arial"/>
              </a:defRPr>
            </a:lvl7pPr>
            <a:lvl8pPr algn="l">
              <a:buNone/>
              <a:defRPr sz="1050" b="1" i="0">
                <a:solidFill>
                  <a:srgbClr val="FFBE69"/>
                </a:solidFill>
                <a:latin typeface="Arial"/>
                <a:ea typeface="Arial"/>
                <a:cs typeface="Arial"/>
              </a:defRPr>
            </a:lvl8pPr>
            <a:lvl9pPr algn="l">
              <a:buNone/>
              <a:defRPr sz="1050" b="1" i="0">
                <a:solidFill>
                  <a:srgbClr val="FFBE69"/>
                </a:solidFill>
                <a:latin typeface="Arial"/>
                <a:ea typeface="Arial"/>
                <a:cs typeface="Arial"/>
              </a:defRPr>
            </a:lvl9pPr>
          </a:lstStyle>
          <a:p xmlns:a="http://schemas.openxmlformats.org/drawingml/2006/main">
            <a:pPr algn="l">
              <a:buNone/>
              <a:defRPr sz="1050" b="1" i="0">
                <a:solidFill>
                  <a:srgbClr val="FFBE69"/>
                </a:solidFill>
                <a:latin typeface="Arial"/>
                <a:ea typeface="Arial"/>
                <a:cs typeface="Arial"/>
              </a:defRPr>
            </a:pPr>
            <a:r>
              <a:rPr sz="1050" b="1" i="0">
                <a:solidFill>
                  <a:srgbClr val="FFBE69"/>
                </a:solidFill>
                <a:latin typeface="Arial"/>
                <a:ea typeface="Arial"/>
                <a:cs typeface="Arial"/>
              </a:rPr>
              <a:t>3</a:t>
            </a:r>
          </a:p>
        </p:txBody>
      </p:sp>
      <p:sp>
        <p:nvSpPr>
          <p:cNvPr id="22" name="Rectangle 21">
            <a:extLst xmlns:a="http://schemas.openxmlformats.org/drawingml/2006/main">
              <a:ext uri="{FF2B5EF4-FFF2-40B4-BE49-F238E27FC236}">
                <a16:creationId xmlns:a16="http://schemas.microsoft.com/office/drawing/2014/main" id="{BD31DE75-0A9B-4741-99FA-A40C2EF80A63}"/>
              </a:ext>
            </a:extLst>
          </p:cNvPr>
          <p:cNvSpPr>
            <a:spLocks xmlns:a="http://schemas.openxmlformats.org/drawingml/2006/main" noGrp="1"/>
          </p:cNvSpPr>
          <p:nvPr/>
        </p:nvSpPr>
        <p:spPr>
          <a:xfrm xmlns:a="http://schemas.openxmlformats.org/drawingml/2006/main">
            <a:off x="8239125" y="21336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425" b="1" i="0">
                <a:solidFill>
                  <a:srgbClr val="F4F7FB"/>
                </a:solidFill>
                <a:latin typeface="Arial"/>
                <a:ea typeface="Arial"/>
                <a:cs typeface="Arial"/>
              </a:defRPr>
            </a:defPPr>
            <a:lvl1pPr algn="l">
              <a:buNone/>
              <a:defRPr sz="1425" b="1" i="0">
                <a:solidFill>
                  <a:srgbClr val="F4F7FB"/>
                </a:solidFill>
                <a:latin typeface="Arial"/>
                <a:ea typeface="Arial"/>
                <a:cs typeface="Arial"/>
              </a:defRPr>
            </a:lvl1pPr>
            <a:lvl2pPr algn="l">
              <a:buNone/>
              <a:defRPr sz="1425" b="1" i="0">
                <a:solidFill>
                  <a:srgbClr val="F4F7FB"/>
                </a:solidFill>
                <a:latin typeface="Arial"/>
                <a:ea typeface="Arial"/>
                <a:cs typeface="Arial"/>
              </a:defRPr>
            </a:lvl2pPr>
            <a:lvl3pPr algn="l">
              <a:buNone/>
              <a:defRPr sz="1425" b="1" i="0">
                <a:solidFill>
                  <a:srgbClr val="F4F7FB"/>
                </a:solidFill>
                <a:latin typeface="Arial"/>
                <a:ea typeface="Arial"/>
                <a:cs typeface="Arial"/>
              </a:defRPr>
            </a:lvl3pPr>
            <a:lvl4pPr algn="l">
              <a:buNone/>
              <a:defRPr sz="1425" b="1" i="0">
                <a:solidFill>
                  <a:srgbClr val="F4F7FB"/>
                </a:solidFill>
                <a:latin typeface="Arial"/>
                <a:ea typeface="Arial"/>
                <a:cs typeface="Arial"/>
              </a:defRPr>
            </a:lvl4pPr>
            <a:lvl5pPr algn="l">
              <a:buNone/>
              <a:defRPr sz="1425" b="1" i="0">
                <a:solidFill>
                  <a:srgbClr val="F4F7FB"/>
                </a:solidFill>
                <a:latin typeface="Arial"/>
                <a:ea typeface="Arial"/>
                <a:cs typeface="Arial"/>
              </a:defRPr>
            </a:lvl5pPr>
            <a:lvl6pPr algn="l">
              <a:buNone/>
              <a:defRPr sz="1425" b="1" i="0">
                <a:solidFill>
                  <a:srgbClr val="F4F7FB"/>
                </a:solidFill>
                <a:latin typeface="Arial"/>
                <a:ea typeface="Arial"/>
                <a:cs typeface="Arial"/>
              </a:defRPr>
            </a:lvl6pPr>
            <a:lvl7pPr algn="l">
              <a:buNone/>
              <a:defRPr sz="1425" b="1" i="0">
                <a:solidFill>
                  <a:srgbClr val="F4F7FB"/>
                </a:solidFill>
                <a:latin typeface="Arial"/>
                <a:ea typeface="Arial"/>
                <a:cs typeface="Arial"/>
              </a:defRPr>
            </a:lvl7pPr>
            <a:lvl8pPr algn="l">
              <a:buNone/>
              <a:defRPr sz="1425" b="1" i="0">
                <a:solidFill>
                  <a:srgbClr val="F4F7FB"/>
                </a:solidFill>
                <a:latin typeface="Arial"/>
                <a:ea typeface="Arial"/>
                <a:cs typeface="Arial"/>
              </a:defRPr>
            </a:lvl8pPr>
            <a:lvl9pPr algn="l">
              <a:buNone/>
              <a:defRPr sz="1425" b="1" i="0">
                <a:solidFill>
                  <a:srgbClr val="F4F7FB"/>
                </a:solidFill>
                <a:latin typeface="Arial"/>
                <a:ea typeface="Arial"/>
                <a:cs typeface="Arial"/>
              </a:defRPr>
            </a:lvl9pPr>
          </a:lstStyle>
          <a:p xmlns:a="http://schemas.openxmlformats.org/drawingml/2006/main">
            <a:pPr algn="l">
              <a:buNone/>
              <a:defRPr sz="1425" b="1" i="0">
                <a:solidFill>
                  <a:srgbClr val="F4F7FB"/>
                </a:solidFill>
                <a:latin typeface="Arial"/>
                <a:ea typeface="Arial"/>
                <a:cs typeface="Arial"/>
              </a:defRPr>
            </a:pPr>
            <a:r>
              <a:rPr sz="1425" b="1" i="0">
                <a:solidFill>
                  <a:srgbClr val="F4F7FB"/>
                </a:solidFill>
                <a:latin typeface="Arial"/>
                <a:ea typeface="Arial"/>
                <a:cs typeface="Arial"/>
              </a:rPr>
              <a:t>Check rules</a:t>
            </a:r>
          </a:p>
        </p:txBody>
      </p:sp>
      <p:sp>
        <p:nvSpPr>
          <p:cNvPr id="23" name="Rectangle 22">
            <a:extLst xmlns:a="http://schemas.openxmlformats.org/drawingml/2006/main">
              <a:ext uri="{FF2B5EF4-FFF2-40B4-BE49-F238E27FC236}">
                <a16:creationId xmlns:a16="http://schemas.microsoft.com/office/drawing/2014/main" id="{E348EC97-BAF9-4759-94FB-653930F2DDB5}"/>
              </a:ext>
            </a:extLst>
          </p:cNvPr>
          <p:cNvSpPr>
            <a:spLocks xmlns:a="http://schemas.openxmlformats.org/drawingml/2006/main" noGrp="1"/>
          </p:cNvSpPr>
          <p:nvPr/>
        </p:nvSpPr>
        <p:spPr>
          <a:xfrm xmlns:a="http://schemas.openxmlformats.org/drawingml/2006/main">
            <a:off x="7943850" y="2505075"/>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0" i="0">
                <a:solidFill>
                  <a:srgbClr val="9AAFC2"/>
                </a:solidFill>
                <a:latin typeface="Arial"/>
                <a:ea typeface="Arial"/>
                <a:cs typeface="Arial"/>
              </a:defRPr>
            </a:defPPr>
            <a:lvl1pPr algn="l">
              <a:buNone/>
              <a:defRPr sz="1050" b="0" i="0">
                <a:solidFill>
                  <a:srgbClr val="9AAFC2"/>
                </a:solidFill>
                <a:latin typeface="Arial"/>
                <a:ea typeface="Arial"/>
                <a:cs typeface="Arial"/>
              </a:defRPr>
            </a:lvl1pPr>
            <a:lvl2pPr algn="l">
              <a:buNone/>
              <a:defRPr sz="1050" b="0" i="0">
                <a:solidFill>
                  <a:srgbClr val="9AAFC2"/>
                </a:solidFill>
                <a:latin typeface="Arial"/>
                <a:ea typeface="Arial"/>
                <a:cs typeface="Arial"/>
              </a:defRPr>
            </a:lvl2pPr>
            <a:lvl3pPr algn="l">
              <a:buNone/>
              <a:defRPr sz="1050" b="0" i="0">
                <a:solidFill>
                  <a:srgbClr val="9AAFC2"/>
                </a:solidFill>
                <a:latin typeface="Arial"/>
                <a:ea typeface="Arial"/>
                <a:cs typeface="Arial"/>
              </a:defRPr>
            </a:lvl3pPr>
            <a:lvl4pPr algn="l">
              <a:buNone/>
              <a:defRPr sz="1050" b="0" i="0">
                <a:solidFill>
                  <a:srgbClr val="9AAFC2"/>
                </a:solidFill>
                <a:latin typeface="Arial"/>
                <a:ea typeface="Arial"/>
                <a:cs typeface="Arial"/>
              </a:defRPr>
            </a:lvl4pPr>
            <a:lvl5pPr algn="l">
              <a:buNone/>
              <a:defRPr sz="1050" b="0" i="0">
                <a:solidFill>
                  <a:srgbClr val="9AAFC2"/>
                </a:solidFill>
                <a:latin typeface="Arial"/>
                <a:ea typeface="Arial"/>
                <a:cs typeface="Arial"/>
              </a:defRPr>
            </a:lvl5pPr>
            <a:lvl6pPr algn="l">
              <a:buNone/>
              <a:defRPr sz="1050" b="0" i="0">
                <a:solidFill>
                  <a:srgbClr val="9AAFC2"/>
                </a:solidFill>
                <a:latin typeface="Arial"/>
                <a:ea typeface="Arial"/>
                <a:cs typeface="Arial"/>
              </a:defRPr>
            </a:lvl6pPr>
            <a:lvl7pPr algn="l">
              <a:buNone/>
              <a:defRPr sz="1050" b="0" i="0">
                <a:solidFill>
                  <a:srgbClr val="9AAFC2"/>
                </a:solidFill>
                <a:latin typeface="Arial"/>
                <a:ea typeface="Arial"/>
                <a:cs typeface="Arial"/>
              </a:defRPr>
            </a:lvl7pPr>
            <a:lvl8pPr algn="l">
              <a:buNone/>
              <a:defRPr sz="1050" b="0" i="0">
                <a:solidFill>
                  <a:srgbClr val="9AAFC2"/>
                </a:solidFill>
                <a:latin typeface="Arial"/>
                <a:ea typeface="Arial"/>
                <a:cs typeface="Arial"/>
              </a:defRPr>
            </a:lvl8pPr>
            <a:lvl9pPr algn="l">
              <a:buNone/>
              <a:defRPr sz="1050" b="0" i="0">
                <a:solidFill>
                  <a:srgbClr val="9AAFC2"/>
                </a:solidFill>
                <a:latin typeface="Arial"/>
                <a:ea typeface="Arial"/>
                <a:cs typeface="Arial"/>
              </a:defRPr>
            </a:lvl9pPr>
          </a:lstStyle>
          <a:p xmlns:a="http://schemas.openxmlformats.org/drawingml/2006/main">
            <a:pPr algn="l">
              <a:buNone/>
              <a:defRPr sz="1050" b="0" i="0">
                <a:solidFill>
                  <a:srgbClr val="9AAFC2"/>
                </a:solidFill>
                <a:latin typeface="Arial"/>
                <a:ea typeface="Arial"/>
                <a:cs typeface="Arial"/>
              </a:defRPr>
            </a:pPr>
            <a:r>
              <a:rPr sz="1050" b="0" i="0">
                <a:solidFill>
                  <a:srgbClr val="9AAFC2"/>
                </a:solidFill>
                <a:latin typeface="Arial"/>
                <a:ea typeface="Arial"/>
                <a:cs typeface="Arial"/>
              </a:rPr>
              <a:t>Match time and amount patterns.</a:t>
            </a:r>
          </a:p>
        </p:txBody>
      </p:sp>
      <p:sp>
        <p:nvSpPr>
          <p:cNvPr id="26" name="Rectangle 25">
            <a:extLst xmlns:a="http://schemas.openxmlformats.org/drawingml/2006/main">
              <a:ext uri="{FF2B5EF4-FFF2-40B4-BE49-F238E27FC236}">
                <a16:creationId xmlns:a16="http://schemas.microsoft.com/office/drawing/2014/main" id="{7F7FD43B-75E0-4777-88DA-B59C86BFC5F9}"/>
              </a:ext>
            </a:extLst>
          </p:cNvPr>
          <p:cNvSpPr>
            <a:spLocks xmlns:a="http://schemas.openxmlformats.org/drawingml/2006/main" noGrp="1"/>
          </p:cNvSpPr>
          <p:nvPr/>
        </p:nvSpPr>
        <p:spPr>
          <a:xfrm xmlns:a="http://schemas.openxmlformats.org/drawingml/2006/main">
            <a:off x="9810750" y="17621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00" b="1" i="0">
                <a:solidFill>
                  <a:srgbClr val="75DCC2"/>
                </a:solidFill>
                <a:latin typeface="Arial"/>
                <a:ea typeface="Arial"/>
                <a:cs typeface="Arial"/>
              </a:defRPr>
            </a:defPPr>
            <a:lvl1pPr algn="l">
              <a:buNone/>
              <a:defRPr sz="900" b="1" i="0">
                <a:solidFill>
                  <a:srgbClr val="75DCC2"/>
                </a:solidFill>
                <a:latin typeface="Arial"/>
                <a:ea typeface="Arial"/>
                <a:cs typeface="Arial"/>
              </a:defRPr>
            </a:lvl1pPr>
            <a:lvl2pPr algn="l">
              <a:buNone/>
              <a:defRPr sz="900" b="1" i="0">
                <a:solidFill>
                  <a:srgbClr val="75DCC2"/>
                </a:solidFill>
                <a:latin typeface="Arial"/>
                <a:ea typeface="Arial"/>
                <a:cs typeface="Arial"/>
              </a:defRPr>
            </a:lvl2pPr>
            <a:lvl3pPr algn="l">
              <a:buNone/>
              <a:defRPr sz="900" b="1" i="0">
                <a:solidFill>
                  <a:srgbClr val="75DCC2"/>
                </a:solidFill>
                <a:latin typeface="Arial"/>
                <a:ea typeface="Arial"/>
                <a:cs typeface="Arial"/>
              </a:defRPr>
            </a:lvl3pPr>
            <a:lvl4pPr algn="l">
              <a:buNone/>
              <a:defRPr sz="900" b="1" i="0">
                <a:solidFill>
                  <a:srgbClr val="75DCC2"/>
                </a:solidFill>
                <a:latin typeface="Arial"/>
                <a:ea typeface="Arial"/>
                <a:cs typeface="Arial"/>
              </a:defRPr>
            </a:lvl4pPr>
            <a:lvl5pPr algn="l">
              <a:buNone/>
              <a:defRPr sz="900" b="1" i="0">
                <a:solidFill>
                  <a:srgbClr val="75DCC2"/>
                </a:solidFill>
                <a:latin typeface="Arial"/>
                <a:ea typeface="Arial"/>
                <a:cs typeface="Arial"/>
              </a:defRPr>
            </a:lvl5pPr>
            <a:lvl6pPr algn="l">
              <a:buNone/>
              <a:defRPr sz="900" b="1" i="0">
                <a:solidFill>
                  <a:srgbClr val="75DCC2"/>
                </a:solidFill>
                <a:latin typeface="Arial"/>
                <a:ea typeface="Arial"/>
                <a:cs typeface="Arial"/>
              </a:defRPr>
            </a:lvl6pPr>
            <a:lvl7pPr algn="l">
              <a:buNone/>
              <a:defRPr sz="900" b="1" i="0">
                <a:solidFill>
                  <a:srgbClr val="75DCC2"/>
                </a:solidFill>
                <a:latin typeface="Arial"/>
                <a:ea typeface="Arial"/>
                <a:cs typeface="Arial"/>
              </a:defRPr>
            </a:lvl7pPr>
            <a:lvl8pPr algn="l">
              <a:buNone/>
              <a:defRPr sz="900" b="1" i="0">
                <a:solidFill>
                  <a:srgbClr val="75DCC2"/>
                </a:solidFill>
                <a:latin typeface="Arial"/>
                <a:ea typeface="Arial"/>
                <a:cs typeface="Arial"/>
              </a:defRPr>
            </a:lvl8pPr>
            <a:lvl9pPr algn="l">
              <a:buNone/>
              <a:defRPr sz="900" b="1" i="0">
                <a:solidFill>
                  <a:srgbClr val="75DCC2"/>
                </a:solidFill>
                <a:latin typeface="Arial"/>
                <a:ea typeface="Arial"/>
                <a:cs typeface="Arial"/>
              </a:defRPr>
            </a:lvl9pPr>
          </a:lstStyle>
          <a:p xmlns:a="http://schemas.openxmlformats.org/drawingml/2006/main">
            <a:pPr algn="l">
              <a:buNone/>
              <a:defRPr sz="900" b="1" i="0">
                <a:solidFill>
                  <a:srgbClr val="75DCC2"/>
                </a:solidFill>
                <a:latin typeface="Arial"/>
                <a:ea typeface="Arial"/>
                <a:cs typeface="Arial"/>
              </a:defRPr>
            </a:pPr>
            <a:r>
              <a:rPr sz="900" b="1" i="0">
                <a:solidFill>
                  <a:srgbClr val="75DCC2"/>
                </a:solidFill>
                <a:latin typeface="Arial"/>
                <a:ea typeface="Arial"/>
                <a:cs typeface="Arial"/>
              </a:rPr>
              <a:t>REVIEWER OUTPUT</a:t>
            </a:r>
          </a:p>
        </p:txBody>
      </p:sp>
      <p:sp>
        <p:nvSpPr>
          <p:cNvPr id="27" name="Rectangle: Rounded Corners 26">
            <a:extLst xmlns:a="http://schemas.openxmlformats.org/drawingml/2006/main">
              <a:ext uri="{FF2B5EF4-FFF2-40B4-BE49-F238E27FC236}">
                <a16:creationId xmlns:a16="http://schemas.microsoft.com/office/drawing/2014/main" id="{459017BF-7F53-4A4D-900E-11066153A066}"/>
              </a:ext>
            </a:extLst>
          </p:cNvPr>
          <p:cNvSpPr>
            <a:spLocks xmlns:a="http://schemas.openxmlformats.org/drawingml/2006/main" noGrp="1"/>
          </p:cNvSpPr>
          <p:nvPr/>
        </p:nvSpPr>
        <p:spPr>
          <a:xfrm xmlns:a="http://schemas.openxmlformats.org/drawingml/2006/main">
            <a:off x="9715500" y="2047875"/>
            <a:ext cx="1885950" cy="1123950"/>
          </a:xfrm>
          <a:prstGeom xmlns:a="http://schemas.openxmlformats.org/drawingml/2006/main" prst="roundRect">
            <a:avLst>
              <a:gd name="adj" fmla="val 11864"/>
            </a:avLst>
          </a:prstGeom>
          <a:solidFill xmlns:a="http://schemas.openxmlformats.org/drawingml/2006/main">
            <a:srgbClr val="101D2D"/>
          </a:solidFill>
          <a:ln xmlns:a="http://schemas.openxmlformats.org/drawingml/2006/main" w="11430">
            <a:solidFill>
              <a:srgbClr val="75DCC2"/>
            </a:solidFill>
            <a:prstDash val="solid"/>
          </a:ln>
        </p:spPr>
      </p:sp>
      <p:sp>
        <p:nvSpPr>
          <p:cNvPr id="28" name="Rectangle 27">
            <a:extLst xmlns:a="http://schemas.openxmlformats.org/drawingml/2006/main">
              <a:ext uri="{FF2B5EF4-FFF2-40B4-BE49-F238E27FC236}">
                <a16:creationId xmlns:a16="http://schemas.microsoft.com/office/drawing/2014/main" id="{E35324A1-ADAA-43F8-8593-0DEEE0323F18}"/>
              </a:ext>
            </a:extLst>
          </p:cNvPr>
          <p:cNvSpPr>
            <a:spLocks xmlns:a="http://schemas.openxmlformats.org/drawingml/2006/main" noGrp="1"/>
          </p:cNvSpPr>
          <p:nvPr/>
        </p:nvSpPr>
        <p:spPr>
          <a:xfrm xmlns:a="http://schemas.openxmlformats.org/drawingml/2006/main">
            <a:off x="9858375" y="21812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350" b="1" i="0">
                <a:solidFill>
                  <a:srgbClr val="F4F7FB"/>
                </a:solidFill>
                <a:latin typeface="Arial"/>
                <a:ea typeface="Arial"/>
                <a:cs typeface="Arial"/>
              </a:defRPr>
            </a:defPPr>
            <a:lvl1pPr algn="ctr">
              <a:buNone/>
              <a:defRPr sz="1350" b="1" i="0">
                <a:solidFill>
                  <a:srgbClr val="F4F7FB"/>
                </a:solidFill>
                <a:latin typeface="Arial"/>
                <a:ea typeface="Arial"/>
                <a:cs typeface="Arial"/>
              </a:defRPr>
            </a:lvl1pPr>
            <a:lvl2pPr algn="ctr">
              <a:buNone/>
              <a:defRPr sz="1350" b="1" i="0">
                <a:solidFill>
                  <a:srgbClr val="F4F7FB"/>
                </a:solidFill>
                <a:latin typeface="Arial"/>
                <a:ea typeface="Arial"/>
                <a:cs typeface="Arial"/>
              </a:defRPr>
            </a:lvl2pPr>
            <a:lvl3pPr algn="ctr">
              <a:buNone/>
              <a:defRPr sz="1350" b="1" i="0">
                <a:solidFill>
                  <a:srgbClr val="F4F7FB"/>
                </a:solidFill>
                <a:latin typeface="Arial"/>
                <a:ea typeface="Arial"/>
                <a:cs typeface="Arial"/>
              </a:defRPr>
            </a:lvl3pPr>
            <a:lvl4pPr algn="ctr">
              <a:buNone/>
              <a:defRPr sz="1350" b="1" i="0">
                <a:solidFill>
                  <a:srgbClr val="F4F7FB"/>
                </a:solidFill>
                <a:latin typeface="Arial"/>
                <a:ea typeface="Arial"/>
                <a:cs typeface="Arial"/>
              </a:defRPr>
            </a:lvl4pPr>
            <a:lvl5pPr algn="ctr">
              <a:buNone/>
              <a:defRPr sz="1350" b="1" i="0">
                <a:solidFill>
                  <a:srgbClr val="F4F7FB"/>
                </a:solidFill>
                <a:latin typeface="Arial"/>
                <a:ea typeface="Arial"/>
                <a:cs typeface="Arial"/>
              </a:defRPr>
            </a:lvl5pPr>
            <a:lvl6pPr algn="ctr">
              <a:buNone/>
              <a:defRPr sz="1350" b="1" i="0">
                <a:solidFill>
                  <a:srgbClr val="F4F7FB"/>
                </a:solidFill>
                <a:latin typeface="Arial"/>
                <a:ea typeface="Arial"/>
                <a:cs typeface="Arial"/>
              </a:defRPr>
            </a:lvl6pPr>
            <a:lvl7pPr algn="ctr">
              <a:buNone/>
              <a:defRPr sz="1350" b="1" i="0">
                <a:solidFill>
                  <a:srgbClr val="F4F7FB"/>
                </a:solidFill>
                <a:latin typeface="Arial"/>
                <a:ea typeface="Arial"/>
                <a:cs typeface="Arial"/>
              </a:defRPr>
            </a:lvl7pPr>
            <a:lvl8pPr algn="ctr">
              <a:buNone/>
              <a:defRPr sz="1350" b="1" i="0">
                <a:solidFill>
                  <a:srgbClr val="F4F7FB"/>
                </a:solidFill>
                <a:latin typeface="Arial"/>
                <a:ea typeface="Arial"/>
                <a:cs typeface="Arial"/>
              </a:defRPr>
            </a:lvl8pPr>
            <a:lvl9pPr algn="ctr">
              <a:buNone/>
              <a:defRPr sz="1350" b="1" i="0">
                <a:solidFill>
                  <a:srgbClr val="F4F7FB"/>
                </a:solidFill>
                <a:latin typeface="Arial"/>
                <a:ea typeface="Arial"/>
                <a:cs typeface="Arial"/>
              </a:defRPr>
            </a:lvl9pPr>
          </a:lstStyle>
          <a:p xmlns:a="http://schemas.openxmlformats.org/drawingml/2006/main">
            <a:pPr algn="ctr">
              <a:buNone/>
              <a:defRPr sz="1350" b="1" i="0">
                <a:solidFill>
                  <a:srgbClr val="F4F7FB"/>
                </a:solidFill>
                <a:latin typeface="Arial"/>
                <a:ea typeface="Arial"/>
                <a:cs typeface="Arial"/>
              </a:defRPr>
            </a:pPr>
            <a:r>
              <a:rPr sz="1350" b="1" i="0">
                <a:solidFill>
                  <a:srgbClr val="F4F7FB"/>
                </a:solidFill>
                <a:latin typeface="Arial"/>
                <a:ea typeface="Arial"/>
                <a:cs typeface="Arial"/>
              </a:rPr>
              <a:t>Finding + evidence</a:t>
            </a:r>
          </a:p>
        </p:txBody>
      </p:sp>
      <p:sp>
        <p:nvSpPr>
          <p:cNvPr id="29" name="Rectangle 28">
            <a:extLst xmlns:a="http://schemas.openxmlformats.org/drawingml/2006/main">
              <a:ext uri="{FF2B5EF4-FFF2-40B4-BE49-F238E27FC236}">
                <a16:creationId xmlns:a16="http://schemas.microsoft.com/office/drawing/2014/main" id="{904727C4-6679-4384-A07A-FFDC5C350661}"/>
              </a:ext>
            </a:extLst>
          </p:cNvPr>
          <p:cNvSpPr>
            <a:spLocks xmlns:a="http://schemas.openxmlformats.org/drawingml/2006/main" noGrp="1"/>
          </p:cNvSpPr>
          <p:nvPr/>
        </p:nvSpPr>
        <p:spPr>
          <a:xfrm xmlns:a="http://schemas.openxmlformats.org/drawingml/2006/main">
            <a:off x="9877425" y="2533650"/>
            <a:ext cx="15811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050" b="0" i="0">
                <a:solidFill>
                  <a:srgbClr val="9AAFC2"/>
                </a:solidFill>
                <a:latin typeface="Arial"/>
                <a:ea typeface="Arial"/>
                <a:cs typeface="Arial"/>
              </a:defRPr>
            </a:defPPr>
            <a:lvl1pPr algn="ctr">
              <a:buNone/>
              <a:defRPr sz="1050" b="0" i="0">
                <a:solidFill>
                  <a:srgbClr val="9AAFC2"/>
                </a:solidFill>
                <a:latin typeface="Arial"/>
                <a:ea typeface="Arial"/>
                <a:cs typeface="Arial"/>
              </a:defRPr>
            </a:lvl1pPr>
            <a:lvl2pPr algn="ctr">
              <a:buNone/>
              <a:defRPr sz="1050" b="0" i="0">
                <a:solidFill>
                  <a:srgbClr val="9AAFC2"/>
                </a:solidFill>
                <a:latin typeface="Arial"/>
                <a:ea typeface="Arial"/>
                <a:cs typeface="Arial"/>
              </a:defRPr>
            </a:lvl2pPr>
            <a:lvl3pPr algn="ctr">
              <a:buNone/>
              <a:defRPr sz="1050" b="0" i="0">
                <a:solidFill>
                  <a:srgbClr val="9AAFC2"/>
                </a:solidFill>
                <a:latin typeface="Arial"/>
                <a:ea typeface="Arial"/>
                <a:cs typeface="Arial"/>
              </a:defRPr>
            </a:lvl3pPr>
            <a:lvl4pPr algn="ctr">
              <a:buNone/>
              <a:defRPr sz="1050" b="0" i="0">
                <a:solidFill>
                  <a:srgbClr val="9AAFC2"/>
                </a:solidFill>
                <a:latin typeface="Arial"/>
                <a:ea typeface="Arial"/>
                <a:cs typeface="Arial"/>
              </a:defRPr>
            </a:lvl4pPr>
            <a:lvl5pPr algn="ctr">
              <a:buNone/>
              <a:defRPr sz="1050" b="0" i="0">
                <a:solidFill>
                  <a:srgbClr val="9AAFC2"/>
                </a:solidFill>
                <a:latin typeface="Arial"/>
                <a:ea typeface="Arial"/>
                <a:cs typeface="Arial"/>
              </a:defRPr>
            </a:lvl5pPr>
            <a:lvl6pPr algn="ctr">
              <a:buNone/>
              <a:defRPr sz="1050" b="0" i="0">
                <a:solidFill>
                  <a:srgbClr val="9AAFC2"/>
                </a:solidFill>
                <a:latin typeface="Arial"/>
                <a:ea typeface="Arial"/>
                <a:cs typeface="Arial"/>
              </a:defRPr>
            </a:lvl6pPr>
            <a:lvl7pPr algn="ctr">
              <a:buNone/>
              <a:defRPr sz="1050" b="0" i="0">
                <a:solidFill>
                  <a:srgbClr val="9AAFC2"/>
                </a:solidFill>
                <a:latin typeface="Arial"/>
                <a:ea typeface="Arial"/>
                <a:cs typeface="Arial"/>
              </a:defRPr>
            </a:lvl7pPr>
            <a:lvl8pPr algn="ctr">
              <a:buNone/>
              <a:defRPr sz="1050" b="0" i="0">
                <a:solidFill>
                  <a:srgbClr val="9AAFC2"/>
                </a:solidFill>
                <a:latin typeface="Arial"/>
                <a:ea typeface="Arial"/>
                <a:cs typeface="Arial"/>
              </a:defRPr>
            </a:lvl8pPr>
            <a:lvl9pPr algn="ctr">
              <a:buNone/>
              <a:defRPr sz="1050" b="0" i="0">
                <a:solidFill>
                  <a:srgbClr val="9AAFC2"/>
                </a:solidFill>
                <a:latin typeface="Arial"/>
                <a:ea typeface="Arial"/>
                <a:cs typeface="Arial"/>
              </a:defRPr>
            </a:lvl9pPr>
          </a:lstStyle>
          <a:p xmlns:a="http://schemas.openxmlformats.org/drawingml/2006/main">
            <a:pPr algn="ctr">
              <a:buNone/>
              <a:defRPr sz="1050" b="0" i="0">
                <a:solidFill>
                  <a:srgbClr val="9AAFC2"/>
                </a:solidFill>
                <a:latin typeface="Arial"/>
                <a:ea typeface="Arial"/>
                <a:cs typeface="Arial"/>
              </a:defRPr>
            </a:pPr>
            <a:r>
              <a:rPr sz="1050" b="0" i="0">
                <a:solidFill>
                  <a:srgbClr val="9AAFC2"/>
                </a:solidFill>
                <a:latin typeface="Arial"/>
                <a:ea typeface="Arial"/>
                <a:cs typeface="Arial"/>
              </a:rPr>
              <a:t>Accounts · transaction IDs · times · thresholds · explanation</a:t>
            </a:r>
          </a:p>
        </p:txBody>
      </p:sp>
      <p:sp>
        <p:nvSpPr>
          <p:cNvPr id="31" name="Straight Connector 30">
            <a:extLst xmlns:a="http://schemas.openxmlformats.org/drawingml/2006/main">
              <a:ext uri="{FF2B5EF4-FFF2-40B4-BE49-F238E27FC236}">
                <a16:creationId xmlns:a16="http://schemas.microsoft.com/office/drawing/2014/main" id="{2C2201A3-DFE4-40E9-A04D-E0E53560F850}"/>
              </a:ext>
            </a:extLst>
          </p:cNvPr>
          <p:cNvSpPr>
            <a:spLocks xmlns:a="http://schemas.openxmlformats.org/drawingml/2006/main" noGrp="1"/>
          </p:cNvSpPr>
          <p:nvPr/>
        </p:nvSpPr>
        <p:spPr>
          <a:xfrm xmlns:a="http://schemas.openxmlformats.org/drawingml/2006/main">
            <a:off x="590550" y="3514725"/>
            <a:ext cx="110109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32" name="Rectangle 31">
            <a:extLst xmlns:a="http://schemas.openxmlformats.org/drawingml/2006/main">
              <a:ext uri="{FF2B5EF4-FFF2-40B4-BE49-F238E27FC236}">
                <a16:creationId xmlns:a16="http://schemas.microsoft.com/office/drawing/2014/main" id="{7ED9AC6B-2361-4D09-BE12-2ABD80E2C026}"/>
              </a:ext>
            </a:extLst>
          </p:cNvPr>
          <p:cNvSpPr>
            <a:spLocks xmlns:a="http://schemas.openxmlformats.org/drawingml/2006/main" noGrp="1"/>
          </p:cNvSpPr>
          <p:nvPr/>
        </p:nvSpPr>
        <p:spPr>
          <a:xfrm xmlns:a="http://schemas.openxmlformats.org/drawingml/2006/main">
            <a:off x="609600" y="36957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i="0">
                <a:solidFill>
                  <a:srgbClr val="F4F7FB"/>
                </a:solidFill>
                <a:latin typeface="Arial"/>
                <a:ea typeface="Arial"/>
                <a:cs typeface="Arial"/>
              </a:defRPr>
            </a:defPPr>
            <a:lvl1pPr algn="l">
              <a:buNone/>
              <a:defRPr sz="1575" b="1" i="0">
                <a:solidFill>
                  <a:srgbClr val="F4F7FB"/>
                </a:solidFill>
                <a:latin typeface="Arial"/>
                <a:ea typeface="Arial"/>
                <a:cs typeface="Arial"/>
              </a:defRPr>
            </a:lvl1pPr>
            <a:lvl2pPr algn="l">
              <a:buNone/>
              <a:defRPr sz="1575" b="1" i="0">
                <a:solidFill>
                  <a:srgbClr val="F4F7FB"/>
                </a:solidFill>
                <a:latin typeface="Arial"/>
                <a:ea typeface="Arial"/>
                <a:cs typeface="Arial"/>
              </a:defRPr>
            </a:lvl2pPr>
            <a:lvl3pPr algn="l">
              <a:buNone/>
              <a:defRPr sz="1575" b="1" i="0">
                <a:solidFill>
                  <a:srgbClr val="F4F7FB"/>
                </a:solidFill>
                <a:latin typeface="Arial"/>
                <a:ea typeface="Arial"/>
                <a:cs typeface="Arial"/>
              </a:defRPr>
            </a:lvl3pPr>
            <a:lvl4pPr algn="l">
              <a:buNone/>
              <a:defRPr sz="1575" b="1" i="0">
                <a:solidFill>
                  <a:srgbClr val="F4F7FB"/>
                </a:solidFill>
                <a:latin typeface="Arial"/>
                <a:ea typeface="Arial"/>
                <a:cs typeface="Arial"/>
              </a:defRPr>
            </a:lvl4pPr>
            <a:lvl5pPr algn="l">
              <a:buNone/>
              <a:defRPr sz="1575" b="1" i="0">
                <a:solidFill>
                  <a:srgbClr val="F4F7FB"/>
                </a:solidFill>
                <a:latin typeface="Arial"/>
                <a:ea typeface="Arial"/>
                <a:cs typeface="Arial"/>
              </a:defRPr>
            </a:lvl5pPr>
            <a:lvl6pPr algn="l">
              <a:buNone/>
              <a:defRPr sz="1575" b="1" i="0">
                <a:solidFill>
                  <a:srgbClr val="F4F7FB"/>
                </a:solidFill>
                <a:latin typeface="Arial"/>
                <a:ea typeface="Arial"/>
                <a:cs typeface="Arial"/>
              </a:defRPr>
            </a:lvl6pPr>
            <a:lvl7pPr algn="l">
              <a:buNone/>
              <a:defRPr sz="1575" b="1" i="0">
                <a:solidFill>
                  <a:srgbClr val="F4F7FB"/>
                </a:solidFill>
                <a:latin typeface="Arial"/>
                <a:ea typeface="Arial"/>
                <a:cs typeface="Arial"/>
              </a:defRPr>
            </a:lvl7pPr>
            <a:lvl8pPr algn="l">
              <a:buNone/>
              <a:defRPr sz="1575" b="1" i="0">
                <a:solidFill>
                  <a:srgbClr val="F4F7FB"/>
                </a:solidFill>
                <a:latin typeface="Arial"/>
                <a:ea typeface="Arial"/>
                <a:cs typeface="Arial"/>
              </a:defRPr>
            </a:lvl8pPr>
            <a:lvl9pPr algn="l">
              <a:buNone/>
              <a:defRPr sz="1575" b="1" i="0">
                <a:solidFill>
                  <a:srgbClr val="F4F7FB"/>
                </a:solidFill>
                <a:latin typeface="Arial"/>
                <a:ea typeface="Arial"/>
                <a:cs typeface="Arial"/>
              </a:defRPr>
            </a:lvl9pPr>
          </a:lstStyle>
          <a:p xmlns:a="http://schemas.openxmlformats.org/drawingml/2006/main">
            <a:pPr algn="l">
              <a:buNone/>
              <a:defRPr sz="1575" b="1" i="0">
                <a:solidFill>
                  <a:srgbClr val="F4F7FB"/>
                </a:solidFill>
                <a:latin typeface="Arial"/>
                <a:ea typeface="Arial"/>
                <a:cs typeface="Arial"/>
              </a:defRPr>
            </a:pPr>
            <a:r>
              <a:rPr sz="1575" b="1" i="0">
                <a:solidFill>
                  <a:srgbClr val="F4F7FB"/>
                </a:solidFill>
                <a:latin typeface="Arial"/>
                <a:ea typeface="Arial"/>
                <a:cs typeface="Arial"/>
              </a:rPr>
              <a:t>Default rule thresholds</a:t>
            </a:r>
          </a:p>
        </p:txBody>
      </p:sp>
      <p:sp>
        <p:nvSpPr>
          <p:cNvPr id="33" name="Rectangle 32">
            <a:extLst xmlns:a="http://schemas.openxmlformats.org/drawingml/2006/main">
              <a:ext uri="{FF2B5EF4-FFF2-40B4-BE49-F238E27FC236}">
                <a16:creationId xmlns:a16="http://schemas.microsoft.com/office/drawing/2014/main" id="{BAABCE38-7C40-4C68-A357-4754AC693F0A}"/>
              </a:ext>
            </a:extLst>
          </p:cNvPr>
          <p:cNvSpPr>
            <a:spLocks xmlns:a="http://schemas.openxmlformats.org/drawingml/2006/main" noGrp="1"/>
          </p:cNvSpPr>
          <p:nvPr/>
        </p:nvSpPr>
        <p:spPr>
          <a:xfrm xmlns:a="http://schemas.openxmlformats.org/drawingml/2006/main">
            <a:off x="628650" y="4171950"/>
            <a:ext cx="423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9AAFC2"/>
                </a:solidFill>
                <a:latin typeface="Arial"/>
                <a:ea typeface="Arial"/>
                <a:cs typeface="Arial"/>
              </a:defRPr>
            </a:defPPr>
            <a:lvl1pPr algn="l">
              <a:buNone/>
              <a:defRPr sz="1050" b="1" i="0">
                <a:solidFill>
                  <a:srgbClr val="9AAFC2"/>
                </a:solidFill>
                <a:latin typeface="Arial"/>
                <a:ea typeface="Arial"/>
                <a:cs typeface="Arial"/>
              </a:defRPr>
            </a:lvl1pPr>
            <a:lvl2pPr algn="l">
              <a:buNone/>
              <a:defRPr sz="1050" b="1" i="0">
                <a:solidFill>
                  <a:srgbClr val="9AAFC2"/>
                </a:solidFill>
                <a:latin typeface="Arial"/>
                <a:ea typeface="Arial"/>
                <a:cs typeface="Arial"/>
              </a:defRPr>
            </a:lvl2pPr>
            <a:lvl3pPr algn="l">
              <a:buNone/>
              <a:defRPr sz="1050" b="1" i="0">
                <a:solidFill>
                  <a:srgbClr val="9AAFC2"/>
                </a:solidFill>
                <a:latin typeface="Arial"/>
                <a:ea typeface="Arial"/>
                <a:cs typeface="Arial"/>
              </a:defRPr>
            </a:lvl3pPr>
            <a:lvl4pPr algn="l">
              <a:buNone/>
              <a:defRPr sz="1050" b="1" i="0">
                <a:solidFill>
                  <a:srgbClr val="9AAFC2"/>
                </a:solidFill>
                <a:latin typeface="Arial"/>
                <a:ea typeface="Arial"/>
                <a:cs typeface="Arial"/>
              </a:defRPr>
            </a:lvl4pPr>
            <a:lvl5pPr algn="l">
              <a:buNone/>
              <a:defRPr sz="1050" b="1" i="0">
                <a:solidFill>
                  <a:srgbClr val="9AAFC2"/>
                </a:solidFill>
                <a:latin typeface="Arial"/>
                <a:ea typeface="Arial"/>
                <a:cs typeface="Arial"/>
              </a:defRPr>
            </a:lvl5pPr>
            <a:lvl6pPr algn="l">
              <a:buNone/>
              <a:defRPr sz="1050" b="1" i="0">
                <a:solidFill>
                  <a:srgbClr val="9AAFC2"/>
                </a:solidFill>
                <a:latin typeface="Arial"/>
                <a:ea typeface="Arial"/>
                <a:cs typeface="Arial"/>
              </a:defRPr>
            </a:lvl6pPr>
            <a:lvl7pPr algn="l">
              <a:buNone/>
              <a:defRPr sz="1050" b="1" i="0">
                <a:solidFill>
                  <a:srgbClr val="9AAFC2"/>
                </a:solidFill>
                <a:latin typeface="Arial"/>
                <a:ea typeface="Arial"/>
                <a:cs typeface="Arial"/>
              </a:defRPr>
            </a:lvl7pPr>
            <a:lvl8pPr algn="l">
              <a:buNone/>
              <a:defRPr sz="1050" b="1" i="0">
                <a:solidFill>
                  <a:srgbClr val="9AAFC2"/>
                </a:solidFill>
                <a:latin typeface="Arial"/>
                <a:ea typeface="Arial"/>
                <a:cs typeface="Arial"/>
              </a:defRPr>
            </a:lvl8pPr>
            <a:lvl9pPr algn="l">
              <a:buNone/>
              <a:defRPr sz="1050" b="1" i="0">
                <a:solidFill>
                  <a:srgbClr val="9AAFC2"/>
                </a:solidFill>
                <a:latin typeface="Arial"/>
                <a:ea typeface="Arial"/>
                <a:cs typeface="Arial"/>
              </a:defRPr>
            </a:lvl9pPr>
          </a:lstStyle>
          <a:p xmlns:a="http://schemas.openxmlformats.org/drawingml/2006/main">
            <a:pPr algn="l">
              <a:buNone/>
              <a:defRPr sz="1050" b="1" i="0">
                <a:solidFill>
                  <a:srgbClr val="9AAFC2"/>
                </a:solidFill>
                <a:latin typeface="Arial"/>
                <a:ea typeface="Arial"/>
                <a:cs typeface="Arial"/>
              </a:defRPr>
            </a:pPr>
            <a:r>
              <a:rPr sz="1050" b="1" i="0">
                <a:solidFill>
                  <a:srgbClr val="9AAFC2"/>
                </a:solidFill>
                <a:latin typeface="Arial"/>
                <a:ea typeface="Arial"/>
                <a:cs typeface="Arial"/>
              </a:rPr>
              <a:t>RAPID TRANSFER CHAIN · ≤2 UNITS</a:t>
            </a:r>
          </a:p>
        </p:txBody>
      </p:sp>
      <p:sp>
        <p:nvSpPr>
          <p:cNvPr id="34" name="Rectangle 33">
            <a:extLst xmlns:a="http://schemas.openxmlformats.org/drawingml/2006/main">
              <a:ext uri="{FF2B5EF4-FFF2-40B4-BE49-F238E27FC236}">
                <a16:creationId xmlns:a16="http://schemas.microsoft.com/office/drawing/2014/main" id="{32387230-542C-43D1-999B-31B0E74BBF6A}"/>
              </a:ext>
            </a:extLst>
          </p:cNvPr>
          <p:cNvSpPr>
            <a:spLocks xmlns:a="http://schemas.openxmlformats.org/drawingml/2006/main" noGrp="1"/>
          </p:cNvSpPr>
          <p:nvPr/>
        </p:nvSpPr>
        <p:spPr>
          <a:xfrm xmlns:a="http://schemas.openxmlformats.org/drawingml/2006/main">
            <a:off x="628650" y="4438650"/>
            <a:ext cx="4238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i="0">
                <a:solidFill>
                  <a:srgbClr val="D5E0E9"/>
                </a:solidFill>
                <a:latin typeface="Arial"/>
                <a:ea typeface="Arial"/>
                <a:cs typeface="Arial"/>
              </a:defRPr>
            </a:defPPr>
            <a:lvl1pPr algn="l">
              <a:buNone/>
              <a:defRPr sz="1275" b="0" i="0">
                <a:solidFill>
                  <a:srgbClr val="D5E0E9"/>
                </a:solidFill>
                <a:latin typeface="Arial"/>
                <a:ea typeface="Arial"/>
                <a:cs typeface="Arial"/>
              </a:defRPr>
            </a:lvl1pPr>
            <a:lvl2pPr algn="l">
              <a:buNone/>
              <a:defRPr sz="1275" b="0" i="0">
                <a:solidFill>
                  <a:srgbClr val="D5E0E9"/>
                </a:solidFill>
                <a:latin typeface="Arial"/>
                <a:ea typeface="Arial"/>
                <a:cs typeface="Arial"/>
              </a:defRPr>
            </a:lvl2pPr>
            <a:lvl3pPr algn="l">
              <a:buNone/>
              <a:defRPr sz="1275" b="0" i="0">
                <a:solidFill>
                  <a:srgbClr val="D5E0E9"/>
                </a:solidFill>
                <a:latin typeface="Arial"/>
                <a:ea typeface="Arial"/>
                <a:cs typeface="Arial"/>
              </a:defRPr>
            </a:lvl3pPr>
            <a:lvl4pPr algn="l">
              <a:buNone/>
              <a:defRPr sz="1275" b="0" i="0">
                <a:solidFill>
                  <a:srgbClr val="D5E0E9"/>
                </a:solidFill>
                <a:latin typeface="Arial"/>
                <a:ea typeface="Arial"/>
                <a:cs typeface="Arial"/>
              </a:defRPr>
            </a:lvl4pPr>
            <a:lvl5pPr algn="l">
              <a:buNone/>
              <a:defRPr sz="1275" b="0" i="0">
                <a:solidFill>
                  <a:srgbClr val="D5E0E9"/>
                </a:solidFill>
                <a:latin typeface="Arial"/>
                <a:ea typeface="Arial"/>
                <a:cs typeface="Arial"/>
              </a:defRPr>
            </a:lvl5pPr>
            <a:lvl6pPr algn="l">
              <a:buNone/>
              <a:defRPr sz="1275" b="0" i="0">
                <a:solidFill>
                  <a:srgbClr val="D5E0E9"/>
                </a:solidFill>
                <a:latin typeface="Arial"/>
                <a:ea typeface="Arial"/>
                <a:cs typeface="Arial"/>
              </a:defRPr>
            </a:lvl6pPr>
            <a:lvl7pPr algn="l">
              <a:buNone/>
              <a:defRPr sz="1275" b="0" i="0">
                <a:solidFill>
                  <a:srgbClr val="D5E0E9"/>
                </a:solidFill>
                <a:latin typeface="Arial"/>
                <a:ea typeface="Arial"/>
                <a:cs typeface="Arial"/>
              </a:defRPr>
            </a:lvl7pPr>
            <a:lvl8pPr algn="l">
              <a:buNone/>
              <a:defRPr sz="1275" b="0" i="0">
                <a:solidFill>
                  <a:srgbClr val="D5E0E9"/>
                </a:solidFill>
                <a:latin typeface="Arial"/>
                <a:ea typeface="Arial"/>
                <a:cs typeface="Arial"/>
              </a:defRPr>
            </a:lvl8pPr>
            <a:lvl9pPr algn="l">
              <a:buNone/>
              <a:defRPr sz="1275" b="0" i="0">
                <a:solidFill>
                  <a:srgbClr val="D5E0E9"/>
                </a:solidFill>
                <a:latin typeface="Arial"/>
                <a:ea typeface="Arial"/>
                <a:cs typeface="Arial"/>
              </a:defRPr>
            </a:lvl9pPr>
          </a:lstStyle>
          <a:p xmlns:a="http://schemas.openxmlformats.org/drawingml/2006/main">
            <a:pPr algn="l">
              <a:buNone/>
              <a:defRPr sz="1275" b="0" i="0">
                <a:solidFill>
                  <a:srgbClr val="D5E0E9"/>
                </a:solidFill>
                <a:latin typeface="Arial"/>
                <a:ea typeface="Arial"/>
                <a:cs typeface="Arial"/>
              </a:defRPr>
            </a:pPr>
            <a:r>
              <a:rPr sz="1275" b="0" i="0">
                <a:solidFill>
                  <a:srgbClr val="D5E0E9"/>
                </a:solidFill>
                <a:latin typeface="Arial"/>
                <a:ea typeface="Arial"/>
                <a:cs typeface="Arial"/>
              </a:rPr>
              <a:t>A → B, then B → C. Both transfers must be strictly time-ordered and within 2 units.</a:t>
            </a:r>
          </a:p>
        </p:txBody>
      </p:sp>
      <p:sp>
        <p:nvSpPr>
          <p:cNvPr id="35" name="Rectangle 34">
            <a:extLst xmlns:a="http://schemas.openxmlformats.org/drawingml/2006/main">
              <a:ext uri="{FF2B5EF4-FFF2-40B4-BE49-F238E27FC236}">
                <a16:creationId xmlns:a16="http://schemas.microsoft.com/office/drawing/2014/main" id="{A09CB506-81B4-464A-9C7B-CEE6D9A64995}"/>
              </a:ext>
            </a:extLst>
          </p:cNvPr>
          <p:cNvSpPr>
            <a:spLocks xmlns:a="http://schemas.openxmlformats.org/drawingml/2006/main" noGrp="1"/>
          </p:cNvSpPr>
          <p:nvPr/>
        </p:nvSpPr>
        <p:spPr>
          <a:xfrm xmlns:a="http://schemas.openxmlformats.org/drawingml/2006/main">
            <a:off x="5981700" y="41719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8E0C1"/>
                </a:solidFill>
                <a:latin typeface="Arial"/>
                <a:ea typeface="Arial"/>
                <a:cs typeface="Arial"/>
              </a:defRPr>
            </a:defPPr>
            <a:lvl1pPr algn="l">
              <a:buNone/>
              <a:defRPr sz="1050" b="1" i="0">
                <a:solidFill>
                  <a:srgbClr val="38E0C1"/>
                </a:solidFill>
                <a:latin typeface="Arial"/>
                <a:ea typeface="Arial"/>
                <a:cs typeface="Arial"/>
              </a:defRPr>
            </a:lvl1pPr>
            <a:lvl2pPr algn="l">
              <a:buNone/>
              <a:defRPr sz="1050" b="1" i="0">
                <a:solidFill>
                  <a:srgbClr val="38E0C1"/>
                </a:solidFill>
                <a:latin typeface="Arial"/>
                <a:ea typeface="Arial"/>
                <a:cs typeface="Arial"/>
              </a:defRPr>
            </a:lvl2pPr>
            <a:lvl3pPr algn="l">
              <a:buNone/>
              <a:defRPr sz="1050" b="1" i="0">
                <a:solidFill>
                  <a:srgbClr val="38E0C1"/>
                </a:solidFill>
                <a:latin typeface="Arial"/>
                <a:ea typeface="Arial"/>
                <a:cs typeface="Arial"/>
              </a:defRPr>
            </a:lvl3pPr>
            <a:lvl4pPr algn="l">
              <a:buNone/>
              <a:defRPr sz="1050" b="1" i="0">
                <a:solidFill>
                  <a:srgbClr val="38E0C1"/>
                </a:solidFill>
                <a:latin typeface="Arial"/>
                <a:ea typeface="Arial"/>
                <a:cs typeface="Arial"/>
              </a:defRPr>
            </a:lvl4pPr>
            <a:lvl5pPr algn="l">
              <a:buNone/>
              <a:defRPr sz="1050" b="1" i="0">
                <a:solidFill>
                  <a:srgbClr val="38E0C1"/>
                </a:solidFill>
                <a:latin typeface="Arial"/>
                <a:ea typeface="Arial"/>
                <a:cs typeface="Arial"/>
              </a:defRPr>
            </a:lvl5pPr>
            <a:lvl6pPr algn="l">
              <a:buNone/>
              <a:defRPr sz="1050" b="1" i="0">
                <a:solidFill>
                  <a:srgbClr val="38E0C1"/>
                </a:solidFill>
                <a:latin typeface="Arial"/>
                <a:ea typeface="Arial"/>
                <a:cs typeface="Arial"/>
              </a:defRPr>
            </a:lvl6pPr>
            <a:lvl7pPr algn="l">
              <a:buNone/>
              <a:defRPr sz="1050" b="1" i="0">
                <a:solidFill>
                  <a:srgbClr val="38E0C1"/>
                </a:solidFill>
                <a:latin typeface="Arial"/>
                <a:ea typeface="Arial"/>
                <a:cs typeface="Arial"/>
              </a:defRPr>
            </a:lvl7pPr>
            <a:lvl8pPr algn="l">
              <a:buNone/>
              <a:defRPr sz="1050" b="1" i="0">
                <a:solidFill>
                  <a:srgbClr val="38E0C1"/>
                </a:solidFill>
                <a:latin typeface="Arial"/>
                <a:ea typeface="Arial"/>
                <a:cs typeface="Arial"/>
              </a:defRPr>
            </a:lvl8pPr>
            <a:lvl9pPr algn="l">
              <a:buNone/>
              <a:defRPr sz="1050" b="1" i="0">
                <a:solidFill>
                  <a:srgbClr val="38E0C1"/>
                </a:solidFill>
                <a:latin typeface="Arial"/>
                <a:ea typeface="Arial"/>
                <a:cs typeface="Arial"/>
              </a:defRPr>
            </a:lvl9pPr>
          </a:lstStyle>
          <a:p xmlns:a="http://schemas.openxmlformats.org/drawingml/2006/main">
            <a:pPr algn="l">
              <a:buNone/>
              <a:defRPr sz="1050" b="1" i="0">
                <a:solidFill>
                  <a:srgbClr val="38E0C1"/>
                </a:solidFill>
                <a:latin typeface="Arial"/>
                <a:ea typeface="Arial"/>
                <a:cs typeface="Arial"/>
              </a:defRPr>
            </a:pPr>
            <a:r>
              <a:rPr sz="1050" b="1" i="0">
                <a:solidFill>
                  <a:srgbClr val="38E0C1"/>
                </a:solidFill>
                <a:latin typeface="Arial"/>
                <a:ea typeface="Arial"/>
                <a:cs typeface="Arial"/>
              </a:rPr>
              <a:t>SHARED INTERMEDIARY · ≤3 UNITS</a:t>
            </a:r>
          </a:p>
        </p:txBody>
      </p:sp>
      <p:sp>
        <p:nvSpPr>
          <p:cNvPr id="36" name="Rectangle 35">
            <a:extLst xmlns:a="http://schemas.openxmlformats.org/drawingml/2006/main">
              <a:ext uri="{FF2B5EF4-FFF2-40B4-BE49-F238E27FC236}">
                <a16:creationId xmlns:a16="http://schemas.microsoft.com/office/drawing/2014/main" id="{7A2BD1D5-8612-4426-9EA6-427BBD9E1135}"/>
              </a:ext>
            </a:extLst>
          </p:cNvPr>
          <p:cNvSpPr>
            <a:spLocks xmlns:a="http://schemas.openxmlformats.org/drawingml/2006/main" noGrp="1"/>
          </p:cNvSpPr>
          <p:nvPr/>
        </p:nvSpPr>
        <p:spPr>
          <a:xfrm xmlns:a="http://schemas.openxmlformats.org/drawingml/2006/main">
            <a:off x="5981700" y="4438650"/>
            <a:ext cx="4857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i="0">
                <a:solidFill>
                  <a:srgbClr val="D5E0E9"/>
                </a:solidFill>
                <a:latin typeface="Arial"/>
                <a:ea typeface="Arial"/>
                <a:cs typeface="Arial"/>
              </a:defRPr>
            </a:defPPr>
            <a:lvl1pPr algn="l">
              <a:buNone/>
              <a:defRPr sz="1275" b="0" i="0">
                <a:solidFill>
                  <a:srgbClr val="D5E0E9"/>
                </a:solidFill>
                <a:latin typeface="Arial"/>
                <a:ea typeface="Arial"/>
                <a:cs typeface="Arial"/>
              </a:defRPr>
            </a:lvl1pPr>
            <a:lvl2pPr algn="l">
              <a:buNone/>
              <a:defRPr sz="1275" b="0" i="0">
                <a:solidFill>
                  <a:srgbClr val="D5E0E9"/>
                </a:solidFill>
                <a:latin typeface="Arial"/>
                <a:ea typeface="Arial"/>
                <a:cs typeface="Arial"/>
              </a:defRPr>
            </a:lvl2pPr>
            <a:lvl3pPr algn="l">
              <a:buNone/>
              <a:defRPr sz="1275" b="0" i="0">
                <a:solidFill>
                  <a:srgbClr val="D5E0E9"/>
                </a:solidFill>
                <a:latin typeface="Arial"/>
                <a:ea typeface="Arial"/>
                <a:cs typeface="Arial"/>
              </a:defRPr>
            </a:lvl3pPr>
            <a:lvl4pPr algn="l">
              <a:buNone/>
              <a:defRPr sz="1275" b="0" i="0">
                <a:solidFill>
                  <a:srgbClr val="D5E0E9"/>
                </a:solidFill>
                <a:latin typeface="Arial"/>
                <a:ea typeface="Arial"/>
                <a:cs typeface="Arial"/>
              </a:defRPr>
            </a:lvl4pPr>
            <a:lvl5pPr algn="l">
              <a:buNone/>
              <a:defRPr sz="1275" b="0" i="0">
                <a:solidFill>
                  <a:srgbClr val="D5E0E9"/>
                </a:solidFill>
                <a:latin typeface="Arial"/>
                <a:ea typeface="Arial"/>
                <a:cs typeface="Arial"/>
              </a:defRPr>
            </a:lvl5pPr>
            <a:lvl6pPr algn="l">
              <a:buNone/>
              <a:defRPr sz="1275" b="0" i="0">
                <a:solidFill>
                  <a:srgbClr val="D5E0E9"/>
                </a:solidFill>
                <a:latin typeface="Arial"/>
                <a:ea typeface="Arial"/>
                <a:cs typeface="Arial"/>
              </a:defRPr>
            </a:lvl6pPr>
            <a:lvl7pPr algn="l">
              <a:buNone/>
              <a:defRPr sz="1275" b="0" i="0">
                <a:solidFill>
                  <a:srgbClr val="D5E0E9"/>
                </a:solidFill>
                <a:latin typeface="Arial"/>
                <a:ea typeface="Arial"/>
                <a:cs typeface="Arial"/>
              </a:defRPr>
            </a:lvl7pPr>
            <a:lvl8pPr algn="l">
              <a:buNone/>
              <a:defRPr sz="1275" b="0" i="0">
                <a:solidFill>
                  <a:srgbClr val="D5E0E9"/>
                </a:solidFill>
                <a:latin typeface="Arial"/>
                <a:ea typeface="Arial"/>
                <a:cs typeface="Arial"/>
              </a:defRPr>
            </a:lvl8pPr>
            <a:lvl9pPr algn="l">
              <a:buNone/>
              <a:defRPr sz="1275" b="0" i="0">
                <a:solidFill>
                  <a:srgbClr val="D5E0E9"/>
                </a:solidFill>
                <a:latin typeface="Arial"/>
                <a:ea typeface="Arial"/>
                <a:cs typeface="Arial"/>
              </a:defRPr>
            </a:lvl9pPr>
          </a:lstStyle>
          <a:p xmlns:a="http://schemas.openxmlformats.org/drawingml/2006/main">
            <a:pPr algn="l">
              <a:buNone/>
              <a:defRPr sz="1275" b="0" i="0">
                <a:solidFill>
                  <a:srgbClr val="D5E0E9"/>
                </a:solidFill>
                <a:latin typeface="Arial"/>
                <a:ea typeface="Arial"/>
                <a:cs typeface="Arial"/>
              </a:defRPr>
            </a:pPr>
            <a:r>
              <a:rPr sz="1275" b="0" i="0">
                <a:solidFill>
                  <a:srgbClr val="D5E0E9"/>
                </a:solidFill>
                <a:latin typeface="Arial"/>
                <a:ea typeface="Arial"/>
                <a:cs typeface="Arial"/>
              </a:rPr>
              <a:t>At least 2 distinct senders must pay the hub before an onward transfer, within 3 units.</a:t>
            </a:r>
          </a:p>
        </p:txBody>
      </p:sp>
      <p:sp>
        <p:nvSpPr>
          <p:cNvPr id="37" name="Rectangle: Rounded Corners 36">
            <a:extLst xmlns:a="http://schemas.openxmlformats.org/drawingml/2006/main">
              <a:ext uri="{FF2B5EF4-FFF2-40B4-BE49-F238E27FC236}">
                <a16:creationId xmlns:a16="http://schemas.microsoft.com/office/drawing/2014/main" id="{7239B564-9D77-492B-892C-043886216E18}"/>
              </a:ext>
            </a:extLst>
          </p:cNvPr>
          <p:cNvSpPr>
            <a:spLocks xmlns:a="http://schemas.openxmlformats.org/drawingml/2006/main" noGrp="1"/>
          </p:cNvSpPr>
          <p:nvPr/>
        </p:nvSpPr>
        <p:spPr>
          <a:xfrm xmlns:a="http://schemas.openxmlformats.org/drawingml/2006/main">
            <a:off x="590550" y="5314950"/>
            <a:ext cx="11010900" cy="552450"/>
          </a:xfrm>
          <a:prstGeom xmlns:a="http://schemas.openxmlformats.org/drawingml/2006/main" prst="roundRect">
            <a:avLst>
              <a:gd name="adj" fmla="val 22414"/>
            </a:avLst>
          </a:prstGeom>
          <a:solidFill xmlns:a="http://schemas.openxmlformats.org/drawingml/2006/main">
            <a:srgbClr val="102336"/>
          </a:solidFill>
          <a:ln xmlns:a="http://schemas.openxmlformats.org/drawingml/2006/main" w="9525">
            <a:solidFill>
              <a:srgbClr val="24475A"/>
            </a:solidFill>
            <a:prstDash val="solid"/>
          </a:ln>
        </p:spPr>
      </p:sp>
      <p:sp>
        <p:nvSpPr>
          <p:cNvPr id="38" name="Rectangle 37">
            <a:extLst xmlns:a="http://schemas.openxmlformats.org/drawingml/2006/main">
              <a:ext uri="{FF2B5EF4-FFF2-40B4-BE49-F238E27FC236}">
                <a16:creationId xmlns:a16="http://schemas.microsoft.com/office/drawing/2014/main" id="{605BE3DA-56E2-4C2C-B96D-CE73839A4010}"/>
              </a:ext>
            </a:extLst>
          </p:cNvPr>
          <p:cNvSpPr>
            <a:spLocks xmlns:a="http://schemas.openxmlformats.org/drawingml/2006/main" noGrp="1"/>
          </p:cNvSpPr>
          <p:nvPr/>
        </p:nvSpPr>
        <p:spPr>
          <a:xfrm xmlns:a="http://schemas.openxmlformats.org/drawingml/2006/main">
            <a:off x="781050" y="5429250"/>
            <a:ext cx="1062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681"/>
          </a:bodyPr>
          <a:lstStyle xmlns:a="http://schemas.openxmlformats.org/drawingml/2006/main">
            <a:defPPr algn="ctr">
              <a:defRPr sz="1350" b="1" i="0">
                <a:solidFill>
                  <a:srgbClr val="B8F7E5"/>
                </a:solidFill>
                <a:latin typeface="Arial"/>
                <a:ea typeface="Arial"/>
                <a:cs typeface="Arial"/>
              </a:defRPr>
            </a:defPPr>
            <a:lvl1pPr algn="ctr">
              <a:buNone/>
              <a:defRPr sz="1350" b="1" i="0">
                <a:solidFill>
                  <a:srgbClr val="B8F7E5"/>
                </a:solidFill>
                <a:latin typeface="Arial"/>
                <a:ea typeface="Arial"/>
                <a:cs typeface="Arial"/>
              </a:defRPr>
            </a:lvl1pPr>
            <a:lvl2pPr algn="ctr">
              <a:buNone/>
              <a:defRPr sz="1350" b="1" i="0">
                <a:solidFill>
                  <a:srgbClr val="B8F7E5"/>
                </a:solidFill>
                <a:latin typeface="Arial"/>
                <a:ea typeface="Arial"/>
                <a:cs typeface="Arial"/>
              </a:defRPr>
            </a:lvl2pPr>
            <a:lvl3pPr algn="ctr">
              <a:buNone/>
              <a:defRPr sz="1350" b="1" i="0">
                <a:solidFill>
                  <a:srgbClr val="B8F7E5"/>
                </a:solidFill>
                <a:latin typeface="Arial"/>
                <a:ea typeface="Arial"/>
                <a:cs typeface="Arial"/>
              </a:defRPr>
            </a:lvl3pPr>
            <a:lvl4pPr algn="ctr">
              <a:buNone/>
              <a:defRPr sz="1350" b="1" i="0">
                <a:solidFill>
                  <a:srgbClr val="B8F7E5"/>
                </a:solidFill>
                <a:latin typeface="Arial"/>
                <a:ea typeface="Arial"/>
                <a:cs typeface="Arial"/>
              </a:defRPr>
            </a:lvl4pPr>
            <a:lvl5pPr algn="ctr">
              <a:buNone/>
              <a:defRPr sz="1350" b="1" i="0">
                <a:solidFill>
                  <a:srgbClr val="B8F7E5"/>
                </a:solidFill>
                <a:latin typeface="Arial"/>
                <a:ea typeface="Arial"/>
                <a:cs typeface="Arial"/>
              </a:defRPr>
            </a:lvl5pPr>
            <a:lvl6pPr algn="ctr">
              <a:buNone/>
              <a:defRPr sz="1350" b="1" i="0">
                <a:solidFill>
                  <a:srgbClr val="B8F7E5"/>
                </a:solidFill>
                <a:latin typeface="Arial"/>
                <a:ea typeface="Arial"/>
                <a:cs typeface="Arial"/>
              </a:defRPr>
            </a:lvl6pPr>
            <a:lvl7pPr algn="ctr">
              <a:buNone/>
              <a:defRPr sz="1350" b="1" i="0">
                <a:solidFill>
                  <a:srgbClr val="B8F7E5"/>
                </a:solidFill>
                <a:latin typeface="Arial"/>
                <a:ea typeface="Arial"/>
                <a:cs typeface="Arial"/>
              </a:defRPr>
            </a:lvl7pPr>
            <a:lvl8pPr algn="ctr">
              <a:buNone/>
              <a:defRPr sz="1350" b="1" i="0">
                <a:solidFill>
                  <a:srgbClr val="B8F7E5"/>
                </a:solidFill>
                <a:latin typeface="Arial"/>
                <a:ea typeface="Arial"/>
                <a:cs typeface="Arial"/>
              </a:defRPr>
            </a:lvl8pPr>
            <a:lvl9pPr algn="ctr">
              <a:buNone/>
              <a:defRPr sz="1350" b="1" i="0">
                <a:solidFill>
                  <a:srgbClr val="B8F7E5"/>
                </a:solidFill>
                <a:latin typeface="Arial"/>
                <a:ea typeface="Arial"/>
                <a:cs typeface="Arial"/>
              </a:defRPr>
            </a:lvl9pPr>
          </a:lstStyle>
          <a:p xmlns:a="http://schemas.openxmlformats.org/drawingml/2006/main">
            <a:pPr algn="ctr">
              <a:buNone/>
              <a:defRPr sz="1350" b="1" i="0">
                <a:solidFill>
                  <a:srgbClr val="B8F7E5"/>
                </a:solidFill>
                <a:latin typeface="Arial"/>
                <a:ea typeface="Arial"/>
                <a:cs typeface="Arial"/>
              </a:defRPr>
            </a:pPr>
            <a:r>
              <a:rPr sz="1350" b="1" i="0">
                <a:solidFill>
                  <a:srgbClr val="B8F7E5"/>
                </a:solidFill>
                <a:latin typeface="Arial"/>
                <a:ea typeface="Arial"/>
                <a:cs typeface="Arial"/>
              </a:rPr>
              <a:t>Onward rule: outgoing ÷ aggregate recent incoming ≥80% within 3 units. This does not trace specific funds. Numeric times are units; datetime inputs use hours.</a:t>
            </a:r>
          </a:p>
        </p:txBody>
      </p:sp>
    </p:spTree>
    <p:extLst>
      <p:ext uri="{BB962C8B-B14F-4D97-AF65-F5344CB8AC3E}">
        <p14:creationId xmlns:p14="http://schemas.microsoft.com/office/powerpoint/2010/main" val="2130035121"/>
      </p:ext>
    </p:extLst>
  </p:cSld>
</p:sld>
</file>

<file path=ppt/slides/slide4.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cxnSp>
        <p:nvCxnSpPr>
          <p:cNvPr id="53" name="">
            <a:extLst xmlns:a="http://schemas.openxmlformats.org/drawingml/2006/main">
              <a:ext uri="{FF2B5EF4-FFF2-40B4-BE49-F238E27FC236}">
                <a16:creationId xmlns:a16="http://schemas.microsoft.com/office/drawing/2014/main" id="{98685945-A68C-400F-9E0F-77DF23F1B182}"/>
              </a:ext>
            </a:extLst>
          </p:cNvPr>
          <p:cNvCxnSpPr>
            <a:stCxn xmlns:a="http://schemas.openxmlformats.org/drawingml/2006/main" id="44" idx="3"/>
            <a:endCxn xmlns:a="http://schemas.openxmlformats.org/drawingml/2006/main" id="47" idx="1"/>
          </p:cNvCxnSpPr>
          <p:nvPr/>
        </p:nvCxnSpPr>
        <p:spPr>
          <a:xfrm xmlns:a="http://schemas.openxmlformats.org/drawingml/2006/main">
            <a:off x="9239250" y="4791075"/>
            <a:ext cx="285750" cy="0"/>
          </a:xfrm>
          <a:prstGeom xmlns:a="http://schemas.openxmlformats.org/drawingml/2006/main" prst="straightConnector1">
            <a:avLst/>
          </a:prstGeom>
          <a:ln xmlns:a="http://schemas.openxmlformats.org/drawingml/2006/main" w="19050">
            <a:solidFill>
              <a:srgbClr val="79B9E8"/>
            </a:solidFill>
            <a:prstDash val="solid"/>
            <a:tailEnd type="triangle" w="sm" len="sm"/>
          </a:ln>
        </p:spPr>
      </p:cxnSp>
      <p:cxnSp>
        <p:nvCxnSpPr>
          <p:cNvPr id="52" name="">
            <a:extLst xmlns:a="http://schemas.openxmlformats.org/drawingml/2006/main">
              <a:ext uri="{FF2B5EF4-FFF2-40B4-BE49-F238E27FC236}">
                <a16:creationId xmlns:a16="http://schemas.microsoft.com/office/drawing/2014/main" id="{963728E9-1ABC-4BB7-8006-E1F7EFD7CDE1}"/>
              </a:ext>
            </a:extLst>
          </p:cNvPr>
          <p:cNvCxnSpPr>
            <a:stCxn xmlns:a="http://schemas.openxmlformats.org/drawingml/2006/main" id="41" idx="3"/>
            <a:endCxn xmlns:a="http://schemas.openxmlformats.org/drawingml/2006/main" id="44" idx="1"/>
          </p:cNvCxnSpPr>
          <p:nvPr/>
        </p:nvCxnSpPr>
        <p:spPr>
          <a:xfrm xmlns:a="http://schemas.openxmlformats.org/drawingml/2006/main">
            <a:off x="7048500" y="4791075"/>
            <a:ext cx="285750" cy="0"/>
          </a:xfrm>
          <a:prstGeom xmlns:a="http://schemas.openxmlformats.org/drawingml/2006/main" prst="straightConnector1">
            <a:avLst/>
          </a:prstGeom>
          <a:ln xmlns:a="http://schemas.openxmlformats.org/drawingml/2006/main" w="19050">
            <a:solidFill>
              <a:srgbClr val="79B9E8"/>
            </a:solidFill>
            <a:prstDash val="solid"/>
            <a:tailEnd type="triangle" w="sm" len="sm"/>
          </a:ln>
        </p:spPr>
      </p:cxnSp>
      <p:cxnSp>
        <p:nvCxnSpPr>
          <p:cNvPr id="51" name="">
            <a:extLst xmlns:a="http://schemas.openxmlformats.org/drawingml/2006/main">
              <a:ext uri="{FF2B5EF4-FFF2-40B4-BE49-F238E27FC236}">
                <a16:creationId xmlns:a16="http://schemas.microsoft.com/office/drawing/2014/main" id="{762A93BD-3537-461B-B357-EC43246C6478}"/>
              </a:ext>
            </a:extLst>
          </p:cNvPr>
          <p:cNvCxnSpPr>
            <a:stCxn xmlns:a="http://schemas.openxmlformats.org/drawingml/2006/main" id="38" idx="3"/>
            <a:endCxn xmlns:a="http://schemas.openxmlformats.org/drawingml/2006/main" id="41" idx="1"/>
          </p:cNvCxnSpPr>
          <p:nvPr/>
        </p:nvCxnSpPr>
        <p:spPr>
          <a:xfrm xmlns:a="http://schemas.openxmlformats.org/drawingml/2006/main">
            <a:off x="4857750" y="4791075"/>
            <a:ext cx="285750" cy="0"/>
          </a:xfrm>
          <a:prstGeom xmlns:a="http://schemas.openxmlformats.org/drawingml/2006/main" prst="straightConnector1">
            <a:avLst/>
          </a:prstGeom>
          <a:ln xmlns:a="http://schemas.openxmlformats.org/drawingml/2006/main" w="19050">
            <a:solidFill>
              <a:srgbClr val="79B9E8"/>
            </a:solidFill>
            <a:prstDash val="solid"/>
            <a:tailEnd type="triangle" w="sm" len="sm"/>
          </a:ln>
        </p:spPr>
      </p:cxnSp>
      <p:cxnSp>
        <p:nvCxnSpPr>
          <p:cNvPr id="50" name="">
            <a:extLst xmlns:a="http://schemas.openxmlformats.org/drawingml/2006/main">
              <a:ext uri="{FF2B5EF4-FFF2-40B4-BE49-F238E27FC236}">
                <a16:creationId xmlns:a16="http://schemas.microsoft.com/office/drawing/2014/main" id="{27370255-7552-49BC-8E26-9B5B0CFF38B9}"/>
              </a:ext>
            </a:extLst>
          </p:cNvPr>
          <p:cNvCxnSpPr>
            <a:stCxn xmlns:a="http://schemas.openxmlformats.org/drawingml/2006/main" id="35" idx="3"/>
            <a:endCxn xmlns:a="http://schemas.openxmlformats.org/drawingml/2006/main" id="38" idx="1"/>
          </p:cNvCxnSpPr>
          <p:nvPr/>
        </p:nvCxnSpPr>
        <p:spPr>
          <a:xfrm xmlns:a="http://schemas.openxmlformats.org/drawingml/2006/main">
            <a:off x="2667000" y="4791075"/>
            <a:ext cx="285750" cy="0"/>
          </a:xfrm>
          <a:prstGeom xmlns:a="http://schemas.openxmlformats.org/drawingml/2006/main" prst="straightConnector1">
            <a:avLst/>
          </a:prstGeom>
          <a:ln xmlns:a="http://schemas.openxmlformats.org/drawingml/2006/main" w="19050">
            <a:solidFill>
              <a:srgbClr val="79B9E8"/>
            </a:solidFill>
            <a:prstDash val="solid"/>
            <a:tailEnd type="triangle" w="sm" len="sm"/>
          </a:ln>
        </p:spPr>
      </p:cxnSp>
      <p:cxnSp>
        <p:nvCxnSpPr>
          <p:cNvPr id="28" name="">
            <a:extLst xmlns:a="http://schemas.openxmlformats.org/drawingml/2006/main">
              <a:ext uri="{FF2B5EF4-FFF2-40B4-BE49-F238E27FC236}">
                <a16:creationId xmlns:a16="http://schemas.microsoft.com/office/drawing/2014/main" id="{A2A84E02-533A-40BB-83CA-47D061039E84}"/>
              </a:ext>
            </a:extLst>
          </p:cNvPr>
          <p:cNvCxnSpPr>
            <a:stCxn xmlns:a="http://schemas.openxmlformats.org/drawingml/2006/main" id="18" idx="3"/>
            <a:endCxn xmlns:a="http://schemas.openxmlformats.org/drawingml/2006/main" id="21" idx="1"/>
          </p:cNvCxnSpPr>
          <p:nvPr/>
        </p:nvCxnSpPr>
        <p:spPr>
          <a:xfrm xmlns:a="http://schemas.openxmlformats.org/drawingml/2006/main">
            <a:off x="9906000" y="2481263"/>
            <a:ext cx="276225" cy="0"/>
          </a:xfrm>
          <a:prstGeom xmlns:a="http://schemas.openxmlformats.org/drawingml/2006/main" prst="straightConnector1">
            <a:avLst/>
          </a:prstGeom>
          <a:ln xmlns:a="http://schemas.openxmlformats.org/drawingml/2006/main" w="19050">
            <a:solidFill>
              <a:srgbClr val="38E0C1"/>
            </a:solidFill>
            <a:prstDash val="solid"/>
            <a:tailEnd type="triangle" w="sm" len="sm"/>
          </a:ln>
        </p:spPr>
      </p:cxnSp>
      <p:cxnSp>
        <p:nvCxnSpPr>
          <p:cNvPr id="27" name="">
            <a:extLst xmlns:a="http://schemas.openxmlformats.org/drawingml/2006/main">
              <a:ext uri="{FF2B5EF4-FFF2-40B4-BE49-F238E27FC236}">
                <a16:creationId xmlns:a16="http://schemas.microsoft.com/office/drawing/2014/main" id="{7346411F-7D99-4E7F-BC5B-8EAED74D0EDC}"/>
              </a:ext>
            </a:extLst>
          </p:cNvPr>
          <p:cNvCxnSpPr>
            <a:stCxn xmlns:a="http://schemas.openxmlformats.org/drawingml/2006/main" id="15" idx="3"/>
            <a:endCxn xmlns:a="http://schemas.openxmlformats.org/drawingml/2006/main" id="18" idx="1"/>
          </p:cNvCxnSpPr>
          <p:nvPr/>
        </p:nvCxnSpPr>
        <p:spPr>
          <a:xfrm xmlns:a="http://schemas.openxmlformats.org/drawingml/2006/main">
            <a:off x="7991475" y="2481263"/>
            <a:ext cx="276225" cy="0"/>
          </a:xfrm>
          <a:prstGeom xmlns:a="http://schemas.openxmlformats.org/drawingml/2006/main" prst="straightConnector1">
            <a:avLst/>
          </a:prstGeom>
          <a:ln xmlns:a="http://schemas.openxmlformats.org/drawingml/2006/main" w="19050">
            <a:solidFill>
              <a:srgbClr val="38E0C1"/>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E5788A11-427E-435D-82BD-2C1BA5A556EB}"/>
              </a:ext>
            </a:extLst>
          </p:cNvPr>
          <p:cNvCxnSpPr>
            <a:stCxn xmlns:a="http://schemas.openxmlformats.org/drawingml/2006/main" id="12" idx="3"/>
            <a:endCxn xmlns:a="http://schemas.openxmlformats.org/drawingml/2006/main" id="15" idx="1"/>
          </p:cNvCxnSpPr>
          <p:nvPr/>
        </p:nvCxnSpPr>
        <p:spPr>
          <a:xfrm xmlns:a="http://schemas.openxmlformats.org/drawingml/2006/main">
            <a:off x="6076950" y="2481263"/>
            <a:ext cx="276225" cy="0"/>
          </a:xfrm>
          <a:prstGeom xmlns:a="http://schemas.openxmlformats.org/drawingml/2006/main" prst="straightConnector1">
            <a:avLst/>
          </a:prstGeom>
          <a:ln xmlns:a="http://schemas.openxmlformats.org/drawingml/2006/main" w="19050">
            <a:solidFill>
              <a:srgbClr val="38E0C1"/>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75E634D8-020C-4A81-9F58-0B85E2773816}"/>
              </a:ext>
            </a:extLst>
          </p:cNvPr>
          <p:cNvCxnSpPr>
            <a:stCxn xmlns:a="http://schemas.openxmlformats.org/drawingml/2006/main" id="9" idx="3"/>
            <a:endCxn xmlns:a="http://schemas.openxmlformats.org/drawingml/2006/main" id="12" idx="1"/>
          </p:cNvCxnSpPr>
          <p:nvPr/>
        </p:nvCxnSpPr>
        <p:spPr>
          <a:xfrm xmlns:a="http://schemas.openxmlformats.org/drawingml/2006/main">
            <a:off x="4162425" y="2481263"/>
            <a:ext cx="276225" cy="0"/>
          </a:xfrm>
          <a:prstGeom xmlns:a="http://schemas.openxmlformats.org/drawingml/2006/main" prst="straightConnector1">
            <a:avLst/>
          </a:prstGeom>
          <a:ln xmlns:a="http://schemas.openxmlformats.org/drawingml/2006/main" w="19050">
            <a:solidFill>
              <a:srgbClr val="38E0C1"/>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6867541D-CC13-40BD-B109-94DEB3E8D0E5}"/>
              </a:ext>
            </a:extLst>
          </p:cNvPr>
          <p:cNvCxnSpPr>
            <a:stCxn xmlns:a="http://schemas.openxmlformats.org/drawingml/2006/main" id="6" idx="3"/>
            <a:endCxn xmlns:a="http://schemas.openxmlformats.org/drawingml/2006/main" id="9" idx="1"/>
          </p:cNvCxnSpPr>
          <p:nvPr/>
        </p:nvCxnSpPr>
        <p:spPr>
          <a:xfrm xmlns:a="http://schemas.openxmlformats.org/drawingml/2006/main">
            <a:off x="2247900" y="2481263"/>
            <a:ext cx="276225" cy="0"/>
          </a:xfrm>
          <a:prstGeom xmlns:a="http://schemas.openxmlformats.org/drawingml/2006/main" prst="straightConnector1">
            <a:avLst/>
          </a:prstGeom>
          <a:ln xmlns:a="http://schemas.openxmlformats.org/drawingml/2006/main" w="19050">
            <a:solidFill>
              <a:srgbClr val="38E0C1"/>
            </a:solidFill>
            <a:prstDash val="solid"/>
            <a:tailEnd type="triangle" w="sm" len="sm"/>
          </a:ln>
        </p:spPr>
      </p:cxnSp>
      <p:sp>
        <p:nvSpPr>
          <p:cNvPr id="58" name="">
            <a:extLst xmlns:a="http://schemas.openxmlformats.org/drawingml/2006/main">
              <a:ext uri="{FF2B5EF4-FFF2-40B4-BE49-F238E27FC236}">
                <a16:creationId xmlns:a16="http://schemas.microsoft.com/office/drawing/2014/main" id="{6637BAA8-44A1-40E3-BC1B-2B8EA2497E51}"/>
              </a:ext>
            </a:extLst>
          </p:cNvPr>
          <p:cNvSpPr>
            <a:spLocks xmlns:a="http://schemas.openxmlformats.org/drawingml/2006/main" noGrp="1"/>
          </p:cNvSpPr>
          <p:nvPr/>
        </p:nvSpPr>
        <p:spPr>
          <a:xfrm xmlns:a="http://schemas.openxmlformats.org/drawingml/2006/main">
            <a:off x="590550" y="295275"/>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38E0C1"/>
                </a:solidFill>
                <a:latin typeface="Arial"/>
                <a:ea typeface="Arial"/>
                <a:cs typeface="Arial"/>
              </a:defRPr>
            </a:defPPr>
            <a:lvl1pPr algn="l">
              <a:defRPr sz="975" b="1">
                <a:solidFill>
                  <a:srgbClr val="38E0C1"/>
                </a:solidFill>
                <a:latin typeface="Arial"/>
                <a:ea typeface="Arial"/>
                <a:cs typeface="Arial"/>
              </a:defRPr>
            </a:lvl1pPr>
            <a:lvl2pPr algn="l">
              <a:defRPr sz="975" b="1">
                <a:solidFill>
                  <a:srgbClr val="38E0C1"/>
                </a:solidFill>
                <a:latin typeface="Arial"/>
                <a:ea typeface="Arial"/>
                <a:cs typeface="Arial"/>
              </a:defRPr>
            </a:lvl2pPr>
            <a:lvl3pPr algn="l">
              <a:defRPr sz="975" b="1">
                <a:solidFill>
                  <a:srgbClr val="38E0C1"/>
                </a:solidFill>
                <a:latin typeface="Arial"/>
                <a:ea typeface="Arial"/>
                <a:cs typeface="Arial"/>
              </a:defRPr>
            </a:lvl3pPr>
            <a:lvl4pPr algn="l">
              <a:defRPr sz="975" b="1">
                <a:solidFill>
                  <a:srgbClr val="38E0C1"/>
                </a:solidFill>
                <a:latin typeface="Arial"/>
                <a:ea typeface="Arial"/>
                <a:cs typeface="Arial"/>
              </a:defRPr>
            </a:lvl4pPr>
            <a:lvl5pPr algn="l">
              <a:defRPr sz="975" b="1">
                <a:solidFill>
                  <a:srgbClr val="38E0C1"/>
                </a:solidFill>
                <a:latin typeface="Arial"/>
                <a:ea typeface="Arial"/>
                <a:cs typeface="Arial"/>
              </a:defRPr>
            </a:lvl5pPr>
            <a:lvl6pPr algn="l">
              <a:defRPr sz="975" b="1">
                <a:solidFill>
                  <a:srgbClr val="38E0C1"/>
                </a:solidFill>
                <a:latin typeface="Arial"/>
                <a:ea typeface="Arial"/>
                <a:cs typeface="Arial"/>
              </a:defRPr>
            </a:lvl6pPr>
            <a:lvl7pPr algn="l">
              <a:defRPr sz="975" b="1">
                <a:solidFill>
                  <a:srgbClr val="38E0C1"/>
                </a:solidFill>
                <a:latin typeface="Arial"/>
                <a:ea typeface="Arial"/>
                <a:cs typeface="Arial"/>
              </a:defRPr>
            </a:lvl7pPr>
            <a:lvl8pPr algn="l">
              <a:defRPr sz="975" b="1">
                <a:solidFill>
                  <a:srgbClr val="38E0C1"/>
                </a:solidFill>
                <a:latin typeface="Arial"/>
                <a:ea typeface="Arial"/>
                <a:cs typeface="Arial"/>
              </a:defRPr>
            </a:lvl8pPr>
            <a:lvl9pPr algn="l">
              <a:defRPr sz="975" b="1">
                <a:solidFill>
                  <a:srgbClr val="38E0C1"/>
                </a:solidFill>
                <a:latin typeface="Arial"/>
                <a:ea typeface="Arial"/>
                <a:cs typeface="Arial"/>
              </a:defRPr>
            </a:lvl9pPr>
          </a:lstStyle>
          <a:p xmlns:a="http://schemas.openxmlformats.org/drawingml/2006/main">
            <a:pPr algn="l">
              <a:defRPr sz="975" b="1">
                <a:solidFill>
                  <a:srgbClr val="38E0C1"/>
                </a:solidFill>
                <a:latin typeface="Arial"/>
                <a:ea typeface="Arial"/>
                <a:cs typeface="Arial"/>
              </a:defRPr>
            </a:pPr>
            <a:r>
              <a:rPr sz="975" b="1">
                <a:solidFill>
                  <a:srgbClr val="38E0C1"/>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20B6B18E-302B-4F2E-81B4-71473AF3AB3E}"/>
              </a:ext>
            </a:extLst>
          </p:cNvPr>
          <p:cNvSpPr>
            <a:spLocks xmlns:a="http://schemas.openxmlformats.org/drawingml/2006/main" noGrp="1"/>
          </p:cNvSpPr>
          <p:nvPr/>
        </p:nvSpPr>
        <p:spPr>
          <a:xfrm xmlns:a="http://schemas.openxmlformats.org/drawingml/2006/main">
            <a:off x="590550" y="533400"/>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4F7FB"/>
                </a:solidFill>
                <a:latin typeface="Arial"/>
                <a:ea typeface="Arial"/>
                <a:cs typeface="Arial"/>
              </a:defRPr>
            </a:defPPr>
            <a:lvl1pPr algn="l">
              <a:defRPr sz="2700" b="1">
                <a:solidFill>
                  <a:srgbClr val="F4F7FB"/>
                </a:solidFill>
                <a:latin typeface="Arial"/>
                <a:ea typeface="Arial"/>
                <a:cs typeface="Arial"/>
              </a:defRPr>
            </a:lvl1pPr>
            <a:lvl2pPr algn="l">
              <a:defRPr sz="2700" b="1">
                <a:solidFill>
                  <a:srgbClr val="F4F7FB"/>
                </a:solidFill>
                <a:latin typeface="Arial"/>
                <a:ea typeface="Arial"/>
                <a:cs typeface="Arial"/>
              </a:defRPr>
            </a:lvl2pPr>
            <a:lvl3pPr algn="l">
              <a:defRPr sz="2700" b="1">
                <a:solidFill>
                  <a:srgbClr val="F4F7FB"/>
                </a:solidFill>
                <a:latin typeface="Arial"/>
                <a:ea typeface="Arial"/>
                <a:cs typeface="Arial"/>
              </a:defRPr>
            </a:lvl3pPr>
            <a:lvl4pPr algn="l">
              <a:defRPr sz="2700" b="1">
                <a:solidFill>
                  <a:srgbClr val="F4F7FB"/>
                </a:solidFill>
                <a:latin typeface="Arial"/>
                <a:ea typeface="Arial"/>
                <a:cs typeface="Arial"/>
              </a:defRPr>
            </a:lvl4pPr>
            <a:lvl5pPr algn="l">
              <a:defRPr sz="2700" b="1">
                <a:solidFill>
                  <a:srgbClr val="F4F7FB"/>
                </a:solidFill>
                <a:latin typeface="Arial"/>
                <a:ea typeface="Arial"/>
                <a:cs typeface="Arial"/>
              </a:defRPr>
            </a:lvl5pPr>
            <a:lvl6pPr algn="l">
              <a:defRPr sz="2700" b="1">
                <a:solidFill>
                  <a:srgbClr val="F4F7FB"/>
                </a:solidFill>
                <a:latin typeface="Arial"/>
                <a:ea typeface="Arial"/>
                <a:cs typeface="Arial"/>
              </a:defRPr>
            </a:lvl6pPr>
            <a:lvl7pPr algn="l">
              <a:defRPr sz="2700" b="1">
                <a:solidFill>
                  <a:srgbClr val="F4F7FB"/>
                </a:solidFill>
                <a:latin typeface="Arial"/>
                <a:ea typeface="Arial"/>
                <a:cs typeface="Arial"/>
              </a:defRPr>
            </a:lvl7pPr>
            <a:lvl8pPr algn="l">
              <a:defRPr sz="2700" b="1">
                <a:solidFill>
                  <a:srgbClr val="F4F7FB"/>
                </a:solidFill>
                <a:latin typeface="Arial"/>
                <a:ea typeface="Arial"/>
                <a:cs typeface="Arial"/>
              </a:defRPr>
            </a:lvl8pPr>
            <a:lvl9pPr algn="l">
              <a:defRPr sz="2700" b="1">
                <a:solidFill>
                  <a:srgbClr val="F4F7FB"/>
                </a:solidFill>
                <a:latin typeface="Arial"/>
                <a:ea typeface="Arial"/>
                <a:cs typeface="Arial"/>
              </a:defRPr>
            </a:lvl9pPr>
          </a:lstStyle>
          <a:p xmlns:a="http://schemas.openxmlformats.org/drawingml/2006/main">
            <a:pPr algn="l">
              <a:defRPr sz="2700" b="1">
                <a:solidFill>
                  <a:srgbClr val="F4F7FB"/>
                </a:solidFill>
                <a:latin typeface="Arial"/>
                <a:ea typeface="Arial"/>
                <a:cs typeface="Arial"/>
              </a:defRPr>
            </a:pPr>
            <a:r>
              <a:rPr sz="2700" b="1">
                <a:solidFill>
                  <a:srgbClr val="F4F7FB"/>
                </a:solidFill>
                <a:latin typeface="Arial"/>
                <a:ea typeface="Arial"/>
                <a:cs typeface="Arial"/>
              </a:rPr>
              <a:t>Two paths with a strict boundary</a:t>
            </a:r>
          </a:p>
        </p:txBody>
      </p:sp>
      <p:sp>
        <p:nvSpPr>
          <p:cNvPr id="3" name="">
            <a:extLst xmlns:a="http://schemas.openxmlformats.org/drawingml/2006/main">
              <a:ext uri="{FF2B5EF4-FFF2-40B4-BE49-F238E27FC236}">
                <a16:creationId xmlns:a16="http://schemas.microsoft.com/office/drawing/2014/main" id="{076C3A9C-F0CC-48CA-A1C6-59BA0B4314D4}"/>
              </a:ext>
            </a:extLst>
          </p:cNvPr>
          <p:cNvSpPr>
            <a:spLocks xmlns:a="http://schemas.openxmlformats.org/drawingml/2006/main" noGrp="1"/>
          </p:cNvSpPr>
          <p:nvPr/>
        </p:nvSpPr>
        <p:spPr>
          <a:xfrm xmlns:a="http://schemas.openxmlformats.org/drawingml/2006/main">
            <a:off x="590550" y="1066800"/>
            <a:ext cx="11001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D5E0E9"/>
                </a:solidFill>
                <a:latin typeface="Arial"/>
                <a:ea typeface="Arial"/>
                <a:cs typeface="Arial"/>
              </a:defRPr>
            </a:defPPr>
            <a:lvl1pPr algn="l">
              <a:defRPr sz="1425" b="0">
                <a:solidFill>
                  <a:srgbClr val="D5E0E9"/>
                </a:solidFill>
                <a:latin typeface="Arial"/>
                <a:ea typeface="Arial"/>
                <a:cs typeface="Arial"/>
              </a:defRPr>
            </a:lvl1pPr>
            <a:lvl2pPr algn="l">
              <a:defRPr sz="1425" b="0">
                <a:solidFill>
                  <a:srgbClr val="D5E0E9"/>
                </a:solidFill>
                <a:latin typeface="Arial"/>
                <a:ea typeface="Arial"/>
                <a:cs typeface="Arial"/>
              </a:defRPr>
            </a:lvl2pPr>
            <a:lvl3pPr algn="l">
              <a:defRPr sz="1425" b="0">
                <a:solidFill>
                  <a:srgbClr val="D5E0E9"/>
                </a:solidFill>
                <a:latin typeface="Arial"/>
                <a:ea typeface="Arial"/>
                <a:cs typeface="Arial"/>
              </a:defRPr>
            </a:lvl3pPr>
            <a:lvl4pPr algn="l">
              <a:defRPr sz="1425" b="0">
                <a:solidFill>
                  <a:srgbClr val="D5E0E9"/>
                </a:solidFill>
                <a:latin typeface="Arial"/>
                <a:ea typeface="Arial"/>
                <a:cs typeface="Arial"/>
              </a:defRPr>
            </a:lvl4pPr>
            <a:lvl5pPr algn="l">
              <a:defRPr sz="1425" b="0">
                <a:solidFill>
                  <a:srgbClr val="D5E0E9"/>
                </a:solidFill>
                <a:latin typeface="Arial"/>
                <a:ea typeface="Arial"/>
                <a:cs typeface="Arial"/>
              </a:defRPr>
            </a:lvl5pPr>
            <a:lvl6pPr algn="l">
              <a:defRPr sz="1425" b="0">
                <a:solidFill>
                  <a:srgbClr val="D5E0E9"/>
                </a:solidFill>
                <a:latin typeface="Arial"/>
                <a:ea typeface="Arial"/>
                <a:cs typeface="Arial"/>
              </a:defRPr>
            </a:lvl6pPr>
            <a:lvl7pPr algn="l">
              <a:defRPr sz="1425" b="0">
                <a:solidFill>
                  <a:srgbClr val="D5E0E9"/>
                </a:solidFill>
                <a:latin typeface="Arial"/>
                <a:ea typeface="Arial"/>
                <a:cs typeface="Arial"/>
              </a:defRPr>
            </a:lvl7pPr>
            <a:lvl8pPr algn="l">
              <a:defRPr sz="1425" b="0">
                <a:solidFill>
                  <a:srgbClr val="D5E0E9"/>
                </a:solidFill>
                <a:latin typeface="Arial"/>
                <a:ea typeface="Arial"/>
                <a:cs typeface="Arial"/>
              </a:defRPr>
            </a:lvl8pPr>
            <a:lvl9pPr algn="l">
              <a:defRPr sz="1425" b="0">
                <a:solidFill>
                  <a:srgbClr val="D5E0E9"/>
                </a:solidFill>
                <a:latin typeface="Arial"/>
                <a:ea typeface="Arial"/>
                <a:cs typeface="Arial"/>
              </a:defRPr>
            </a:lvl9pPr>
          </a:lstStyle>
          <a:p xmlns:a="http://schemas.openxmlformats.org/drawingml/2006/main">
            <a:pPr algn="l">
              <a:defRPr sz="1425" b="0">
                <a:solidFill>
                  <a:srgbClr val="D5E0E9"/>
                </a:solidFill>
                <a:latin typeface="Arial"/>
                <a:ea typeface="Arial"/>
                <a:cs typeface="Arial"/>
              </a:defRPr>
            </a:pPr>
            <a:r>
              <a:rPr sz="1425" b="0">
                <a:solidFill>
                  <a:srgbClr val="D5E0E9"/>
                </a:solidFill>
                <a:latin typeface="Arial"/>
                <a:ea typeface="Arial"/>
                <a:cs typeface="Arial"/>
              </a:rPr>
              <a:t>Streamlit calls run_analysis(data, config). LangGraph coordinates the deterministic workflow.</a:t>
            </a:r>
          </a:p>
        </p:txBody>
      </p:sp>
      <p:sp>
        <p:nvSpPr>
          <p:cNvPr id="4" name="">
            <a:extLst xmlns:a="http://schemas.openxmlformats.org/drawingml/2006/main">
              <a:ext uri="{FF2B5EF4-FFF2-40B4-BE49-F238E27FC236}">
                <a16:creationId xmlns:a16="http://schemas.microsoft.com/office/drawing/2014/main" id="{3148FB84-B582-4A42-AE12-8FCB6FB1FCCC}"/>
              </a:ext>
            </a:extLst>
          </p:cNvPr>
          <p:cNvSpPr>
            <a:spLocks xmlns:a="http://schemas.openxmlformats.org/drawingml/2006/main" noGrp="1"/>
          </p:cNvSpPr>
          <p:nvPr/>
        </p:nvSpPr>
        <p:spPr>
          <a:xfrm xmlns:a="http://schemas.openxmlformats.org/drawingml/2006/main">
            <a:off x="628650" y="156210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B8F7E5"/>
                </a:solidFill>
                <a:latin typeface="Arial"/>
                <a:ea typeface="Arial"/>
                <a:cs typeface="Arial"/>
              </a:defRPr>
            </a:defPPr>
            <a:lvl1pPr algn="l">
              <a:defRPr sz="1125" b="1">
                <a:solidFill>
                  <a:srgbClr val="B8F7E5"/>
                </a:solidFill>
                <a:latin typeface="Arial"/>
                <a:ea typeface="Arial"/>
                <a:cs typeface="Arial"/>
              </a:defRPr>
            </a:lvl1pPr>
            <a:lvl2pPr algn="l">
              <a:defRPr sz="1125" b="1">
                <a:solidFill>
                  <a:srgbClr val="B8F7E5"/>
                </a:solidFill>
                <a:latin typeface="Arial"/>
                <a:ea typeface="Arial"/>
                <a:cs typeface="Arial"/>
              </a:defRPr>
            </a:lvl2pPr>
            <a:lvl3pPr algn="l">
              <a:defRPr sz="1125" b="1">
                <a:solidFill>
                  <a:srgbClr val="B8F7E5"/>
                </a:solidFill>
                <a:latin typeface="Arial"/>
                <a:ea typeface="Arial"/>
                <a:cs typeface="Arial"/>
              </a:defRPr>
            </a:lvl3pPr>
            <a:lvl4pPr algn="l">
              <a:defRPr sz="1125" b="1">
                <a:solidFill>
                  <a:srgbClr val="B8F7E5"/>
                </a:solidFill>
                <a:latin typeface="Arial"/>
                <a:ea typeface="Arial"/>
                <a:cs typeface="Arial"/>
              </a:defRPr>
            </a:lvl4pPr>
            <a:lvl5pPr algn="l">
              <a:defRPr sz="1125" b="1">
                <a:solidFill>
                  <a:srgbClr val="B8F7E5"/>
                </a:solidFill>
                <a:latin typeface="Arial"/>
                <a:ea typeface="Arial"/>
                <a:cs typeface="Arial"/>
              </a:defRPr>
            </a:lvl5pPr>
            <a:lvl6pPr algn="l">
              <a:defRPr sz="1125" b="1">
                <a:solidFill>
                  <a:srgbClr val="B8F7E5"/>
                </a:solidFill>
                <a:latin typeface="Arial"/>
                <a:ea typeface="Arial"/>
                <a:cs typeface="Arial"/>
              </a:defRPr>
            </a:lvl6pPr>
            <a:lvl7pPr algn="l">
              <a:defRPr sz="1125" b="1">
                <a:solidFill>
                  <a:srgbClr val="B8F7E5"/>
                </a:solidFill>
                <a:latin typeface="Arial"/>
                <a:ea typeface="Arial"/>
                <a:cs typeface="Arial"/>
              </a:defRPr>
            </a:lvl7pPr>
            <a:lvl8pPr algn="l">
              <a:defRPr sz="1125" b="1">
                <a:solidFill>
                  <a:srgbClr val="B8F7E5"/>
                </a:solidFill>
                <a:latin typeface="Arial"/>
                <a:ea typeface="Arial"/>
                <a:cs typeface="Arial"/>
              </a:defRPr>
            </a:lvl8pPr>
            <a:lvl9pPr algn="l">
              <a:defRPr sz="1125" b="1">
                <a:solidFill>
                  <a:srgbClr val="B8F7E5"/>
                </a:solidFill>
                <a:latin typeface="Arial"/>
                <a:ea typeface="Arial"/>
                <a:cs typeface="Arial"/>
              </a:defRPr>
            </a:lvl9pPr>
          </a:lstStyle>
          <a:p xmlns:a="http://schemas.openxmlformats.org/drawingml/2006/main">
            <a:pPr algn="l">
              <a:defRPr sz="1125" b="1">
                <a:solidFill>
                  <a:srgbClr val="B8F7E5"/>
                </a:solidFill>
                <a:latin typeface="Arial"/>
                <a:ea typeface="Arial"/>
                <a:cs typeface="Arial"/>
              </a:defRPr>
            </a:pPr>
            <a:r>
              <a:rPr sz="1125" b="1">
                <a:solidFill>
                  <a:srgbClr val="B8F7E5"/>
                </a:solidFill>
                <a:latin typeface="Arial"/>
                <a:ea typeface="Arial"/>
                <a:cs typeface="Arial"/>
              </a:rPr>
              <a:t>DETERMINISTIC LANGGRAPH WORKFLOW</a:t>
            </a:r>
          </a:p>
        </p:txBody>
      </p:sp>
      <p:sp>
        <p:nvSpPr>
          <p:cNvPr id="5" name="">
            <a:extLst xmlns:a="http://schemas.openxmlformats.org/drawingml/2006/main">
              <a:ext uri="{FF2B5EF4-FFF2-40B4-BE49-F238E27FC236}">
                <a16:creationId xmlns:a16="http://schemas.microsoft.com/office/drawing/2014/main" id="{E4352996-6B79-4EFA-81F8-0218781F2B36}"/>
              </a:ext>
            </a:extLst>
          </p:cNvPr>
          <p:cNvSpPr>
            <a:spLocks xmlns:a="http://schemas.openxmlformats.org/drawingml/2006/main" noGrp="1"/>
          </p:cNvSpPr>
          <p:nvPr/>
        </p:nvSpPr>
        <p:spPr>
          <a:xfrm xmlns:a="http://schemas.openxmlformats.org/drawingml/2006/main">
            <a:off x="6191250" y="1562100"/>
            <a:ext cx="539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9AAFC2"/>
                </a:solidFill>
                <a:latin typeface="Arial"/>
                <a:ea typeface="Arial"/>
                <a:cs typeface="Arial"/>
              </a:defRPr>
            </a:defPPr>
            <a:lvl1pPr algn="r">
              <a:defRPr sz="1125" b="0">
                <a:solidFill>
                  <a:srgbClr val="9AAFC2"/>
                </a:solidFill>
                <a:latin typeface="Arial"/>
                <a:ea typeface="Arial"/>
                <a:cs typeface="Arial"/>
              </a:defRPr>
            </a:lvl1pPr>
            <a:lvl2pPr algn="r">
              <a:defRPr sz="1125" b="0">
                <a:solidFill>
                  <a:srgbClr val="9AAFC2"/>
                </a:solidFill>
                <a:latin typeface="Arial"/>
                <a:ea typeface="Arial"/>
                <a:cs typeface="Arial"/>
              </a:defRPr>
            </a:lvl2pPr>
            <a:lvl3pPr algn="r">
              <a:defRPr sz="1125" b="0">
                <a:solidFill>
                  <a:srgbClr val="9AAFC2"/>
                </a:solidFill>
                <a:latin typeface="Arial"/>
                <a:ea typeface="Arial"/>
                <a:cs typeface="Arial"/>
              </a:defRPr>
            </a:lvl3pPr>
            <a:lvl4pPr algn="r">
              <a:defRPr sz="1125" b="0">
                <a:solidFill>
                  <a:srgbClr val="9AAFC2"/>
                </a:solidFill>
                <a:latin typeface="Arial"/>
                <a:ea typeface="Arial"/>
                <a:cs typeface="Arial"/>
              </a:defRPr>
            </a:lvl4pPr>
            <a:lvl5pPr algn="r">
              <a:defRPr sz="1125" b="0">
                <a:solidFill>
                  <a:srgbClr val="9AAFC2"/>
                </a:solidFill>
                <a:latin typeface="Arial"/>
                <a:ea typeface="Arial"/>
                <a:cs typeface="Arial"/>
              </a:defRPr>
            </a:lvl5pPr>
            <a:lvl6pPr algn="r">
              <a:defRPr sz="1125" b="0">
                <a:solidFill>
                  <a:srgbClr val="9AAFC2"/>
                </a:solidFill>
                <a:latin typeface="Arial"/>
                <a:ea typeface="Arial"/>
                <a:cs typeface="Arial"/>
              </a:defRPr>
            </a:lvl6pPr>
            <a:lvl7pPr algn="r">
              <a:defRPr sz="1125" b="0">
                <a:solidFill>
                  <a:srgbClr val="9AAFC2"/>
                </a:solidFill>
                <a:latin typeface="Arial"/>
                <a:ea typeface="Arial"/>
                <a:cs typeface="Arial"/>
              </a:defRPr>
            </a:lvl7pPr>
            <a:lvl8pPr algn="r">
              <a:defRPr sz="1125" b="0">
                <a:solidFill>
                  <a:srgbClr val="9AAFC2"/>
                </a:solidFill>
                <a:latin typeface="Arial"/>
                <a:ea typeface="Arial"/>
                <a:cs typeface="Arial"/>
              </a:defRPr>
            </a:lvl8pPr>
            <a:lvl9pPr algn="r">
              <a:defRPr sz="1125" b="0">
                <a:solidFill>
                  <a:srgbClr val="9AAFC2"/>
                </a:solidFill>
                <a:latin typeface="Arial"/>
                <a:ea typeface="Arial"/>
                <a:cs typeface="Arial"/>
              </a:defRPr>
            </a:lvl9pPr>
          </a:lstStyle>
          <a:p xmlns:a="http://schemas.openxmlformats.org/drawingml/2006/main">
            <a:pPr algn="r">
              <a:defRPr sz="1125" b="0">
                <a:solidFill>
                  <a:srgbClr val="9AAFC2"/>
                </a:solidFill>
                <a:latin typeface="Arial"/>
                <a:ea typeface="Arial"/>
                <a:cs typeface="Arial"/>
              </a:defRPr>
            </a:pPr>
            <a:r>
              <a:rPr sz="1125" b="0">
                <a:solidFill>
                  <a:srgbClr val="9AAFC2"/>
                </a:solidFill>
                <a:latin typeface="Arial"/>
                <a:ea typeface="Arial"/>
                <a:cs typeface="Arial"/>
              </a:rPr>
              <a:t>One coordinator plus five ordered Python agents</a:t>
            </a:r>
          </a:p>
        </p:txBody>
      </p:sp>
      <p:sp>
        <p:nvSpPr>
          <p:cNvPr id="6" name="workflow-coordinator">
            <a:extLst xmlns:a="http://schemas.openxmlformats.org/drawingml/2006/main">
              <a:ext uri="{FF2B5EF4-FFF2-40B4-BE49-F238E27FC236}">
                <a16:creationId xmlns:a16="http://schemas.microsoft.com/office/drawing/2014/main" id="{C31AEC2F-B134-4DB2-9C77-CDFEBB5E2A80}"/>
              </a:ext>
            </a:extLst>
          </p:cNvPr>
          <p:cNvSpPr>
            <a:spLocks xmlns:a="http://schemas.openxmlformats.org/drawingml/2006/main" noGrp="1"/>
          </p:cNvSpPr>
          <p:nvPr/>
        </p:nvSpPr>
        <p:spPr>
          <a:xfrm xmlns:a="http://schemas.openxmlformats.org/drawingml/2006/main">
            <a:off x="609600" y="1885950"/>
            <a:ext cx="1638300" cy="1190625"/>
          </a:xfrm>
          <a:prstGeom xmlns:a="http://schemas.openxmlformats.org/drawingml/2006/main" prst="roundRect">
            <a:avLst>
              <a:gd name="adj" fmla="val 8000"/>
            </a:avLst>
          </a:prstGeom>
          <a:solidFill xmlns:a="http://schemas.openxmlformats.org/drawingml/2006/main">
            <a:srgbClr val="101D2D"/>
          </a:solidFill>
          <a:ln xmlns:a="http://schemas.openxmlformats.org/drawingml/2006/main" w="12383">
            <a:solidFill>
              <a:srgbClr val="38E0C1"/>
            </a:solidFill>
            <a:prstDash val="solid"/>
          </a:ln>
        </p:spPr>
      </p:sp>
      <p:sp>
        <p:nvSpPr>
          <p:cNvPr id="7" name="">
            <a:extLst xmlns:a="http://schemas.openxmlformats.org/drawingml/2006/main">
              <a:ext uri="{FF2B5EF4-FFF2-40B4-BE49-F238E27FC236}">
                <a16:creationId xmlns:a16="http://schemas.microsoft.com/office/drawing/2014/main" id="{951CA68F-9056-4D5C-A1DF-66CA3D6C0C96}"/>
              </a:ext>
            </a:extLst>
          </p:cNvPr>
          <p:cNvSpPr>
            <a:spLocks xmlns:a="http://schemas.openxmlformats.org/drawingml/2006/main" noGrp="1"/>
          </p:cNvSpPr>
          <p:nvPr/>
        </p:nvSpPr>
        <p:spPr>
          <a:xfrm xmlns:a="http://schemas.openxmlformats.org/drawingml/2006/main">
            <a:off x="714375" y="19907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38E0C1"/>
                </a:solidFill>
                <a:latin typeface="Arial"/>
                <a:ea typeface="Arial"/>
                <a:cs typeface="Arial"/>
              </a:defRPr>
            </a:defPPr>
            <a:lvl1pPr algn="ctr">
              <a:defRPr sz="1125" b="1">
                <a:solidFill>
                  <a:srgbClr val="38E0C1"/>
                </a:solidFill>
                <a:latin typeface="Arial"/>
                <a:ea typeface="Arial"/>
                <a:cs typeface="Arial"/>
              </a:defRPr>
            </a:lvl1pPr>
            <a:lvl2pPr algn="ctr">
              <a:defRPr sz="1125" b="1">
                <a:solidFill>
                  <a:srgbClr val="38E0C1"/>
                </a:solidFill>
                <a:latin typeface="Arial"/>
                <a:ea typeface="Arial"/>
                <a:cs typeface="Arial"/>
              </a:defRPr>
            </a:lvl2pPr>
            <a:lvl3pPr algn="ctr">
              <a:defRPr sz="1125" b="1">
                <a:solidFill>
                  <a:srgbClr val="38E0C1"/>
                </a:solidFill>
                <a:latin typeface="Arial"/>
                <a:ea typeface="Arial"/>
                <a:cs typeface="Arial"/>
              </a:defRPr>
            </a:lvl3pPr>
            <a:lvl4pPr algn="ctr">
              <a:defRPr sz="1125" b="1">
                <a:solidFill>
                  <a:srgbClr val="38E0C1"/>
                </a:solidFill>
                <a:latin typeface="Arial"/>
                <a:ea typeface="Arial"/>
                <a:cs typeface="Arial"/>
              </a:defRPr>
            </a:lvl4pPr>
            <a:lvl5pPr algn="ctr">
              <a:defRPr sz="1125" b="1">
                <a:solidFill>
                  <a:srgbClr val="38E0C1"/>
                </a:solidFill>
                <a:latin typeface="Arial"/>
                <a:ea typeface="Arial"/>
                <a:cs typeface="Arial"/>
              </a:defRPr>
            </a:lvl5pPr>
            <a:lvl6pPr algn="ctr">
              <a:defRPr sz="1125" b="1">
                <a:solidFill>
                  <a:srgbClr val="38E0C1"/>
                </a:solidFill>
                <a:latin typeface="Arial"/>
                <a:ea typeface="Arial"/>
                <a:cs typeface="Arial"/>
              </a:defRPr>
            </a:lvl6pPr>
            <a:lvl7pPr algn="ctr">
              <a:defRPr sz="1125" b="1">
                <a:solidFill>
                  <a:srgbClr val="38E0C1"/>
                </a:solidFill>
                <a:latin typeface="Arial"/>
                <a:ea typeface="Arial"/>
                <a:cs typeface="Arial"/>
              </a:defRPr>
            </a:lvl7pPr>
            <a:lvl8pPr algn="ctr">
              <a:defRPr sz="1125" b="1">
                <a:solidFill>
                  <a:srgbClr val="38E0C1"/>
                </a:solidFill>
                <a:latin typeface="Arial"/>
                <a:ea typeface="Arial"/>
                <a:cs typeface="Arial"/>
              </a:defRPr>
            </a:lvl8pPr>
            <a:lvl9pPr algn="ctr">
              <a:defRPr sz="1125" b="1">
                <a:solidFill>
                  <a:srgbClr val="38E0C1"/>
                </a:solidFill>
                <a:latin typeface="Arial"/>
                <a:ea typeface="Arial"/>
                <a:cs typeface="Arial"/>
              </a:defRPr>
            </a:lvl9pPr>
          </a:lstStyle>
          <a:p xmlns:a="http://schemas.openxmlformats.org/drawingml/2006/main">
            <a:pPr algn="ctr">
              <a:defRPr sz="1125" b="1">
                <a:solidFill>
                  <a:srgbClr val="38E0C1"/>
                </a:solidFill>
                <a:latin typeface="Arial"/>
                <a:ea typeface="Arial"/>
                <a:cs typeface="Arial"/>
              </a:defRPr>
            </a:pPr>
            <a:r>
              <a:rPr sz="1125" b="1">
                <a:solidFill>
                  <a:srgbClr val="38E0C1"/>
                </a:solidFill>
                <a:latin typeface="Arial"/>
                <a:ea typeface="Arial"/>
                <a:cs typeface="Arial"/>
              </a:rPr>
              <a:t>1 · Coordinator</a:t>
            </a:r>
          </a:p>
        </p:txBody>
      </p:sp>
      <p:sp>
        <p:nvSpPr>
          <p:cNvPr id="8" name="">
            <a:extLst xmlns:a="http://schemas.openxmlformats.org/drawingml/2006/main">
              <a:ext uri="{FF2B5EF4-FFF2-40B4-BE49-F238E27FC236}">
                <a16:creationId xmlns:a16="http://schemas.microsoft.com/office/drawing/2014/main" id="{67D82639-F7D7-4312-A696-6A80DC00146B}"/>
              </a:ext>
            </a:extLst>
          </p:cNvPr>
          <p:cNvSpPr>
            <a:spLocks xmlns:a="http://schemas.openxmlformats.org/drawingml/2006/main" noGrp="1"/>
          </p:cNvSpPr>
          <p:nvPr/>
        </p:nvSpPr>
        <p:spPr>
          <a:xfrm xmlns:a="http://schemas.openxmlformats.org/drawingml/2006/main">
            <a:off x="723900" y="2286000"/>
            <a:ext cx="1409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38" b="0">
                <a:solidFill>
                  <a:srgbClr val="9AAFC2"/>
                </a:solidFill>
                <a:latin typeface="Arial"/>
                <a:ea typeface="Arial"/>
                <a:cs typeface="Arial"/>
              </a:defRPr>
            </a:defPPr>
            <a:lvl1pPr algn="ctr">
              <a:defRPr sz="938" b="0">
                <a:solidFill>
                  <a:srgbClr val="9AAFC2"/>
                </a:solidFill>
                <a:latin typeface="Arial"/>
                <a:ea typeface="Arial"/>
                <a:cs typeface="Arial"/>
              </a:defRPr>
            </a:lvl1pPr>
            <a:lvl2pPr algn="ctr">
              <a:defRPr sz="938" b="0">
                <a:solidFill>
                  <a:srgbClr val="9AAFC2"/>
                </a:solidFill>
                <a:latin typeface="Arial"/>
                <a:ea typeface="Arial"/>
                <a:cs typeface="Arial"/>
              </a:defRPr>
            </a:lvl2pPr>
            <a:lvl3pPr algn="ctr">
              <a:defRPr sz="938" b="0">
                <a:solidFill>
                  <a:srgbClr val="9AAFC2"/>
                </a:solidFill>
                <a:latin typeface="Arial"/>
                <a:ea typeface="Arial"/>
                <a:cs typeface="Arial"/>
              </a:defRPr>
            </a:lvl3pPr>
            <a:lvl4pPr algn="ctr">
              <a:defRPr sz="938" b="0">
                <a:solidFill>
                  <a:srgbClr val="9AAFC2"/>
                </a:solidFill>
                <a:latin typeface="Arial"/>
                <a:ea typeface="Arial"/>
                <a:cs typeface="Arial"/>
              </a:defRPr>
            </a:lvl4pPr>
            <a:lvl5pPr algn="ctr">
              <a:defRPr sz="938" b="0">
                <a:solidFill>
                  <a:srgbClr val="9AAFC2"/>
                </a:solidFill>
                <a:latin typeface="Arial"/>
                <a:ea typeface="Arial"/>
                <a:cs typeface="Arial"/>
              </a:defRPr>
            </a:lvl5pPr>
            <a:lvl6pPr algn="ctr">
              <a:defRPr sz="938" b="0">
                <a:solidFill>
                  <a:srgbClr val="9AAFC2"/>
                </a:solidFill>
                <a:latin typeface="Arial"/>
                <a:ea typeface="Arial"/>
                <a:cs typeface="Arial"/>
              </a:defRPr>
            </a:lvl6pPr>
            <a:lvl7pPr algn="ctr">
              <a:defRPr sz="938" b="0">
                <a:solidFill>
                  <a:srgbClr val="9AAFC2"/>
                </a:solidFill>
                <a:latin typeface="Arial"/>
                <a:ea typeface="Arial"/>
                <a:cs typeface="Arial"/>
              </a:defRPr>
            </a:lvl7pPr>
            <a:lvl8pPr algn="ctr">
              <a:defRPr sz="938" b="0">
                <a:solidFill>
                  <a:srgbClr val="9AAFC2"/>
                </a:solidFill>
                <a:latin typeface="Arial"/>
                <a:ea typeface="Arial"/>
                <a:cs typeface="Arial"/>
              </a:defRPr>
            </a:lvl8pPr>
            <a:lvl9pPr algn="ctr">
              <a:defRPr sz="938" b="0">
                <a:solidFill>
                  <a:srgbClr val="9AAFC2"/>
                </a:solidFill>
                <a:latin typeface="Arial"/>
                <a:ea typeface="Arial"/>
                <a:cs typeface="Arial"/>
              </a:defRPr>
            </a:lvl9pPr>
          </a:lstStyle>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Receives data + config</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Runs the compiled graph</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Returns WorkflowResult</a:t>
            </a:r>
          </a:p>
        </p:txBody>
      </p:sp>
      <p:sp>
        <p:nvSpPr>
          <p:cNvPr id="9" name="workflow-validation">
            <a:extLst xmlns:a="http://schemas.openxmlformats.org/drawingml/2006/main">
              <a:ext uri="{FF2B5EF4-FFF2-40B4-BE49-F238E27FC236}">
                <a16:creationId xmlns:a16="http://schemas.microsoft.com/office/drawing/2014/main" id="{DA12C52D-28EA-4C4A-84B7-7F6D40B4C55D}"/>
              </a:ext>
            </a:extLst>
          </p:cNvPr>
          <p:cNvSpPr>
            <a:spLocks xmlns:a="http://schemas.openxmlformats.org/drawingml/2006/main" noGrp="1"/>
          </p:cNvSpPr>
          <p:nvPr/>
        </p:nvSpPr>
        <p:spPr>
          <a:xfrm xmlns:a="http://schemas.openxmlformats.org/drawingml/2006/main">
            <a:off x="2524125" y="1885950"/>
            <a:ext cx="1638300" cy="1190625"/>
          </a:xfrm>
          <a:prstGeom xmlns:a="http://schemas.openxmlformats.org/drawingml/2006/main" prst="roundRect">
            <a:avLst>
              <a:gd name="adj" fmla="val 8000"/>
            </a:avLst>
          </a:prstGeom>
          <a:solidFill xmlns:a="http://schemas.openxmlformats.org/drawingml/2006/main">
            <a:srgbClr val="101D2D"/>
          </a:solidFill>
          <a:ln xmlns:a="http://schemas.openxmlformats.org/drawingml/2006/main" w="12383">
            <a:solidFill>
              <a:srgbClr val="38E0C1"/>
            </a:solidFill>
            <a:prstDash val="solid"/>
          </a:ln>
        </p:spPr>
      </p:sp>
      <p:sp>
        <p:nvSpPr>
          <p:cNvPr id="10" name="">
            <a:extLst xmlns:a="http://schemas.openxmlformats.org/drawingml/2006/main">
              <a:ext uri="{FF2B5EF4-FFF2-40B4-BE49-F238E27FC236}">
                <a16:creationId xmlns:a16="http://schemas.microsoft.com/office/drawing/2014/main" id="{9DD87A4E-33E2-411D-AE70-B7CC318489C5}"/>
              </a:ext>
            </a:extLst>
          </p:cNvPr>
          <p:cNvSpPr>
            <a:spLocks xmlns:a="http://schemas.openxmlformats.org/drawingml/2006/main" noGrp="1"/>
          </p:cNvSpPr>
          <p:nvPr/>
        </p:nvSpPr>
        <p:spPr>
          <a:xfrm xmlns:a="http://schemas.openxmlformats.org/drawingml/2006/main">
            <a:off x="2628900" y="19907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38E0C1"/>
                </a:solidFill>
                <a:latin typeface="Arial"/>
                <a:ea typeface="Arial"/>
                <a:cs typeface="Arial"/>
              </a:defRPr>
            </a:defPPr>
            <a:lvl1pPr algn="ctr">
              <a:defRPr sz="1125" b="1">
                <a:solidFill>
                  <a:srgbClr val="38E0C1"/>
                </a:solidFill>
                <a:latin typeface="Arial"/>
                <a:ea typeface="Arial"/>
                <a:cs typeface="Arial"/>
              </a:defRPr>
            </a:lvl1pPr>
            <a:lvl2pPr algn="ctr">
              <a:defRPr sz="1125" b="1">
                <a:solidFill>
                  <a:srgbClr val="38E0C1"/>
                </a:solidFill>
                <a:latin typeface="Arial"/>
                <a:ea typeface="Arial"/>
                <a:cs typeface="Arial"/>
              </a:defRPr>
            </a:lvl2pPr>
            <a:lvl3pPr algn="ctr">
              <a:defRPr sz="1125" b="1">
                <a:solidFill>
                  <a:srgbClr val="38E0C1"/>
                </a:solidFill>
                <a:latin typeface="Arial"/>
                <a:ea typeface="Arial"/>
                <a:cs typeface="Arial"/>
              </a:defRPr>
            </a:lvl3pPr>
            <a:lvl4pPr algn="ctr">
              <a:defRPr sz="1125" b="1">
                <a:solidFill>
                  <a:srgbClr val="38E0C1"/>
                </a:solidFill>
                <a:latin typeface="Arial"/>
                <a:ea typeface="Arial"/>
                <a:cs typeface="Arial"/>
              </a:defRPr>
            </a:lvl4pPr>
            <a:lvl5pPr algn="ctr">
              <a:defRPr sz="1125" b="1">
                <a:solidFill>
                  <a:srgbClr val="38E0C1"/>
                </a:solidFill>
                <a:latin typeface="Arial"/>
                <a:ea typeface="Arial"/>
                <a:cs typeface="Arial"/>
              </a:defRPr>
            </a:lvl5pPr>
            <a:lvl6pPr algn="ctr">
              <a:defRPr sz="1125" b="1">
                <a:solidFill>
                  <a:srgbClr val="38E0C1"/>
                </a:solidFill>
                <a:latin typeface="Arial"/>
                <a:ea typeface="Arial"/>
                <a:cs typeface="Arial"/>
              </a:defRPr>
            </a:lvl6pPr>
            <a:lvl7pPr algn="ctr">
              <a:defRPr sz="1125" b="1">
                <a:solidFill>
                  <a:srgbClr val="38E0C1"/>
                </a:solidFill>
                <a:latin typeface="Arial"/>
                <a:ea typeface="Arial"/>
                <a:cs typeface="Arial"/>
              </a:defRPr>
            </a:lvl7pPr>
            <a:lvl8pPr algn="ctr">
              <a:defRPr sz="1125" b="1">
                <a:solidFill>
                  <a:srgbClr val="38E0C1"/>
                </a:solidFill>
                <a:latin typeface="Arial"/>
                <a:ea typeface="Arial"/>
                <a:cs typeface="Arial"/>
              </a:defRPr>
            </a:lvl8pPr>
            <a:lvl9pPr algn="ctr">
              <a:defRPr sz="1125" b="1">
                <a:solidFill>
                  <a:srgbClr val="38E0C1"/>
                </a:solidFill>
                <a:latin typeface="Arial"/>
                <a:ea typeface="Arial"/>
                <a:cs typeface="Arial"/>
              </a:defRPr>
            </a:lvl9pPr>
          </a:lstStyle>
          <a:p xmlns:a="http://schemas.openxmlformats.org/drawingml/2006/main">
            <a:pPr algn="ctr">
              <a:defRPr sz="1125" b="1">
                <a:solidFill>
                  <a:srgbClr val="38E0C1"/>
                </a:solidFill>
                <a:latin typeface="Arial"/>
                <a:ea typeface="Arial"/>
                <a:cs typeface="Arial"/>
              </a:defRPr>
            </a:pPr>
            <a:r>
              <a:rPr sz="1125" b="1">
                <a:solidFill>
                  <a:srgbClr val="38E0C1"/>
                </a:solidFill>
                <a:latin typeface="Arial"/>
                <a:ea typeface="Arial"/>
                <a:cs typeface="Arial"/>
              </a:rPr>
              <a:t>2 · Data Validation</a:t>
            </a:r>
          </a:p>
        </p:txBody>
      </p:sp>
      <p:sp>
        <p:nvSpPr>
          <p:cNvPr id="11" name="">
            <a:extLst xmlns:a="http://schemas.openxmlformats.org/drawingml/2006/main">
              <a:ext uri="{FF2B5EF4-FFF2-40B4-BE49-F238E27FC236}">
                <a16:creationId xmlns:a16="http://schemas.microsoft.com/office/drawing/2014/main" id="{C912D546-023A-4C73-BF97-4003375EDAF0}"/>
              </a:ext>
            </a:extLst>
          </p:cNvPr>
          <p:cNvSpPr>
            <a:spLocks xmlns:a="http://schemas.openxmlformats.org/drawingml/2006/main" noGrp="1"/>
          </p:cNvSpPr>
          <p:nvPr/>
        </p:nvSpPr>
        <p:spPr>
          <a:xfrm xmlns:a="http://schemas.openxmlformats.org/drawingml/2006/main">
            <a:off x="2638425" y="2286000"/>
            <a:ext cx="1409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38" b="0">
                <a:solidFill>
                  <a:srgbClr val="9AAFC2"/>
                </a:solidFill>
                <a:latin typeface="Arial"/>
                <a:ea typeface="Arial"/>
                <a:cs typeface="Arial"/>
              </a:defRPr>
            </a:defPPr>
            <a:lvl1pPr algn="ctr">
              <a:defRPr sz="938" b="0">
                <a:solidFill>
                  <a:srgbClr val="9AAFC2"/>
                </a:solidFill>
                <a:latin typeface="Arial"/>
                <a:ea typeface="Arial"/>
                <a:cs typeface="Arial"/>
              </a:defRPr>
            </a:lvl1pPr>
            <a:lvl2pPr algn="ctr">
              <a:defRPr sz="938" b="0">
                <a:solidFill>
                  <a:srgbClr val="9AAFC2"/>
                </a:solidFill>
                <a:latin typeface="Arial"/>
                <a:ea typeface="Arial"/>
                <a:cs typeface="Arial"/>
              </a:defRPr>
            </a:lvl2pPr>
            <a:lvl3pPr algn="ctr">
              <a:defRPr sz="938" b="0">
                <a:solidFill>
                  <a:srgbClr val="9AAFC2"/>
                </a:solidFill>
                <a:latin typeface="Arial"/>
                <a:ea typeface="Arial"/>
                <a:cs typeface="Arial"/>
              </a:defRPr>
            </a:lvl3pPr>
            <a:lvl4pPr algn="ctr">
              <a:defRPr sz="938" b="0">
                <a:solidFill>
                  <a:srgbClr val="9AAFC2"/>
                </a:solidFill>
                <a:latin typeface="Arial"/>
                <a:ea typeface="Arial"/>
                <a:cs typeface="Arial"/>
              </a:defRPr>
            </a:lvl4pPr>
            <a:lvl5pPr algn="ctr">
              <a:defRPr sz="938" b="0">
                <a:solidFill>
                  <a:srgbClr val="9AAFC2"/>
                </a:solidFill>
                <a:latin typeface="Arial"/>
                <a:ea typeface="Arial"/>
                <a:cs typeface="Arial"/>
              </a:defRPr>
            </a:lvl5pPr>
            <a:lvl6pPr algn="ctr">
              <a:defRPr sz="938" b="0">
                <a:solidFill>
                  <a:srgbClr val="9AAFC2"/>
                </a:solidFill>
                <a:latin typeface="Arial"/>
                <a:ea typeface="Arial"/>
                <a:cs typeface="Arial"/>
              </a:defRPr>
            </a:lvl6pPr>
            <a:lvl7pPr algn="ctr">
              <a:defRPr sz="938" b="0">
                <a:solidFill>
                  <a:srgbClr val="9AAFC2"/>
                </a:solidFill>
                <a:latin typeface="Arial"/>
                <a:ea typeface="Arial"/>
                <a:cs typeface="Arial"/>
              </a:defRPr>
            </a:lvl7pPr>
            <a:lvl8pPr algn="ctr">
              <a:defRPr sz="938" b="0">
                <a:solidFill>
                  <a:srgbClr val="9AAFC2"/>
                </a:solidFill>
                <a:latin typeface="Arial"/>
                <a:ea typeface="Arial"/>
                <a:cs typeface="Arial"/>
              </a:defRPr>
            </a:lvl8pPr>
            <a:lvl9pPr algn="ctr">
              <a:defRPr sz="938" b="0">
                <a:solidFill>
                  <a:srgbClr val="9AAFC2"/>
                </a:solidFill>
                <a:latin typeface="Arial"/>
                <a:ea typeface="Arial"/>
                <a:cs typeface="Arial"/>
              </a:defRPr>
            </a:lvl9pPr>
          </a:lstStyle>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Canonical schema</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Accepted + rejected rows</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Source IDs and reasons</a:t>
            </a:r>
          </a:p>
        </p:txBody>
      </p:sp>
      <p:sp>
        <p:nvSpPr>
          <p:cNvPr id="12" name="workflow-network">
            <a:extLst xmlns:a="http://schemas.openxmlformats.org/drawingml/2006/main">
              <a:ext uri="{FF2B5EF4-FFF2-40B4-BE49-F238E27FC236}">
                <a16:creationId xmlns:a16="http://schemas.microsoft.com/office/drawing/2014/main" id="{73CB180D-4E62-4E17-8279-282BC1FCBECC}"/>
              </a:ext>
            </a:extLst>
          </p:cNvPr>
          <p:cNvSpPr>
            <a:spLocks xmlns:a="http://schemas.openxmlformats.org/drawingml/2006/main" noGrp="1"/>
          </p:cNvSpPr>
          <p:nvPr/>
        </p:nvSpPr>
        <p:spPr>
          <a:xfrm xmlns:a="http://schemas.openxmlformats.org/drawingml/2006/main">
            <a:off x="4438650" y="1885950"/>
            <a:ext cx="1638300" cy="1190625"/>
          </a:xfrm>
          <a:prstGeom xmlns:a="http://schemas.openxmlformats.org/drawingml/2006/main" prst="roundRect">
            <a:avLst>
              <a:gd name="adj" fmla="val 8000"/>
            </a:avLst>
          </a:prstGeom>
          <a:solidFill xmlns:a="http://schemas.openxmlformats.org/drawingml/2006/main">
            <a:srgbClr val="101D2D"/>
          </a:solidFill>
          <a:ln xmlns:a="http://schemas.openxmlformats.org/drawingml/2006/main" w="12383">
            <a:solidFill>
              <a:srgbClr val="79B9E8"/>
            </a:solidFill>
            <a:prstDash val="solid"/>
          </a:ln>
        </p:spPr>
      </p:sp>
      <p:sp>
        <p:nvSpPr>
          <p:cNvPr id="13" name="">
            <a:extLst xmlns:a="http://schemas.openxmlformats.org/drawingml/2006/main">
              <a:ext uri="{FF2B5EF4-FFF2-40B4-BE49-F238E27FC236}">
                <a16:creationId xmlns:a16="http://schemas.microsoft.com/office/drawing/2014/main" id="{1A521F51-E66F-496F-B4A9-F7AA8460FF0A}"/>
              </a:ext>
            </a:extLst>
          </p:cNvPr>
          <p:cNvSpPr>
            <a:spLocks xmlns:a="http://schemas.openxmlformats.org/drawingml/2006/main" noGrp="1"/>
          </p:cNvSpPr>
          <p:nvPr/>
        </p:nvSpPr>
        <p:spPr>
          <a:xfrm xmlns:a="http://schemas.openxmlformats.org/drawingml/2006/main">
            <a:off x="4543425" y="19907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79B9E8"/>
                </a:solidFill>
                <a:latin typeface="Arial"/>
                <a:ea typeface="Arial"/>
                <a:cs typeface="Arial"/>
              </a:defRPr>
            </a:defPPr>
            <a:lvl1pPr algn="ctr">
              <a:defRPr sz="1125" b="1">
                <a:solidFill>
                  <a:srgbClr val="79B9E8"/>
                </a:solidFill>
                <a:latin typeface="Arial"/>
                <a:ea typeface="Arial"/>
                <a:cs typeface="Arial"/>
              </a:defRPr>
            </a:lvl1pPr>
            <a:lvl2pPr algn="ctr">
              <a:defRPr sz="1125" b="1">
                <a:solidFill>
                  <a:srgbClr val="79B9E8"/>
                </a:solidFill>
                <a:latin typeface="Arial"/>
                <a:ea typeface="Arial"/>
                <a:cs typeface="Arial"/>
              </a:defRPr>
            </a:lvl2pPr>
            <a:lvl3pPr algn="ctr">
              <a:defRPr sz="1125" b="1">
                <a:solidFill>
                  <a:srgbClr val="79B9E8"/>
                </a:solidFill>
                <a:latin typeface="Arial"/>
                <a:ea typeface="Arial"/>
                <a:cs typeface="Arial"/>
              </a:defRPr>
            </a:lvl3pPr>
            <a:lvl4pPr algn="ctr">
              <a:defRPr sz="1125" b="1">
                <a:solidFill>
                  <a:srgbClr val="79B9E8"/>
                </a:solidFill>
                <a:latin typeface="Arial"/>
                <a:ea typeface="Arial"/>
                <a:cs typeface="Arial"/>
              </a:defRPr>
            </a:lvl4pPr>
            <a:lvl5pPr algn="ctr">
              <a:defRPr sz="1125" b="1">
                <a:solidFill>
                  <a:srgbClr val="79B9E8"/>
                </a:solidFill>
                <a:latin typeface="Arial"/>
                <a:ea typeface="Arial"/>
                <a:cs typeface="Arial"/>
              </a:defRPr>
            </a:lvl5pPr>
            <a:lvl6pPr algn="ctr">
              <a:defRPr sz="1125" b="1">
                <a:solidFill>
                  <a:srgbClr val="79B9E8"/>
                </a:solidFill>
                <a:latin typeface="Arial"/>
                <a:ea typeface="Arial"/>
                <a:cs typeface="Arial"/>
              </a:defRPr>
            </a:lvl6pPr>
            <a:lvl7pPr algn="ctr">
              <a:defRPr sz="1125" b="1">
                <a:solidFill>
                  <a:srgbClr val="79B9E8"/>
                </a:solidFill>
                <a:latin typeface="Arial"/>
                <a:ea typeface="Arial"/>
                <a:cs typeface="Arial"/>
              </a:defRPr>
            </a:lvl7pPr>
            <a:lvl8pPr algn="ctr">
              <a:defRPr sz="1125" b="1">
                <a:solidFill>
                  <a:srgbClr val="79B9E8"/>
                </a:solidFill>
                <a:latin typeface="Arial"/>
                <a:ea typeface="Arial"/>
                <a:cs typeface="Arial"/>
              </a:defRPr>
            </a:lvl8pPr>
            <a:lvl9pPr algn="ctr">
              <a:defRPr sz="1125" b="1">
                <a:solidFill>
                  <a:srgbClr val="79B9E8"/>
                </a:solidFill>
                <a:latin typeface="Arial"/>
                <a:ea typeface="Arial"/>
                <a:cs typeface="Arial"/>
              </a:defRPr>
            </a:lvl9pPr>
          </a:lstStyle>
          <a:p xmlns:a="http://schemas.openxmlformats.org/drawingml/2006/main">
            <a:pPr algn="ctr">
              <a:defRPr sz="1125" b="1">
                <a:solidFill>
                  <a:srgbClr val="79B9E8"/>
                </a:solidFill>
                <a:latin typeface="Arial"/>
                <a:ea typeface="Arial"/>
                <a:cs typeface="Arial"/>
              </a:defRPr>
            </a:pPr>
            <a:r>
              <a:rPr sz="1125" b="1">
                <a:solidFill>
                  <a:srgbClr val="79B9E8"/>
                </a:solidFill>
                <a:latin typeface="Arial"/>
                <a:ea typeface="Arial"/>
                <a:cs typeface="Arial"/>
              </a:rPr>
              <a:t>3 · Network Analysis</a:t>
            </a:r>
          </a:p>
        </p:txBody>
      </p:sp>
      <p:sp>
        <p:nvSpPr>
          <p:cNvPr id="14" name="">
            <a:extLst xmlns:a="http://schemas.openxmlformats.org/drawingml/2006/main">
              <a:ext uri="{FF2B5EF4-FFF2-40B4-BE49-F238E27FC236}">
                <a16:creationId xmlns:a16="http://schemas.microsoft.com/office/drawing/2014/main" id="{D47A5A91-C3D6-4EF4-8D62-360DF8D703F8}"/>
              </a:ext>
            </a:extLst>
          </p:cNvPr>
          <p:cNvSpPr>
            <a:spLocks xmlns:a="http://schemas.openxmlformats.org/drawingml/2006/main" noGrp="1"/>
          </p:cNvSpPr>
          <p:nvPr/>
        </p:nvSpPr>
        <p:spPr>
          <a:xfrm xmlns:a="http://schemas.openxmlformats.org/drawingml/2006/main">
            <a:off x="4552950" y="2286000"/>
            <a:ext cx="1409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38" b="0">
                <a:solidFill>
                  <a:srgbClr val="9AAFC2"/>
                </a:solidFill>
                <a:latin typeface="Arial"/>
                <a:ea typeface="Arial"/>
                <a:cs typeface="Arial"/>
              </a:defRPr>
            </a:defPPr>
            <a:lvl1pPr algn="ctr">
              <a:defRPr sz="938" b="0">
                <a:solidFill>
                  <a:srgbClr val="9AAFC2"/>
                </a:solidFill>
                <a:latin typeface="Arial"/>
                <a:ea typeface="Arial"/>
                <a:cs typeface="Arial"/>
              </a:defRPr>
            </a:lvl1pPr>
            <a:lvl2pPr algn="ctr">
              <a:defRPr sz="938" b="0">
                <a:solidFill>
                  <a:srgbClr val="9AAFC2"/>
                </a:solidFill>
                <a:latin typeface="Arial"/>
                <a:ea typeface="Arial"/>
                <a:cs typeface="Arial"/>
              </a:defRPr>
            </a:lvl2pPr>
            <a:lvl3pPr algn="ctr">
              <a:defRPr sz="938" b="0">
                <a:solidFill>
                  <a:srgbClr val="9AAFC2"/>
                </a:solidFill>
                <a:latin typeface="Arial"/>
                <a:ea typeface="Arial"/>
                <a:cs typeface="Arial"/>
              </a:defRPr>
            </a:lvl3pPr>
            <a:lvl4pPr algn="ctr">
              <a:defRPr sz="938" b="0">
                <a:solidFill>
                  <a:srgbClr val="9AAFC2"/>
                </a:solidFill>
                <a:latin typeface="Arial"/>
                <a:ea typeface="Arial"/>
                <a:cs typeface="Arial"/>
              </a:defRPr>
            </a:lvl4pPr>
            <a:lvl5pPr algn="ctr">
              <a:defRPr sz="938" b="0">
                <a:solidFill>
                  <a:srgbClr val="9AAFC2"/>
                </a:solidFill>
                <a:latin typeface="Arial"/>
                <a:ea typeface="Arial"/>
                <a:cs typeface="Arial"/>
              </a:defRPr>
            </a:lvl5pPr>
            <a:lvl6pPr algn="ctr">
              <a:defRPr sz="938" b="0">
                <a:solidFill>
                  <a:srgbClr val="9AAFC2"/>
                </a:solidFill>
                <a:latin typeface="Arial"/>
                <a:ea typeface="Arial"/>
                <a:cs typeface="Arial"/>
              </a:defRPr>
            </a:lvl6pPr>
            <a:lvl7pPr algn="ctr">
              <a:defRPr sz="938" b="0">
                <a:solidFill>
                  <a:srgbClr val="9AAFC2"/>
                </a:solidFill>
                <a:latin typeface="Arial"/>
                <a:ea typeface="Arial"/>
                <a:cs typeface="Arial"/>
              </a:defRPr>
            </a:lvl7pPr>
            <a:lvl8pPr algn="ctr">
              <a:defRPr sz="938" b="0">
                <a:solidFill>
                  <a:srgbClr val="9AAFC2"/>
                </a:solidFill>
                <a:latin typeface="Arial"/>
                <a:ea typeface="Arial"/>
                <a:cs typeface="Arial"/>
              </a:defRPr>
            </a:lvl8pPr>
            <a:lvl9pPr algn="ctr">
              <a:defRPr sz="938" b="0">
                <a:solidFill>
                  <a:srgbClr val="9AAFC2"/>
                </a:solidFill>
                <a:latin typeface="Arial"/>
                <a:ea typeface="Arial"/>
                <a:cs typeface="Arial"/>
              </a:defRPr>
            </a:lvl9pPr>
          </a:lstStyle>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Accepted rows only</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Directed MultiDiGraph</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Graph summary</a:t>
            </a:r>
          </a:p>
        </p:txBody>
      </p:sp>
      <p:sp>
        <p:nvSpPr>
          <p:cNvPr id="15" name="workflow-patterns">
            <a:extLst xmlns:a="http://schemas.openxmlformats.org/drawingml/2006/main">
              <a:ext uri="{FF2B5EF4-FFF2-40B4-BE49-F238E27FC236}">
                <a16:creationId xmlns:a16="http://schemas.microsoft.com/office/drawing/2014/main" id="{E26CB001-4675-4D9D-9D98-2563B986F501}"/>
              </a:ext>
            </a:extLst>
          </p:cNvPr>
          <p:cNvSpPr>
            <a:spLocks xmlns:a="http://schemas.openxmlformats.org/drawingml/2006/main" noGrp="1"/>
          </p:cNvSpPr>
          <p:nvPr/>
        </p:nvSpPr>
        <p:spPr>
          <a:xfrm xmlns:a="http://schemas.openxmlformats.org/drawingml/2006/main">
            <a:off x="6353175" y="1885950"/>
            <a:ext cx="1638300" cy="1190625"/>
          </a:xfrm>
          <a:prstGeom xmlns:a="http://schemas.openxmlformats.org/drawingml/2006/main" prst="roundRect">
            <a:avLst>
              <a:gd name="adj" fmla="val 8000"/>
            </a:avLst>
          </a:prstGeom>
          <a:solidFill xmlns:a="http://schemas.openxmlformats.org/drawingml/2006/main">
            <a:srgbClr val="101D2D"/>
          </a:solidFill>
          <a:ln xmlns:a="http://schemas.openxmlformats.org/drawingml/2006/main" w="12383">
            <a:solidFill>
              <a:srgbClr val="FFB454"/>
            </a:solidFill>
            <a:prstDash val="solid"/>
          </a:ln>
        </p:spPr>
      </p:sp>
      <p:sp>
        <p:nvSpPr>
          <p:cNvPr id="16" name="">
            <a:extLst xmlns:a="http://schemas.openxmlformats.org/drawingml/2006/main">
              <a:ext uri="{FF2B5EF4-FFF2-40B4-BE49-F238E27FC236}">
                <a16:creationId xmlns:a16="http://schemas.microsoft.com/office/drawing/2014/main" id="{99BFC738-01DF-4371-B97A-573451696FA1}"/>
              </a:ext>
            </a:extLst>
          </p:cNvPr>
          <p:cNvSpPr>
            <a:spLocks xmlns:a="http://schemas.openxmlformats.org/drawingml/2006/main" noGrp="1"/>
          </p:cNvSpPr>
          <p:nvPr/>
        </p:nvSpPr>
        <p:spPr>
          <a:xfrm xmlns:a="http://schemas.openxmlformats.org/drawingml/2006/main">
            <a:off x="6457950" y="19907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B454"/>
                </a:solidFill>
                <a:latin typeface="Arial"/>
                <a:ea typeface="Arial"/>
                <a:cs typeface="Arial"/>
              </a:defRPr>
            </a:defPPr>
            <a:lvl1pPr algn="ctr">
              <a:defRPr sz="1125" b="1">
                <a:solidFill>
                  <a:srgbClr val="FFB454"/>
                </a:solidFill>
                <a:latin typeface="Arial"/>
                <a:ea typeface="Arial"/>
                <a:cs typeface="Arial"/>
              </a:defRPr>
            </a:lvl1pPr>
            <a:lvl2pPr algn="ctr">
              <a:defRPr sz="1125" b="1">
                <a:solidFill>
                  <a:srgbClr val="FFB454"/>
                </a:solidFill>
                <a:latin typeface="Arial"/>
                <a:ea typeface="Arial"/>
                <a:cs typeface="Arial"/>
              </a:defRPr>
            </a:lvl2pPr>
            <a:lvl3pPr algn="ctr">
              <a:defRPr sz="1125" b="1">
                <a:solidFill>
                  <a:srgbClr val="FFB454"/>
                </a:solidFill>
                <a:latin typeface="Arial"/>
                <a:ea typeface="Arial"/>
                <a:cs typeface="Arial"/>
              </a:defRPr>
            </a:lvl3pPr>
            <a:lvl4pPr algn="ctr">
              <a:defRPr sz="1125" b="1">
                <a:solidFill>
                  <a:srgbClr val="FFB454"/>
                </a:solidFill>
                <a:latin typeface="Arial"/>
                <a:ea typeface="Arial"/>
                <a:cs typeface="Arial"/>
              </a:defRPr>
            </a:lvl4pPr>
            <a:lvl5pPr algn="ctr">
              <a:defRPr sz="1125" b="1">
                <a:solidFill>
                  <a:srgbClr val="FFB454"/>
                </a:solidFill>
                <a:latin typeface="Arial"/>
                <a:ea typeface="Arial"/>
                <a:cs typeface="Arial"/>
              </a:defRPr>
            </a:lvl5pPr>
            <a:lvl6pPr algn="ctr">
              <a:defRPr sz="1125" b="1">
                <a:solidFill>
                  <a:srgbClr val="FFB454"/>
                </a:solidFill>
                <a:latin typeface="Arial"/>
                <a:ea typeface="Arial"/>
                <a:cs typeface="Arial"/>
              </a:defRPr>
            </a:lvl6pPr>
            <a:lvl7pPr algn="ctr">
              <a:defRPr sz="1125" b="1">
                <a:solidFill>
                  <a:srgbClr val="FFB454"/>
                </a:solidFill>
                <a:latin typeface="Arial"/>
                <a:ea typeface="Arial"/>
                <a:cs typeface="Arial"/>
              </a:defRPr>
            </a:lvl7pPr>
            <a:lvl8pPr algn="ctr">
              <a:defRPr sz="1125" b="1">
                <a:solidFill>
                  <a:srgbClr val="FFB454"/>
                </a:solidFill>
                <a:latin typeface="Arial"/>
                <a:ea typeface="Arial"/>
                <a:cs typeface="Arial"/>
              </a:defRPr>
            </a:lvl8pPr>
            <a:lvl9pPr algn="ctr">
              <a:defRPr sz="1125" b="1">
                <a:solidFill>
                  <a:srgbClr val="FFB454"/>
                </a:solidFill>
                <a:latin typeface="Arial"/>
                <a:ea typeface="Arial"/>
                <a:cs typeface="Arial"/>
              </a:defRPr>
            </a:lvl9pPr>
          </a:lstStyle>
          <a:p xmlns:a="http://schemas.openxmlformats.org/drawingml/2006/main">
            <a:pPr algn="ctr">
              <a:defRPr sz="1125" b="1">
                <a:solidFill>
                  <a:srgbClr val="FFB454"/>
                </a:solidFill>
                <a:latin typeface="Arial"/>
                <a:ea typeface="Arial"/>
                <a:cs typeface="Arial"/>
              </a:defRPr>
            </a:pPr>
            <a:r>
              <a:rPr sz="1125" b="1">
                <a:solidFill>
                  <a:srgbClr val="FFB454"/>
                </a:solidFill>
                <a:latin typeface="Arial"/>
                <a:ea typeface="Arial"/>
                <a:cs typeface="Arial"/>
              </a:rPr>
              <a:t>4 · Pattern Analysis</a:t>
            </a:r>
          </a:p>
        </p:txBody>
      </p:sp>
      <p:sp>
        <p:nvSpPr>
          <p:cNvPr id="17" name="">
            <a:extLst xmlns:a="http://schemas.openxmlformats.org/drawingml/2006/main">
              <a:ext uri="{FF2B5EF4-FFF2-40B4-BE49-F238E27FC236}">
                <a16:creationId xmlns:a16="http://schemas.microsoft.com/office/drawing/2014/main" id="{0F5FD914-1DBF-4F95-A855-A411E2FDEEF4}"/>
              </a:ext>
            </a:extLst>
          </p:cNvPr>
          <p:cNvSpPr>
            <a:spLocks xmlns:a="http://schemas.openxmlformats.org/drawingml/2006/main" noGrp="1"/>
          </p:cNvSpPr>
          <p:nvPr/>
        </p:nvSpPr>
        <p:spPr>
          <a:xfrm xmlns:a="http://schemas.openxmlformats.org/drawingml/2006/main">
            <a:off x="6467475" y="2286000"/>
            <a:ext cx="1409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38" b="0">
                <a:solidFill>
                  <a:srgbClr val="9AAFC2"/>
                </a:solidFill>
                <a:latin typeface="Arial"/>
                <a:ea typeface="Arial"/>
                <a:cs typeface="Arial"/>
              </a:defRPr>
            </a:defPPr>
            <a:lvl1pPr algn="ctr">
              <a:defRPr sz="938" b="0">
                <a:solidFill>
                  <a:srgbClr val="9AAFC2"/>
                </a:solidFill>
                <a:latin typeface="Arial"/>
                <a:ea typeface="Arial"/>
                <a:cs typeface="Arial"/>
              </a:defRPr>
            </a:lvl1pPr>
            <a:lvl2pPr algn="ctr">
              <a:defRPr sz="938" b="0">
                <a:solidFill>
                  <a:srgbClr val="9AAFC2"/>
                </a:solidFill>
                <a:latin typeface="Arial"/>
                <a:ea typeface="Arial"/>
                <a:cs typeface="Arial"/>
              </a:defRPr>
            </a:lvl2pPr>
            <a:lvl3pPr algn="ctr">
              <a:defRPr sz="938" b="0">
                <a:solidFill>
                  <a:srgbClr val="9AAFC2"/>
                </a:solidFill>
                <a:latin typeface="Arial"/>
                <a:ea typeface="Arial"/>
                <a:cs typeface="Arial"/>
              </a:defRPr>
            </a:lvl3pPr>
            <a:lvl4pPr algn="ctr">
              <a:defRPr sz="938" b="0">
                <a:solidFill>
                  <a:srgbClr val="9AAFC2"/>
                </a:solidFill>
                <a:latin typeface="Arial"/>
                <a:ea typeface="Arial"/>
                <a:cs typeface="Arial"/>
              </a:defRPr>
            </a:lvl4pPr>
            <a:lvl5pPr algn="ctr">
              <a:defRPr sz="938" b="0">
                <a:solidFill>
                  <a:srgbClr val="9AAFC2"/>
                </a:solidFill>
                <a:latin typeface="Arial"/>
                <a:ea typeface="Arial"/>
                <a:cs typeface="Arial"/>
              </a:defRPr>
            </a:lvl5pPr>
            <a:lvl6pPr algn="ctr">
              <a:defRPr sz="938" b="0">
                <a:solidFill>
                  <a:srgbClr val="9AAFC2"/>
                </a:solidFill>
                <a:latin typeface="Arial"/>
                <a:ea typeface="Arial"/>
                <a:cs typeface="Arial"/>
              </a:defRPr>
            </a:lvl6pPr>
            <a:lvl7pPr algn="ctr">
              <a:defRPr sz="938" b="0">
                <a:solidFill>
                  <a:srgbClr val="9AAFC2"/>
                </a:solidFill>
                <a:latin typeface="Arial"/>
                <a:ea typeface="Arial"/>
                <a:cs typeface="Arial"/>
              </a:defRPr>
            </a:lvl7pPr>
            <a:lvl8pPr algn="ctr">
              <a:defRPr sz="938" b="0">
                <a:solidFill>
                  <a:srgbClr val="9AAFC2"/>
                </a:solidFill>
                <a:latin typeface="Arial"/>
                <a:ea typeface="Arial"/>
                <a:cs typeface="Arial"/>
              </a:defRPr>
            </a:lvl8pPr>
            <a:lvl9pPr algn="ctr">
              <a:defRPr sz="938" b="0">
                <a:solidFill>
                  <a:srgbClr val="9AAFC2"/>
                </a:solidFill>
                <a:latin typeface="Arial"/>
                <a:ea typeface="Arial"/>
                <a:cs typeface="Arial"/>
              </a:defRPr>
            </a:lvl9pPr>
          </a:lstStyle>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Graph + RuleConfig</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Deterministic rules</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Evidence-backed findings</a:t>
            </a:r>
          </a:p>
        </p:txBody>
      </p:sp>
      <p:sp>
        <p:nvSpPr>
          <p:cNvPr id="18" name="workflow-explanation">
            <a:extLst xmlns:a="http://schemas.openxmlformats.org/drawingml/2006/main">
              <a:ext uri="{FF2B5EF4-FFF2-40B4-BE49-F238E27FC236}">
                <a16:creationId xmlns:a16="http://schemas.microsoft.com/office/drawing/2014/main" id="{0047747E-FB74-40A3-889B-37295281878F}"/>
              </a:ext>
            </a:extLst>
          </p:cNvPr>
          <p:cNvSpPr>
            <a:spLocks xmlns:a="http://schemas.openxmlformats.org/drawingml/2006/main" noGrp="1"/>
          </p:cNvSpPr>
          <p:nvPr/>
        </p:nvSpPr>
        <p:spPr>
          <a:xfrm xmlns:a="http://schemas.openxmlformats.org/drawingml/2006/main">
            <a:off x="8267700" y="1885950"/>
            <a:ext cx="1638300" cy="1190625"/>
          </a:xfrm>
          <a:prstGeom xmlns:a="http://schemas.openxmlformats.org/drawingml/2006/main" prst="roundRect">
            <a:avLst>
              <a:gd name="adj" fmla="val 8000"/>
            </a:avLst>
          </a:prstGeom>
          <a:solidFill xmlns:a="http://schemas.openxmlformats.org/drawingml/2006/main">
            <a:srgbClr val="101D2D"/>
          </a:solidFill>
          <a:ln xmlns:a="http://schemas.openxmlformats.org/drawingml/2006/main" w="12383">
            <a:solidFill>
              <a:srgbClr val="B8F7E5"/>
            </a:solidFill>
            <a:prstDash val="solid"/>
          </a:ln>
        </p:spPr>
      </p:sp>
      <p:sp>
        <p:nvSpPr>
          <p:cNvPr id="19" name="">
            <a:extLst xmlns:a="http://schemas.openxmlformats.org/drawingml/2006/main">
              <a:ext uri="{FF2B5EF4-FFF2-40B4-BE49-F238E27FC236}">
                <a16:creationId xmlns:a16="http://schemas.microsoft.com/office/drawing/2014/main" id="{B88E99DA-519D-4565-A62A-585D637E8A96}"/>
              </a:ext>
            </a:extLst>
          </p:cNvPr>
          <p:cNvSpPr>
            <a:spLocks xmlns:a="http://schemas.openxmlformats.org/drawingml/2006/main" noGrp="1"/>
          </p:cNvSpPr>
          <p:nvPr/>
        </p:nvSpPr>
        <p:spPr>
          <a:xfrm xmlns:a="http://schemas.openxmlformats.org/drawingml/2006/main">
            <a:off x="8372475" y="19907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B8F7E5"/>
                </a:solidFill>
                <a:latin typeface="Arial"/>
                <a:ea typeface="Arial"/>
                <a:cs typeface="Arial"/>
              </a:defRPr>
            </a:defPPr>
            <a:lvl1pPr algn="ctr">
              <a:defRPr sz="1125" b="1">
                <a:solidFill>
                  <a:srgbClr val="B8F7E5"/>
                </a:solidFill>
                <a:latin typeface="Arial"/>
                <a:ea typeface="Arial"/>
                <a:cs typeface="Arial"/>
              </a:defRPr>
            </a:lvl1pPr>
            <a:lvl2pPr algn="ctr">
              <a:defRPr sz="1125" b="1">
                <a:solidFill>
                  <a:srgbClr val="B8F7E5"/>
                </a:solidFill>
                <a:latin typeface="Arial"/>
                <a:ea typeface="Arial"/>
                <a:cs typeface="Arial"/>
              </a:defRPr>
            </a:lvl2pPr>
            <a:lvl3pPr algn="ctr">
              <a:defRPr sz="1125" b="1">
                <a:solidFill>
                  <a:srgbClr val="B8F7E5"/>
                </a:solidFill>
                <a:latin typeface="Arial"/>
                <a:ea typeface="Arial"/>
                <a:cs typeface="Arial"/>
              </a:defRPr>
            </a:lvl3pPr>
            <a:lvl4pPr algn="ctr">
              <a:defRPr sz="1125" b="1">
                <a:solidFill>
                  <a:srgbClr val="B8F7E5"/>
                </a:solidFill>
                <a:latin typeface="Arial"/>
                <a:ea typeface="Arial"/>
                <a:cs typeface="Arial"/>
              </a:defRPr>
            </a:lvl4pPr>
            <a:lvl5pPr algn="ctr">
              <a:defRPr sz="1125" b="1">
                <a:solidFill>
                  <a:srgbClr val="B8F7E5"/>
                </a:solidFill>
                <a:latin typeface="Arial"/>
                <a:ea typeface="Arial"/>
                <a:cs typeface="Arial"/>
              </a:defRPr>
            </a:lvl5pPr>
            <a:lvl6pPr algn="ctr">
              <a:defRPr sz="1125" b="1">
                <a:solidFill>
                  <a:srgbClr val="B8F7E5"/>
                </a:solidFill>
                <a:latin typeface="Arial"/>
                <a:ea typeface="Arial"/>
                <a:cs typeface="Arial"/>
              </a:defRPr>
            </a:lvl6pPr>
            <a:lvl7pPr algn="ctr">
              <a:defRPr sz="1125" b="1">
                <a:solidFill>
                  <a:srgbClr val="B8F7E5"/>
                </a:solidFill>
                <a:latin typeface="Arial"/>
                <a:ea typeface="Arial"/>
                <a:cs typeface="Arial"/>
              </a:defRPr>
            </a:lvl7pPr>
            <a:lvl8pPr algn="ctr">
              <a:defRPr sz="1125" b="1">
                <a:solidFill>
                  <a:srgbClr val="B8F7E5"/>
                </a:solidFill>
                <a:latin typeface="Arial"/>
                <a:ea typeface="Arial"/>
                <a:cs typeface="Arial"/>
              </a:defRPr>
            </a:lvl8pPr>
            <a:lvl9pPr algn="ctr">
              <a:defRPr sz="1125" b="1">
                <a:solidFill>
                  <a:srgbClr val="B8F7E5"/>
                </a:solidFill>
                <a:latin typeface="Arial"/>
                <a:ea typeface="Arial"/>
                <a:cs typeface="Arial"/>
              </a:defRPr>
            </a:lvl9pPr>
          </a:lstStyle>
          <a:p xmlns:a="http://schemas.openxmlformats.org/drawingml/2006/main">
            <a:pPr algn="ctr">
              <a:defRPr sz="1125" b="1">
                <a:solidFill>
                  <a:srgbClr val="B8F7E5"/>
                </a:solidFill>
                <a:latin typeface="Arial"/>
                <a:ea typeface="Arial"/>
                <a:cs typeface="Arial"/>
              </a:defRPr>
            </a:pPr>
            <a:r>
              <a:rPr sz="1125" b="1">
                <a:solidFill>
                  <a:srgbClr val="B8F7E5"/>
                </a:solidFill>
                <a:latin typeface="Arial"/>
                <a:ea typeface="Arial"/>
                <a:cs typeface="Arial"/>
              </a:rPr>
              <a:t>5 · Explanation</a:t>
            </a:r>
          </a:p>
        </p:txBody>
      </p:sp>
      <p:sp>
        <p:nvSpPr>
          <p:cNvPr id="20" name="">
            <a:extLst xmlns:a="http://schemas.openxmlformats.org/drawingml/2006/main">
              <a:ext uri="{FF2B5EF4-FFF2-40B4-BE49-F238E27FC236}">
                <a16:creationId xmlns:a16="http://schemas.microsoft.com/office/drawing/2014/main" id="{D2D95169-C9BB-4D46-9907-42321F5A98F3}"/>
              </a:ext>
            </a:extLst>
          </p:cNvPr>
          <p:cNvSpPr>
            <a:spLocks xmlns:a="http://schemas.openxmlformats.org/drawingml/2006/main" noGrp="1"/>
          </p:cNvSpPr>
          <p:nvPr/>
        </p:nvSpPr>
        <p:spPr>
          <a:xfrm xmlns:a="http://schemas.openxmlformats.org/drawingml/2006/main">
            <a:off x="8382000" y="2286000"/>
            <a:ext cx="1409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38" b="0">
                <a:solidFill>
                  <a:srgbClr val="9AAFC2"/>
                </a:solidFill>
                <a:latin typeface="Arial"/>
                <a:ea typeface="Arial"/>
                <a:cs typeface="Arial"/>
              </a:defRPr>
            </a:defPPr>
            <a:lvl1pPr algn="ctr">
              <a:defRPr sz="938" b="0">
                <a:solidFill>
                  <a:srgbClr val="9AAFC2"/>
                </a:solidFill>
                <a:latin typeface="Arial"/>
                <a:ea typeface="Arial"/>
                <a:cs typeface="Arial"/>
              </a:defRPr>
            </a:lvl1pPr>
            <a:lvl2pPr algn="ctr">
              <a:defRPr sz="938" b="0">
                <a:solidFill>
                  <a:srgbClr val="9AAFC2"/>
                </a:solidFill>
                <a:latin typeface="Arial"/>
                <a:ea typeface="Arial"/>
                <a:cs typeface="Arial"/>
              </a:defRPr>
            </a:lvl2pPr>
            <a:lvl3pPr algn="ctr">
              <a:defRPr sz="938" b="0">
                <a:solidFill>
                  <a:srgbClr val="9AAFC2"/>
                </a:solidFill>
                <a:latin typeface="Arial"/>
                <a:ea typeface="Arial"/>
                <a:cs typeface="Arial"/>
              </a:defRPr>
            </a:lvl3pPr>
            <a:lvl4pPr algn="ctr">
              <a:defRPr sz="938" b="0">
                <a:solidFill>
                  <a:srgbClr val="9AAFC2"/>
                </a:solidFill>
                <a:latin typeface="Arial"/>
                <a:ea typeface="Arial"/>
                <a:cs typeface="Arial"/>
              </a:defRPr>
            </a:lvl4pPr>
            <a:lvl5pPr algn="ctr">
              <a:defRPr sz="938" b="0">
                <a:solidFill>
                  <a:srgbClr val="9AAFC2"/>
                </a:solidFill>
                <a:latin typeface="Arial"/>
                <a:ea typeface="Arial"/>
                <a:cs typeface="Arial"/>
              </a:defRPr>
            </a:lvl5pPr>
            <a:lvl6pPr algn="ctr">
              <a:defRPr sz="938" b="0">
                <a:solidFill>
                  <a:srgbClr val="9AAFC2"/>
                </a:solidFill>
                <a:latin typeface="Arial"/>
                <a:ea typeface="Arial"/>
                <a:cs typeface="Arial"/>
              </a:defRPr>
            </a:lvl6pPr>
            <a:lvl7pPr algn="ctr">
              <a:defRPr sz="938" b="0">
                <a:solidFill>
                  <a:srgbClr val="9AAFC2"/>
                </a:solidFill>
                <a:latin typeface="Arial"/>
                <a:ea typeface="Arial"/>
                <a:cs typeface="Arial"/>
              </a:defRPr>
            </a:lvl7pPr>
            <a:lvl8pPr algn="ctr">
              <a:defRPr sz="938" b="0">
                <a:solidFill>
                  <a:srgbClr val="9AAFC2"/>
                </a:solidFill>
                <a:latin typeface="Arial"/>
                <a:ea typeface="Arial"/>
                <a:cs typeface="Arial"/>
              </a:defRPr>
            </a:lvl8pPr>
            <a:lvl9pPr algn="ctr">
              <a:defRPr sz="938" b="0">
                <a:solidFill>
                  <a:srgbClr val="9AAFC2"/>
                </a:solidFill>
                <a:latin typeface="Arial"/>
                <a:ea typeface="Arial"/>
                <a:cs typeface="Arial"/>
              </a:defRPr>
            </a:lvl9pPr>
          </a:lstStyle>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Counts + graph + findings</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Human-readable summary</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Adds no classification</a:t>
            </a:r>
          </a:p>
        </p:txBody>
      </p:sp>
      <p:sp>
        <p:nvSpPr>
          <p:cNvPr id="21" name="workflow-evaluation">
            <a:extLst xmlns:a="http://schemas.openxmlformats.org/drawingml/2006/main">
              <a:ext uri="{FF2B5EF4-FFF2-40B4-BE49-F238E27FC236}">
                <a16:creationId xmlns:a16="http://schemas.microsoft.com/office/drawing/2014/main" id="{09C040FD-A043-49F2-A163-81A162CAEF20}"/>
              </a:ext>
            </a:extLst>
          </p:cNvPr>
          <p:cNvSpPr>
            <a:spLocks xmlns:a="http://schemas.openxmlformats.org/drawingml/2006/main" noGrp="1"/>
          </p:cNvSpPr>
          <p:nvPr/>
        </p:nvSpPr>
        <p:spPr>
          <a:xfrm xmlns:a="http://schemas.openxmlformats.org/drawingml/2006/main">
            <a:off x="10182225" y="1885950"/>
            <a:ext cx="1638300" cy="1190625"/>
          </a:xfrm>
          <a:prstGeom xmlns:a="http://schemas.openxmlformats.org/drawingml/2006/main" prst="roundRect">
            <a:avLst>
              <a:gd name="adj" fmla="val 8000"/>
            </a:avLst>
          </a:prstGeom>
          <a:solidFill xmlns:a="http://schemas.openxmlformats.org/drawingml/2006/main">
            <a:srgbClr val="101D2D"/>
          </a:solidFill>
          <a:ln xmlns:a="http://schemas.openxmlformats.org/drawingml/2006/main" w="12383">
            <a:solidFill>
              <a:srgbClr val="FFB454"/>
            </a:solidFill>
            <a:prstDash val="solid"/>
          </a:ln>
        </p:spPr>
      </p:sp>
      <p:sp>
        <p:nvSpPr>
          <p:cNvPr id="22" name="">
            <a:extLst xmlns:a="http://schemas.openxmlformats.org/drawingml/2006/main">
              <a:ext uri="{FF2B5EF4-FFF2-40B4-BE49-F238E27FC236}">
                <a16:creationId xmlns:a16="http://schemas.microsoft.com/office/drawing/2014/main" id="{B6B4CB75-8AEC-4B32-B527-8CF807160DED}"/>
              </a:ext>
            </a:extLst>
          </p:cNvPr>
          <p:cNvSpPr>
            <a:spLocks xmlns:a="http://schemas.openxmlformats.org/drawingml/2006/main" noGrp="1"/>
          </p:cNvSpPr>
          <p:nvPr/>
        </p:nvSpPr>
        <p:spPr>
          <a:xfrm xmlns:a="http://schemas.openxmlformats.org/drawingml/2006/main">
            <a:off x="10287000" y="19907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B454"/>
                </a:solidFill>
                <a:latin typeface="Arial"/>
                <a:ea typeface="Arial"/>
                <a:cs typeface="Arial"/>
              </a:defRPr>
            </a:defPPr>
            <a:lvl1pPr algn="ctr">
              <a:defRPr sz="1125" b="1">
                <a:solidFill>
                  <a:srgbClr val="FFB454"/>
                </a:solidFill>
                <a:latin typeface="Arial"/>
                <a:ea typeface="Arial"/>
                <a:cs typeface="Arial"/>
              </a:defRPr>
            </a:lvl1pPr>
            <a:lvl2pPr algn="ctr">
              <a:defRPr sz="1125" b="1">
                <a:solidFill>
                  <a:srgbClr val="FFB454"/>
                </a:solidFill>
                <a:latin typeface="Arial"/>
                <a:ea typeface="Arial"/>
                <a:cs typeface="Arial"/>
              </a:defRPr>
            </a:lvl2pPr>
            <a:lvl3pPr algn="ctr">
              <a:defRPr sz="1125" b="1">
                <a:solidFill>
                  <a:srgbClr val="FFB454"/>
                </a:solidFill>
                <a:latin typeface="Arial"/>
                <a:ea typeface="Arial"/>
                <a:cs typeface="Arial"/>
              </a:defRPr>
            </a:lvl3pPr>
            <a:lvl4pPr algn="ctr">
              <a:defRPr sz="1125" b="1">
                <a:solidFill>
                  <a:srgbClr val="FFB454"/>
                </a:solidFill>
                <a:latin typeface="Arial"/>
                <a:ea typeface="Arial"/>
                <a:cs typeface="Arial"/>
              </a:defRPr>
            </a:lvl4pPr>
            <a:lvl5pPr algn="ctr">
              <a:defRPr sz="1125" b="1">
                <a:solidFill>
                  <a:srgbClr val="FFB454"/>
                </a:solidFill>
                <a:latin typeface="Arial"/>
                <a:ea typeface="Arial"/>
                <a:cs typeface="Arial"/>
              </a:defRPr>
            </a:lvl5pPr>
            <a:lvl6pPr algn="ctr">
              <a:defRPr sz="1125" b="1">
                <a:solidFill>
                  <a:srgbClr val="FFB454"/>
                </a:solidFill>
                <a:latin typeface="Arial"/>
                <a:ea typeface="Arial"/>
                <a:cs typeface="Arial"/>
              </a:defRPr>
            </a:lvl6pPr>
            <a:lvl7pPr algn="ctr">
              <a:defRPr sz="1125" b="1">
                <a:solidFill>
                  <a:srgbClr val="FFB454"/>
                </a:solidFill>
                <a:latin typeface="Arial"/>
                <a:ea typeface="Arial"/>
                <a:cs typeface="Arial"/>
              </a:defRPr>
            </a:lvl7pPr>
            <a:lvl8pPr algn="ctr">
              <a:defRPr sz="1125" b="1">
                <a:solidFill>
                  <a:srgbClr val="FFB454"/>
                </a:solidFill>
                <a:latin typeface="Arial"/>
                <a:ea typeface="Arial"/>
                <a:cs typeface="Arial"/>
              </a:defRPr>
            </a:lvl8pPr>
            <a:lvl9pPr algn="ctr">
              <a:defRPr sz="1125" b="1">
                <a:solidFill>
                  <a:srgbClr val="FFB454"/>
                </a:solidFill>
                <a:latin typeface="Arial"/>
                <a:ea typeface="Arial"/>
                <a:cs typeface="Arial"/>
              </a:defRPr>
            </a:lvl9pPr>
          </a:lstStyle>
          <a:p xmlns:a="http://schemas.openxmlformats.org/drawingml/2006/main">
            <a:pPr algn="ctr">
              <a:defRPr sz="1125" b="1">
                <a:solidFill>
                  <a:srgbClr val="FFB454"/>
                </a:solidFill>
                <a:latin typeface="Arial"/>
                <a:ea typeface="Arial"/>
                <a:cs typeface="Arial"/>
              </a:defRPr>
            </a:pPr>
            <a:r>
              <a:rPr sz="1125" b="1">
                <a:solidFill>
                  <a:srgbClr val="FFB454"/>
                </a:solidFill>
                <a:latin typeface="Arial"/>
                <a:ea typeface="Arial"/>
                <a:cs typeface="Arial"/>
              </a:rPr>
              <a:t>6 · Evaluation</a:t>
            </a:r>
          </a:p>
        </p:txBody>
      </p:sp>
      <p:sp>
        <p:nvSpPr>
          <p:cNvPr id="23" name="">
            <a:extLst xmlns:a="http://schemas.openxmlformats.org/drawingml/2006/main">
              <a:ext uri="{FF2B5EF4-FFF2-40B4-BE49-F238E27FC236}">
                <a16:creationId xmlns:a16="http://schemas.microsoft.com/office/drawing/2014/main" id="{CA942EB5-3D8B-4600-A6EF-62CD236567AC}"/>
              </a:ext>
            </a:extLst>
          </p:cNvPr>
          <p:cNvSpPr>
            <a:spLocks xmlns:a="http://schemas.openxmlformats.org/drawingml/2006/main" noGrp="1"/>
          </p:cNvSpPr>
          <p:nvPr/>
        </p:nvSpPr>
        <p:spPr>
          <a:xfrm xmlns:a="http://schemas.openxmlformats.org/drawingml/2006/main">
            <a:off x="10296525" y="2286000"/>
            <a:ext cx="1409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38" b="0">
                <a:solidFill>
                  <a:srgbClr val="9AAFC2"/>
                </a:solidFill>
                <a:latin typeface="Arial"/>
                <a:ea typeface="Arial"/>
                <a:cs typeface="Arial"/>
              </a:defRPr>
            </a:defPPr>
            <a:lvl1pPr algn="ctr">
              <a:defRPr sz="938" b="0">
                <a:solidFill>
                  <a:srgbClr val="9AAFC2"/>
                </a:solidFill>
                <a:latin typeface="Arial"/>
                <a:ea typeface="Arial"/>
                <a:cs typeface="Arial"/>
              </a:defRPr>
            </a:lvl1pPr>
            <a:lvl2pPr algn="ctr">
              <a:defRPr sz="938" b="0">
                <a:solidFill>
                  <a:srgbClr val="9AAFC2"/>
                </a:solidFill>
                <a:latin typeface="Arial"/>
                <a:ea typeface="Arial"/>
                <a:cs typeface="Arial"/>
              </a:defRPr>
            </a:lvl2pPr>
            <a:lvl3pPr algn="ctr">
              <a:defRPr sz="938" b="0">
                <a:solidFill>
                  <a:srgbClr val="9AAFC2"/>
                </a:solidFill>
                <a:latin typeface="Arial"/>
                <a:ea typeface="Arial"/>
                <a:cs typeface="Arial"/>
              </a:defRPr>
            </a:lvl3pPr>
            <a:lvl4pPr algn="ctr">
              <a:defRPr sz="938" b="0">
                <a:solidFill>
                  <a:srgbClr val="9AAFC2"/>
                </a:solidFill>
                <a:latin typeface="Arial"/>
                <a:ea typeface="Arial"/>
                <a:cs typeface="Arial"/>
              </a:defRPr>
            </a:lvl4pPr>
            <a:lvl5pPr algn="ctr">
              <a:defRPr sz="938" b="0">
                <a:solidFill>
                  <a:srgbClr val="9AAFC2"/>
                </a:solidFill>
                <a:latin typeface="Arial"/>
                <a:ea typeface="Arial"/>
                <a:cs typeface="Arial"/>
              </a:defRPr>
            </a:lvl5pPr>
            <a:lvl6pPr algn="ctr">
              <a:defRPr sz="938" b="0">
                <a:solidFill>
                  <a:srgbClr val="9AAFC2"/>
                </a:solidFill>
                <a:latin typeface="Arial"/>
                <a:ea typeface="Arial"/>
                <a:cs typeface="Arial"/>
              </a:defRPr>
            </a:lvl6pPr>
            <a:lvl7pPr algn="ctr">
              <a:defRPr sz="938" b="0">
                <a:solidFill>
                  <a:srgbClr val="9AAFC2"/>
                </a:solidFill>
                <a:latin typeface="Arial"/>
                <a:ea typeface="Arial"/>
                <a:cs typeface="Arial"/>
              </a:defRPr>
            </a:lvl7pPr>
            <a:lvl8pPr algn="ctr">
              <a:defRPr sz="938" b="0">
                <a:solidFill>
                  <a:srgbClr val="9AAFC2"/>
                </a:solidFill>
                <a:latin typeface="Arial"/>
                <a:ea typeface="Arial"/>
                <a:cs typeface="Arial"/>
              </a:defRPr>
            </a:lvl8pPr>
            <a:lvl9pPr algn="ctr">
              <a:defRPr sz="938" b="0">
                <a:solidFill>
                  <a:srgbClr val="9AAFC2"/>
                </a:solidFill>
                <a:latin typeface="Arial"/>
                <a:ea typeface="Arial"/>
                <a:cs typeface="Arial"/>
              </a:defRPr>
            </a:lvl9pPr>
          </a:lstStyle>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Runs after findings</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Eligible labels only</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Metrics or unavailable</a:t>
            </a:r>
          </a:p>
        </p:txBody>
      </p:sp>
      <p:sp>
        <p:nvSpPr>
          <p:cNvPr id="29" name="shared-state-band">
            <a:extLst xmlns:a="http://schemas.openxmlformats.org/drawingml/2006/main">
              <a:ext uri="{FF2B5EF4-FFF2-40B4-BE49-F238E27FC236}">
                <a16:creationId xmlns:a16="http://schemas.microsoft.com/office/drawing/2014/main" id="{3617D3C3-54EC-44D4-8F02-E68D609DA013}"/>
              </a:ext>
            </a:extLst>
          </p:cNvPr>
          <p:cNvSpPr>
            <a:spLocks xmlns:a="http://schemas.openxmlformats.org/drawingml/2006/main" noGrp="1"/>
          </p:cNvSpPr>
          <p:nvPr/>
        </p:nvSpPr>
        <p:spPr>
          <a:xfrm xmlns:a="http://schemas.openxmlformats.org/drawingml/2006/main">
            <a:off x="609600" y="3276600"/>
            <a:ext cx="10972800" cy="542925"/>
          </a:xfrm>
          <a:prstGeom xmlns:a="http://schemas.openxmlformats.org/drawingml/2006/main" prst="roundRect">
            <a:avLst>
              <a:gd name="adj" fmla="val 17544"/>
            </a:avLst>
          </a:prstGeom>
          <a:solidFill xmlns:a="http://schemas.openxmlformats.org/drawingml/2006/main">
            <a:srgbClr val="0E2030"/>
          </a:solidFill>
          <a:ln xmlns:a="http://schemas.openxmlformats.org/drawingml/2006/main" w="9525">
            <a:solidFill>
              <a:srgbClr val="263B50"/>
            </a:solidFill>
            <a:prstDash val="solid"/>
          </a:ln>
        </p:spPr>
      </p:sp>
      <p:sp>
        <p:nvSpPr>
          <p:cNvPr id="30" name="">
            <a:extLst xmlns:a="http://schemas.openxmlformats.org/drawingml/2006/main">
              <a:ext uri="{FF2B5EF4-FFF2-40B4-BE49-F238E27FC236}">
                <a16:creationId xmlns:a16="http://schemas.microsoft.com/office/drawing/2014/main" id="{CA0DCBF1-BE62-497D-9FCD-05C61C54285C}"/>
              </a:ext>
            </a:extLst>
          </p:cNvPr>
          <p:cNvSpPr>
            <a:spLocks xmlns:a="http://schemas.openxmlformats.org/drawingml/2006/main" noGrp="1"/>
          </p:cNvSpPr>
          <p:nvPr/>
        </p:nvSpPr>
        <p:spPr>
          <a:xfrm xmlns:a="http://schemas.openxmlformats.org/drawingml/2006/main">
            <a:off x="781050" y="3352800"/>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B8F7E5"/>
                </a:solidFill>
                <a:latin typeface="Arial"/>
                <a:ea typeface="Arial"/>
                <a:cs typeface="Arial"/>
              </a:defRPr>
            </a:defPPr>
            <a:lvl1pPr algn="l">
              <a:defRPr sz="975" b="1">
                <a:solidFill>
                  <a:srgbClr val="B8F7E5"/>
                </a:solidFill>
                <a:latin typeface="Arial"/>
                <a:ea typeface="Arial"/>
                <a:cs typeface="Arial"/>
              </a:defRPr>
            </a:lvl1pPr>
            <a:lvl2pPr algn="l">
              <a:defRPr sz="975" b="1">
                <a:solidFill>
                  <a:srgbClr val="B8F7E5"/>
                </a:solidFill>
                <a:latin typeface="Arial"/>
                <a:ea typeface="Arial"/>
                <a:cs typeface="Arial"/>
              </a:defRPr>
            </a:lvl2pPr>
            <a:lvl3pPr algn="l">
              <a:defRPr sz="975" b="1">
                <a:solidFill>
                  <a:srgbClr val="B8F7E5"/>
                </a:solidFill>
                <a:latin typeface="Arial"/>
                <a:ea typeface="Arial"/>
                <a:cs typeface="Arial"/>
              </a:defRPr>
            </a:lvl3pPr>
            <a:lvl4pPr algn="l">
              <a:defRPr sz="975" b="1">
                <a:solidFill>
                  <a:srgbClr val="B8F7E5"/>
                </a:solidFill>
                <a:latin typeface="Arial"/>
                <a:ea typeface="Arial"/>
                <a:cs typeface="Arial"/>
              </a:defRPr>
            </a:lvl4pPr>
            <a:lvl5pPr algn="l">
              <a:defRPr sz="975" b="1">
                <a:solidFill>
                  <a:srgbClr val="B8F7E5"/>
                </a:solidFill>
                <a:latin typeface="Arial"/>
                <a:ea typeface="Arial"/>
                <a:cs typeface="Arial"/>
              </a:defRPr>
            </a:lvl5pPr>
            <a:lvl6pPr algn="l">
              <a:defRPr sz="975" b="1">
                <a:solidFill>
                  <a:srgbClr val="B8F7E5"/>
                </a:solidFill>
                <a:latin typeface="Arial"/>
                <a:ea typeface="Arial"/>
                <a:cs typeface="Arial"/>
              </a:defRPr>
            </a:lvl6pPr>
            <a:lvl7pPr algn="l">
              <a:defRPr sz="975" b="1">
                <a:solidFill>
                  <a:srgbClr val="B8F7E5"/>
                </a:solidFill>
                <a:latin typeface="Arial"/>
                <a:ea typeface="Arial"/>
                <a:cs typeface="Arial"/>
              </a:defRPr>
            </a:lvl7pPr>
            <a:lvl8pPr algn="l">
              <a:defRPr sz="975" b="1">
                <a:solidFill>
                  <a:srgbClr val="B8F7E5"/>
                </a:solidFill>
                <a:latin typeface="Arial"/>
                <a:ea typeface="Arial"/>
                <a:cs typeface="Arial"/>
              </a:defRPr>
            </a:lvl8pPr>
            <a:lvl9pPr algn="l">
              <a:defRPr sz="975" b="1">
                <a:solidFill>
                  <a:srgbClr val="B8F7E5"/>
                </a:solidFill>
                <a:latin typeface="Arial"/>
                <a:ea typeface="Arial"/>
                <a:cs typeface="Arial"/>
              </a:defRPr>
            </a:lvl9pPr>
          </a:lstStyle>
          <a:p xmlns:a="http://schemas.openxmlformats.org/drawingml/2006/main">
            <a:pPr algn="l">
              <a:defRPr sz="975" b="1">
                <a:solidFill>
                  <a:srgbClr val="B8F7E5"/>
                </a:solidFill>
                <a:latin typeface="Arial"/>
                <a:ea typeface="Arial"/>
                <a:cs typeface="Arial"/>
              </a:defRPr>
            </a:pPr>
            <a:r>
              <a:rPr sz="975" b="1">
                <a:solidFill>
                  <a:srgbClr val="B8F7E5"/>
                </a:solidFill>
                <a:latin typeface="Arial"/>
                <a:ea typeface="Arial"/>
                <a:cs typeface="Arial"/>
              </a:rPr>
              <a:t>SHARED WORKFLOW STATE</a:t>
            </a:r>
          </a:p>
        </p:txBody>
      </p:sp>
      <p:sp>
        <p:nvSpPr>
          <p:cNvPr id="31" name="">
            <a:extLst xmlns:a="http://schemas.openxmlformats.org/drawingml/2006/main">
              <a:ext uri="{FF2B5EF4-FFF2-40B4-BE49-F238E27FC236}">
                <a16:creationId xmlns:a16="http://schemas.microsoft.com/office/drawing/2014/main" id="{8EE02800-D483-4588-8708-FE8D61E44F5A}"/>
              </a:ext>
            </a:extLst>
          </p:cNvPr>
          <p:cNvSpPr>
            <a:spLocks xmlns:a="http://schemas.openxmlformats.org/drawingml/2006/main" noGrp="1"/>
          </p:cNvSpPr>
          <p:nvPr/>
        </p:nvSpPr>
        <p:spPr>
          <a:xfrm xmlns:a="http://schemas.openxmlformats.org/drawingml/2006/main">
            <a:off x="3143250" y="33337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F4F7FB"/>
                </a:solidFill>
                <a:latin typeface="Arial"/>
                <a:ea typeface="Arial"/>
                <a:cs typeface="Arial"/>
              </a:defRPr>
            </a:defPPr>
            <a:lvl1pPr algn="ctr">
              <a:defRPr sz="1050" b="0">
                <a:solidFill>
                  <a:srgbClr val="F4F7FB"/>
                </a:solidFill>
                <a:latin typeface="Arial"/>
                <a:ea typeface="Arial"/>
                <a:cs typeface="Arial"/>
              </a:defRPr>
            </a:lvl1pPr>
            <a:lvl2pPr algn="ctr">
              <a:defRPr sz="1050" b="0">
                <a:solidFill>
                  <a:srgbClr val="F4F7FB"/>
                </a:solidFill>
                <a:latin typeface="Arial"/>
                <a:ea typeface="Arial"/>
                <a:cs typeface="Arial"/>
              </a:defRPr>
            </a:lvl2pPr>
            <a:lvl3pPr algn="ctr">
              <a:defRPr sz="1050" b="0">
                <a:solidFill>
                  <a:srgbClr val="F4F7FB"/>
                </a:solidFill>
                <a:latin typeface="Arial"/>
                <a:ea typeface="Arial"/>
                <a:cs typeface="Arial"/>
              </a:defRPr>
            </a:lvl3pPr>
            <a:lvl4pPr algn="ctr">
              <a:defRPr sz="1050" b="0">
                <a:solidFill>
                  <a:srgbClr val="F4F7FB"/>
                </a:solidFill>
                <a:latin typeface="Arial"/>
                <a:ea typeface="Arial"/>
                <a:cs typeface="Arial"/>
              </a:defRPr>
            </a:lvl4pPr>
            <a:lvl5pPr algn="ctr">
              <a:defRPr sz="1050" b="0">
                <a:solidFill>
                  <a:srgbClr val="F4F7FB"/>
                </a:solidFill>
                <a:latin typeface="Arial"/>
                <a:ea typeface="Arial"/>
                <a:cs typeface="Arial"/>
              </a:defRPr>
            </a:lvl5pPr>
            <a:lvl6pPr algn="ctr">
              <a:defRPr sz="1050" b="0">
                <a:solidFill>
                  <a:srgbClr val="F4F7FB"/>
                </a:solidFill>
                <a:latin typeface="Arial"/>
                <a:ea typeface="Arial"/>
                <a:cs typeface="Arial"/>
              </a:defRPr>
            </a:lvl6pPr>
            <a:lvl7pPr algn="ctr">
              <a:defRPr sz="1050" b="0">
                <a:solidFill>
                  <a:srgbClr val="F4F7FB"/>
                </a:solidFill>
                <a:latin typeface="Arial"/>
                <a:ea typeface="Arial"/>
                <a:cs typeface="Arial"/>
              </a:defRPr>
            </a:lvl7pPr>
            <a:lvl8pPr algn="ctr">
              <a:defRPr sz="1050" b="0">
                <a:solidFill>
                  <a:srgbClr val="F4F7FB"/>
                </a:solidFill>
                <a:latin typeface="Arial"/>
                <a:ea typeface="Arial"/>
                <a:cs typeface="Arial"/>
              </a:defRPr>
            </a:lvl8pPr>
            <a:lvl9pPr algn="ctr">
              <a:defRPr sz="1050" b="0">
                <a:solidFill>
                  <a:srgbClr val="F4F7FB"/>
                </a:solidFill>
                <a:latin typeface="Arial"/>
                <a:ea typeface="Arial"/>
                <a:cs typeface="Arial"/>
              </a:defRPr>
            </a:lvl9pPr>
          </a:lstStyle>
          <a:p xmlns:a="http://schemas.openxmlformats.org/drawingml/2006/main">
            <a:pPr algn="ctr">
              <a:defRPr sz="1050" b="0">
                <a:solidFill>
                  <a:srgbClr val="F4F7FB"/>
                </a:solidFill>
                <a:latin typeface="Arial"/>
                <a:ea typeface="Arial"/>
                <a:cs typeface="Arial"/>
              </a:defRPr>
            </a:pPr>
            <a:r>
              <a:rPr sz="1050" b="0">
                <a:solidFill>
                  <a:srgbClr val="F4F7FB"/>
                </a:solidFill>
                <a:latin typeface="Arial"/>
                <a:ea typeface="Arial"/>
                <a:cs typeface="Arial"/>
              </a:rPr>
              <a:t>Validation result → accepted-only graph → findings → summary → post-detection evaluation</a:t>
            </a:r>
          </a:p>
        </p:txBody>
      </p:sp>
      <p:sp>
        <p:nvSpPr>
          <p:cNvPr id="32" name="">
            <a:extLst xmlns:a="http://schemas.openxmlformats.org/drawingml/2006/main">
              <a:ext uri="{FF2B5EF4-FFF2-40B4-BE49-F238E27FC236}">
                <a16:creationId xmlns:a16="http://schemas.microsoft.com/office/drawing/2014/main" id="{791273F6-93DE-49AC-99C4-A95B7377146E}"/>
              </a:ext>
            </a:extLst>
          </p:cNvPr>
          <p:cNvSpPr>
            <a:spLocks xmlns:a="http://schemas.openxmlformats.org/drawingml/2006/main" noGrp="1"/>
          </p:cNvSpPr>
          <p:nvPr/>
        </p:nvSpPr>
        <p:spPr>
          <a:xfrm xmlns:a="http://schemas.openxmlformats.org/drawingml/2006/main">
            <a:off x="781050" y="3571875"/>
            <a:ext cx="1038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0">
                <a:solidFill>
                  <a:srgbClr val="9AAFC2"/>
                </a:solidFill>
                <a:latin typeface="Arial"/>
                <a:ea typeface="Arial"/>
                <a:cs typeface="Arial"/>
              </a:defRPr>
            </a:defPPr>
            <a:lvl1pPr algn="l">
              <a:defRPr sz="938" b="0">
                <a:solidFill>
                  <a:srgbClr val="9AAFC2"/>
                </a:solidFill>
                <a:latin typeface="Arial"/>
                <a:ea typeface="Arial"/>
                <a:cs typeface="Arial"/>
              </a:defRPr>
            </a:lvl1pPr>
            <a:lvl2pPr algn="l">
              <a:defRPr sz="938" b="0">
                <a:solidFill>
                  <a:srgbClr val="9AAFC2"/>
                </a:solidFill>
                <a:latin typeface="Arial"/>
                <a:ea typeface="Arial"/>
                <a:cs typeface="Arial"/>
              </a:defRPr>
            </a:lvl2pPr>
            <a:lvl3pPr algn="l">
              <a:defRPr sz="938" b="0">
                <a:solidFill>
                  <a:srgbClr val="9AAFC2"/>
                </a:solidFill>
                <a:latin typeface="Arial"/>
                <a:ea typeface="Arial"/>
                <a:cs typeface="Arial"/>
              </a:defRPr>
            </a:lvl3pPr>
            <a:lvl4pPr algn="l">
              <a:defRPr sz="938" b="0">
                <a:solidFill>
                  <a:srgbClr val="9AAFC2"/>
                </a:solidFill>
                <a:latin typeface="Arial"/>
                <a:ea typeface="Arial"/>
                <a:cs typeface="Arial"/>
              </a:defRPr>
            </a:lvl4pPr>
            <a:lvl5pPr algn="l">
              <a:defRPr sz="938" b="0">
                <a:solidFill>
                  <a:srgbClr val="9AAFC2"/>
                </a:solidFill>
                <a:latin typeface="Arial"/>
                <a:ea typeface="Arial"/>
                <a:cs typeface="Arial"/>
              </a:defRPr>
            </a:lvl5pPr>
            <a:lvl6pPr algn="l">
              <a:defRPr sz="938" b="0">
                <a:solidFill>
                  <a:srgbClr val="9AAFC2"/>
                </a:solidFill>
                <a:latin typeface="Arial"/>
                <a:ea typeface="Arial"/>
                <a:cs typeface="Arial"/>
              </a:defRPr>
            </a:lvl6pPr>
            <a:lvl7pPr algn="l">
              <a:defRPr sz="938" b="0">
                <a:solidFill>
                  <a:srgbClr val="9AAFC2"/>
                </a:solidFill>
                <a:latin typeface="Arial"/>
                <a:ea typeface="Arial"/>
                <a:cs typeface="Arial"/>
              </a:defRPr>
            </a:lvl7pPr>
            <a:lvl8pPr algn="l">
              <a:defRPr sz="938" b="0">
                <a:solidFill>
                  <a:srgbClr val="9AAFC2"/>
                </a:solidFill>
                <a:latin typeface="Arial"/>
                <a:ea typeface="Arial"/>
                <a:cs typeface="Arial"/>
              </a:defRPr>
            </a:lvl8pPr>
            <a:lvl9pPr algn="l">
              <a:defRPr sz="938" b="0">
                <a:solidFill>
                  <a:srgbClr val="9AAFC2"/>
                </a:solidFill>
                <a:latin typeface="Arial"/>
                <a:ea typeface="Arial"/>
                <a:cs typeface="Arial"/>
              </a:defRPr>
            </a:lvl9pPr>
          </a:lstStyle>
          <a:p xmlns:a="http://schemas.openxmlformats.org/drawingml/2006/main">
            <a:pPr algn="l">
              <a:defRPr sz="938" b="0">
                <a:solidFill>
                  <a:srgbClr val="9AAFC2"/>
                </a:solidFill>
                <a:latin typeface="Arial"/>
                <a:ea typeface="Arial"/>
                <a:cs typeface="Arial"/>
              </a:defRPr>
            </a:pPr>
            <a:r>
              <a:rPr sz="938" b="0">
                <a:solidFill>
                  <a:srgbClr val="9AAFC2"/>
                </a:solidFill>
                <a:latin typeface="Arial"/>
                <a:ea typeface="Arial"/>
                <a:cs typeface="Arial"/>
              </a:rPr>
              <a:t>Rejected rows keep source IDs and reasons outside the graph. Labels enter only at Evaluation.</a:t>
            </a:r>
          </a:p>
        </p:txBody>
      </p:sp>
      <p:sp>
        <p:nvSpPr>
          <p:cNvPr id="33" name="">
            <a:extLst xmlns:a="http://schemas.openxmlformats.org/drawingml/2006/main">
              <a:ext uri="{FF2B5EF4-FFF2-40B4-BE49-F238E27FC236}">
                <a16:creationId xmlns:a16="http://schemas.microsoft.com/office/drawing/2014/main" id="{B9DC0A25-1CD4-43B7-96D1-FD7173037F4E}"/>
              </a:ext>
            </a:extLst>
          </p:cNvPr>
          <p:cNvSpPr>
            <a:spLocks xmlns:a="http://schemas.openxmlformats.org/drawingml/2006/main" noGrp="1"/>
          </p:cNvSpPr>
          <p:nvPr/>
        </p:nvSpPr>
        <p:spPr>
          <a:xfrm xmlns:a="http://schemas.openxmlformats.org/drawingml/2006/main">
            <a:off x="628650" y="4010025"/>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9B9E8"/>
                </a:solidFill>
                <a:latin typeface="Arial"/>
                <a:ea typeface="Arial"/>
                <a:cs typeface="Arial"/>
              </a:defRPr>
            </a:defPPr>
            <a:lvl1pPr algn="l">
              <a:defRPr sz="1125" b="1">
                <a:solidFill>
                  <a:srgbClr val="79B9E8"/>
                </a:solidFill>
                <a:latin typeface="Arial"/>
                <a:ea typeface="Arial"/>
                <a:cs typeface="Arial"/>
              </a:defRPr>
            </a:lvl1pPr>
            <a:lvl2pPr algn="l">
              <a:defRPr sz="1125" b="1">
                <a:solidFill>
                  <a:srgbClr val="79B9E8"/>
                </a:solidFill>
                <a:latin typeface="Arial"/>
                <a:ea typeface="Arial"/>
                <a:cs typeface="Arial"/>
              </a:defRPr>
            </a:lvl2pPr>
            <a:lvl3pPr algn="l">
              <a:defRPr sz="1125" b="1">
                <a:solidFill>
                  <a:srgbClr val="79B9E8"/>
                </a:solidFill>
                <a:latin typeface="Arial"/>
                <a:ea typeface="Arial"/>
                <a:cs typeface="Arial"/>
              </a:defRPr>
            </a:lvl3pPr>
            <a:lvl4pPr algn="l">
              <a:defRPr sz="1125" b="1">
                <a:solidFill>
                  <a:srgbClr val="79B9E8"/>
                </a:solidFill>
                <a:latin typeface="Arial"/>
                <a:ea typeface="Arial"/>
                <a:cs typeface="Arial"/>
              </a:defRPr>
            </a:lvl4pPr>
            <a:lvl5pPr algn="l">
              <a:defRPr sz="1125" b="1">
                <a:solidFill>
                  <a:srgbClr val="79B9E8"/>
                </a:solidFill>
                <a:latin typeface="Arial"/>
                <a:ea typeface="Arial"/>
                <a:cs typeface="Arial"/>
              </a:defRPr>
            </a:lvl5pPr>
            <a:lvl6pPr algn="l">
              <a:defRPr sz="1125" b="1">
                <a:solidFill>
                  <a:srgbClr val="79B9E8"/>
                </a:solidFill>
                <a:latin typeface="Arial"/>
                <a:ea typeface="Arial"/>
                <a:cs typeface="Arial"/>
              </a:defRPr>
            </a:lvl6pPr>
            <a:lvl7pPr algn="l">
              <a:defRPr sz="1125" b="1">
                <a:solidFill>
                  <a:srgbClr val="79B9E8"/>
                </a:solidFill>
                <a:latin typeface="Arial"/>
                <a:ea typeface="Arial"/>
                <a:cs typeface="Arial"/>
              </a:defRPr>
            </a:lvl7pPr>
            <a:lvl8pPr algn="l">
              <a:defRPr sz="1125" b="1">
                <a:solidFill>
                  <a:srgbClr val="79B9E8"/>
                </a:solidFill>
                <a:latin typeface="Arial"/>
                <a:ea typeface="Arial"/>
                <a:cs typeface="Arial"/>
              </a:defRPr>
            </a:lvl8pPr>
            <a:lvl9pPr algn="l">
              <a:defRPr sz="1125" b="1">
                <a:solidFill>
                  <a:srgbClr val="79B9E8"/>
                </a:solidFill>
                <a:latin typeface="Arial"/>
                <a:ea typeface="Arial"/>
                <a:cs typeface="Arial"/>
              </a:defRPr>
            </a:lvl9pPr>
          </a:lstStyle>
          <a:p xmlns:a="http://schemas.openxmlformats.org/drawingml/2006/main">
            <a:pPr algn="l">
              <a:defRPr sz="1125" b="1">
                <a:solidFill>
                  <a:srgbClr val="79B9E8"/>
                </a:solidFill>
                <a:latin typeface="Arial"/>
                <a:ea typeface="Arial"/>
                <a:cs typeface="Arial"/>
              </a:defRPr>
            </a:pPr>
            <a:r>
              <a:rPr sz="1125" b="1">
                <a:solidFill>
                  <a:srgbClr val="79B9E8"/>
                </a:solidFill>
                <a:latin typeface="Arial"/>
                <a:ea typeface="Arial"/>
                <a:cs typeface="Arial"/>
              </a:rPr>
              <a:t>OPTIONAL LOCAL EXPLANATION · OUTSIDE LANGGRAPH</a:t>
            </a:r>
          </a:p>
        </p:txBody>
      </p:sp>
      <p:sp>
        <p:nvSpPr>
          <p:cNvPr id="34" name="">
            <a:extLst xmlns:a="http://schemas.openxmlformats.org/drawingml/2006/main">
              <a:ext uri="{FF2B5EF4-FFF2-40B4-BE49-F238E27FC236}">
                <a16:creationId xmlns:a16="http://schemas.microsoft.com/office/drawing/2014/main" id="{8CFD6DF4-C8E7-4B16-B98B-61D255E702EB}"/>
              </a:ext>
            </a:extLst>
          </p:cNvPr>
          <p:cNvSpPr>
            <a:spLocks xmlns:a="http://schemas.openxmlformats.org/drawingml/2006/main" noGrp="1"/>
          </p:cNvSpPr>
          <p:nvPr/>
        </p:nvSpPr>
        <p:spPr>
          <a:xfrm xmlns:a="http://schemas.openxmlformats.org/drawingml/2006/main">
            <a:off x="7000875" y="4010025"/>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9AAFC2"/>
                </a:solidFill>
                <a:latin typeface="Arial"/>
                <a:ea typeface="Arial"/>
                <a:cs typeface="Arial"/>
              </a:defRPr>
            </a:defPPr>
            <a:lvl1pPr algn="r">
              <a:defRPr sz="1050" b="0">
                <a:solidFill>
                  <a:srgbClr val="9AAFC2"/>
                </a:solidFill>
                <a:latin typeface="Arial"/>
                <a:ea typeface="Arial"/>
                <a:cs typeface="Arial"/>
              </a:defRPr>
            </a:lvl1pPr>
            <a:lvl2pPr algn="r">
              <a:defRPr sz="1050" b="0">
                <a:solidFill>
                  <a:srgbClr val="9AAFC2"/>
                </a:solidFill>
                <a:latin typeface="Arial"/>
                <a:ea typeface="Arial"/>
                <a:cs typeface="Arial"/>
              </a:defRPr>
            </a:lvl2pPr>
            <a:lvl3pPr algn="r">
              <a:defRPr sz="1050" b="0">
                <a:solidFill>
                  <a:srgbClr val="9AAFC2"/>
                </a:solidFill>
                <a:latin typeface="Arial"/>
                <a:ea typeface="Arial"/>
                <a:cs typeface="Arial"/>
              </a:defRPr>
            </a:lvl3pPr>
            <a:lvl4pPr algn="r">
              <a:defRPr sz="1050" b="0">
                <a:solidFill>
                  <a:srgbClr val="9AAFC2"/>
                </a:solidFill>
                <a:latin typeface="Arial"/>
                <a:ea typeface="Arial"/>
                <a:cs typeface="Arial"/>
              </a:defRPr>
            </a:lvl4pPr>
            <a:lvl5pPr algn="r">
              <a:defRPr sz="1050" b="0">
                <a:solidFill>
                  <a:srgbClr val="9AAFC2"/>
                </a:solidFill>
                <a:latin typeface="Arial"/>
                <a:ea typeface="Arial"/>
                <a:cs typeface="Arial"/>
              </a:defRPr>
            </a:lvl5pPr>
            <a:lvl6pPr algn="r">
              <a:defRPr sz="1050" b="0">
                <a:solidFill>
                  <a:srgbClr val="9AAFC2"/>
                </a:solidFill>
                <a:latin typeface="Arial"/>
                <a:ea typeface="Arial"/>
                <a:cs typeface="Arial"/>
              </a:defRPr>
            </a:lvl6pPr>
            <a:lvl7pPr algn="r">
              <a:defRPr sz="1050" b="0">
                <a:solidFill>
                  <a:srgbClr val="9AAFC2"/>
                </a:solidFill>
                <a:latin typeface="Arial"/>
                <a:ea typeface="Arial"/>
                <a:cs typeface="Arial"/>
              </a:defRPr>
            </a:lvl7pPr>
            <a:lvl8pPr algn="r">
              <a:defRPr sz="1050" b="0">
                <a:solidFill>
                  <a:srgbClr val="9AAFC2"/>
                </a:solidFill>
                <a:latin typeface="Arial"/>
                <a:ea typeface="Arial"/>
                <a:cs typeface="Arial"/>
              </a:defRPr>
            </a:lvl8pPr>
            <a:lvl9pPr algn="r">
              <a:defRPr sz="1050" b="0">
                <a:solidFill>
                  <a:srgbClr val="9AAFC2"/>
                </a:solidFill>
                <a:latin typeface="Arial"/>
                <a:ea typeface="Arial"/>
                <a:cs typeface="Arial"/>
              </a:defRPr>
            </a:lvl9pPr>
          </a:lstStyle>
          <a:p xmlns:a="http://schemas.openxmlformats.org/drawingml/2006/main">
            <a:pPr algn="r">
              <a:defRPr sz="1050" b="0">
                <a:solidFill>
                  <a:srgbClr val="9AAFC2"/>
                </a:solidFill>
                <a:latin typeface="Arial"/>
                <a:ea typeface="Arial"/>
                <a:cs typeface="Arial"/>
              </a:defRPr>
            </a:pPr>
            <a:r>
              <a:rPr sz="1050" b="0">
                <a:solidFill>
                  <a:srgbClr val="9AAFC2"/>
                </a:solidFill>
                <a:latin typeface="Arial"/>
                <a:ea typeface="Arial"/>
                <a:cs typeface="Arial"/>
              </a:rPr>
              <a:t>User-triggered for one existing finding</a:t>
            </a:r>
          </a:p>
        </p:txBody>
      </p:sp>
      <p:sp>
        <p:nvSpPr>
          <p:cNvPr id="35" name="llm-select-finding">
            <a:extLst xmlns:a="http://schemas.openxmlformats.org/drawingml/2006/main">
              <a:ext uri="{FF2B5EF4-FFF2-40B4-BE49-F238E27FC236}">
                <a16:creationId xmlns:a16="http://schemas.microsoft.com/office/drawing/2014/main" id="{B69BFE84-E65D-4D36-BCAE-DA3A1CD628E4}"/>
              </a:ext>
            </a:extLst>
          </p:cNvPr>
          <p:cNvSpPr>
            <a:spLocks xmlns:a="http://schemas.openxmlformats.org/drawingml/2006/main" noGrp="1"/>
          </p:cNvSpPr>
          <p:nvPr/>
        </p:nvSpPr>
        <p:spPr>
          <a:xfrm xmlns:a="http://schemas.openxmlformats.org/drawingml/2006/main">
            <a:off x="762000" y="4324350"/>
            <a:ext cx="1905000" cy="933450"/>
          </a:xfrm>
          <a:prstGeom xmlns:a="http://schemas.openxmlformats.org/drawingml/2006/main" prst="roundRect">
            <a:avLst>
              <a:gd name="adj" fmla="val 10204"/>
            </a:avLst>
          </a:prstGeom>
          <a:solidFill xmlns:a="http://schemas.openxmlformats.org/drawingml/2006/main">
            <a:srgbClr val="0D1A2B"/>
          </a:solidFill>
          <a:ln xmlns:a="http://schemas.openxmlformats.org/drawingml/2006/main" w="12383">
            <a:solidFill>
              <a:srgbClr val="79B9E8"/>
            </a:solidFill>
            <a:prstDash val="solid"/>
          </a:ln>
        </p:spPr>
      </p:sp>
      <p:sp>
        <p:nvSpPr>
          <p:cNvPr id="36" name="">
            <a:extLst xmlns:a="http://schemas.openxmlformats.org/drawingml/2006/main">
              <a:ext uri="{FF2B5EF4-FFF2-40B4-BE49-F238E27FC236}">
                <a16:creationId xmlns:a16="http://schemas.microsoft.com/office/drawing/2014/main" id="{B931D215-EFED-40B6-9FF8-B61119401373}"/>
              </a:ext>
            </a:extLst>
          </p:cNvPr>
          <p:cNvSpPr>
            <a:spLocks xmlns:a="http://schemas.openxmlformats.org/drawingml/2006/main" noGrp="1"/>
          </p:cNvSpPr>
          <p:nvPr/>
        </p:nvSpPr>
        <p:spPr>
          <a:xfrm xmlns:a="http://schemas.openxmlformats.org/drawingml/2006/main">
            <a:off x="866775" y="442912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79B9E8"/>
                </a:solidFill>
                <a:latin typeface="Arial"/>
                <a:ea typeface="Arial"/>
                <a:cs typeface="Arial"/>
              </a:defRPr>
            </a:defPPr>
            <a:lvl1pPr algn="ctr">
              <a:defRPr sz="1125" b="1">
                <a:solidFill>
                  <a:srgbClr val="79B9E8"/>
                </a:solidFill>
                <a:latin typeface="Arial"/>
                <a:ea typeface="Arial"/>
                <a:cs typeface="Arial"/>
              </a:defRPr>
            </a:lvl1pPr>
            <a:lvl2pPr algn="ctr">
              <a:defRPr sz="1125" b="1">
                <a:solidFill>
                  <a:srgbClr val="79B9E8"/>
                </a:solidFill>
                <a:latin typeface="Arial"/>
                <a:ea typeface="Arial"/>
                <a:cs typeface="Arial"/>
              </a:defRPr>
            </a:lvl2pPr>
            <a:lvl3pPr algn="ctr">
              <a:defRPr sz="1125" b="1">
                <a:solidFill>
                  <a:srgbClr val="79B9E8"/>
                </a:solidFill>
                <a:latin typeface="Arial"/>
                <a:ea typeface="Arial"/>
                <a:cs typeface="Arial"/>
              </a:defRPr>
            </a:lvl3pPr>
            <a:lvl4pPr algn="ctr">
              <a:defRPr sz="1125" b="1">
                <a:solidFill>
                  <a:srgbClr val="79B9E8"/>
                </a:solidFill>
                <a:latin typeface="Arial"/>
                <a:ea typeface="Arial"/>
                <a:cs typeface="Arial"/>
              </a:defRPr>
            </a:lvl4pPr>
            <a:lvl5pPr algn="ctr">
              <a:defRPr sz="1125" b="1">
                <a:solidFill>
                  <a:srgbClr val="79B9E8"/>
                </a:solidFill>
                <a:latin typeface="Arial"/>
                <a:ea typeface="Arial"/>
                <a:cs typeface="Arial"/>
              </a:defRPr>
            </a:lvl5pPr>
            <a:lvl6pPr algn="ctr">
              <a:defRPr sz="1125" b="1">
                <a:solidFill>
                  <a:srgbClr val="79B9E8"/>
                </a:solidFill>
                <a:latin typeface="Arial"/>
                <a:ea typeface="Arial"/>
                <a:cs typeface="Arial"/>
              </a:defRPr>
            </a:lvl6pPr>
            <a:lvl7pPr algn="ctr">
              <a:defRPr sz="1125" b="1">
                <a:solidFill>
                  <a:srgbClr val="79B9E8"/>
                </a:solidFill>
                <a:latin typeface="Arial"/>
                <a:ea typeface="Arial"/>
                <a:cs typeface="Arial"/>
              </a:defRPr>
            </a:lvl7pPr>
            <a:lvl8pPr algn="ctr">
              <a:defRPr sz="1125" b="1">
                <a:solidFill>
                  <a:srgbClr val="79B9E8"/>
                </a:solidFill>
                <a:latin typeface="Arial"/>
                <a:ea typeface="Arial"/>
                <a:cs typeface="Arial"/>
              </a:defRPr>
            </a:lvl8pPr>
            <a:lvl9pPr algn="ctr">
              <a:defRPr sz="1125" b="1">
                <a:solidFill>
                  <a:srgbClr val="79B9E8"/>
                </a:solidFill>
                <a:latin typeface="Arial"/>
                <a:ea typeface="Arial"/>
                <a:cs typeface="Arial"/>
              </a:defRPr>
            </a:lvl9pPr>
          </a:lstStyle>
          <a:p xmlns:a="http://schemas.openxmlformats.org/drawingml/2006/main">
            <a:pPr algn="ctr">
              <a:defRPr sz="1125" b="1">
                <a:solidFill>
                  <a:srgbClr val="79B9E8"/>
                </a:solidFill>
                <a:latin typeface="Arial"/>
                <a:ea typeface="Arial"/>
                <a:cs typeface="Arial"/>
              </a:defRPr>
            </a:pPr>
            <a:r>
              <a:rPr sz="1125" b="1">
                <a:solidFill>
                  <a:srgbClr val="79B9E8"/>
                </a:solidFill>
                <a:latin typeface="Arial"/>
                <a:ea typeface="Arial"/>
                <a:cs typeface="Arial"/>
              </a:rPr>
              <a:t>Select finding</a:t>
            </a:r>
          </a:p>
        </p:txBody>
      </p:sp>
      <p:sp>
        <p:nvSpPr>
          <p:cNvPr id="37" name="">
            <a:extLst xmlns:a="http://schemas.openxmlformats.org/drawingml/2006/main">
              <a:ext uri="{FF2B5EF4-FFF2-40B4-BE49-F238E27FC236}">
                <a16:creationId xmlns:a16="http://schemas.microsoft.com/office/drawing/2014/main" id="{2341CFB8-C402-4A80-9726-D9FE92F747F3}"/>
              </a:ext>
            </a:extLst>
          </p:cNvPr>
          <p:cNvSpPr>
            <a:spLocks xmlns:a="http://schemas.openxmlformats.org/drawingml/2006/main" noGrp="1"/>
          </p:cNvSpPr>
          <p:nvPr/>
        </p:nvSpPr>
        <p:spPr>
          <a:xfrm xmlns:a="http://schemas.openxmlformats.org/drawingml/2006/main">
            <a:off x="876300" y="4724400"/>
            <a:ext cx="1676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38" b="0">
                <a:solidFill>
                  <a:srgbClr val="9AAFC2"/>
                </a:solidFill>
                <a:latin typeface="Arial"/>
                <a:ea typeface="Arial"/>
                <a:cs typeface="Arial"/>
              </a:defRPr>
            </a:defPPr>
            <a:lvl1pPr algn="ctr">
              <a:defRPr sz="938" b="0">
                <a:solidFill>
                  <a:srgbClr val="9AAFC2"/>
                </a:solidFill>
                <a:latin typeface="Arial"/>
                <a:ea typeface="Arial"/>
                <a:cs typeface="Arial"/>
              </a:defRPr>
            </a:lvl1pPr>
            <a:lvl2pPr algn="ctr">
              <a:defRPr sz="938" b="0">
                <a:solidFill>
                  <a:srgbClr val="9AAFC2"/>
                </a:solidFill>
                <a:latin typeface="Arial"/>
                <a:ea typeface="Arial"/>
                <a:cs typeface="Arial"/>
              </a:defRPr>
            </a:lvl2pPr>
            <a:lvl3pPr algn="ctr">
              <a:defRPr sz="938" b="0">
                <a:solidFill>
                  <a:srgbClr val="9AAFC2"/>
                </a:solidFill>
                <a:latin typeface="Arial"/>
                <a:ea typeface="Arial"/>
                <a:cs typeface="Arial"/>
              </a:defRPr>
            </a:lvl3pPr>
            <a:lvl4pPr algn="ctr">
              <a:defRPr sz="938" b="0">
                <a:solidFill>
                  <a:srgbClr val="9AAFC2"/>
                </a:solidFill>
                <a:latin typeface="Arial"/>
                <a:ea typeface="Arial"/>
                <a:cs typeface="Arial"/>
              </a:defRPr>
            </a:lvl4pPr>
            <a:lvl5pPr algn="ctr">
              <a:defRPr sz="938" b="0">
                <a:solidFill>
                  <a:srgbClr val="9AAFC2"/>
                </a:solidFill>
                <a:latin typeface="Arial"/>
                <a:ea typeface="Arial"/>
                <a:cs typeface="Arial"/>
              </a:defRPr>
            </a:lvl5pPr>
            <a:lvl6pPr algn="ctr">
              <a:defRPr sz="938" b="0">
                <a:solidFill>
                  <a:srgbClr val="9AAFC2"/>
                </a:solidFill>
                <a:latin typeface="Arial"/>
                <a:ea typeface="Arial"/>
                <a:cs typeface="Arial"/>
              </a:defRPr>
            </a:lvl6pPr>
            <a:lvl7pPr algn="ctr">
              <a:defRPr sz="938" b="0">
                <a:solidFill>
                  <a:srgbClr val="9AAFC2"/>
                </a:solidFill>
                <a:latin typeface="Arial"/>
                <a:ea typeface="Arial"/>
                <a:cs typeface="Arial"/>
              </a:defRPr>
            </a:lvl7pPr>
            <a:lvl8pPr algn="ctr">
              <a:defRPr sz="938" b="0">
                <a:solidFill>
                  <a:srgbClr val="9AAFC2"/>
                </a:solidFill>
                <a:latin typeface="Arial"/>
                <a:ea typeface="Arial"/>
                <a:cs typeface="Arial"/>
              </a:defRPr>
            </a:lvl8pPr>
            <a:lvl9pPr algn="ctr">
              <a:defRPr sz="938" b="0">
                <a:solidFill>
                  <a:srgbClr val="9AAFC2"/>
                </a:solidFill>
                <a:latin typeface="Arial"/>
                <a:ea typeface="Arial"/>
                <a:cs typeface="Arial"/>
              </a:defRPr>
            </a:lvl9pPr>
          </a:lstStyle>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Reviewer chooses an</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already-detected lead</a:t>
            </a:r>
          </a:p>
        </p:txBody>
      </p:sp>
      <p:sp>
        <p:nvSpPr>
          <p:cNvPr id="38" name="llm-whitelist">
            <a:extLst xmlns:a="http://schemas.openxmlformats.org/drawingml/2006/main">
              <a:ext uri="{FF2B5EF4-FFF2-40B4-BE49-F238E27FC236}">
                <a16:creationId xmlns:a16="http://schemas.microsoft.com/office/drawing/2014/main" id="{5642624F-2C0E-44DA-9657-FBAF4832B6F1}"/>
              </a:ext>
            </a:extLst>
          </p:cNvPr>
          <p:cNvSpPr>
            <a:spLocks xmlns:a="http://schemas.openxmlformats.org/drawingml/2006/main" noGrp="1"/>
          </p:cNvSpPr>
          <p:nvPr/>
        </p:nvSpPr>
        <p:spPr>
          <a:xfrm xmlns:a="http://schemas.openxmlformats.org/drawingml/2006/main">
            <a:off x="2952750" y="4324350"/>
            <a:ext cx="1905000" cy="933450"/>
          </a:xfrm>
          <a:prstGeom xmlns:a="http://schemas.openxmlformats.org/drawingml/2006/main" prst="roundRect">
            <a:avLst>
              <a:gd name="adj" fmla="val 10204"/>
            </a:avLst>
          </a:prstGeom>
          <a:solidFill xmlns:a="http://schemas.openxmlformats.org/drawingml/2006/main">
            <a:srgbClr val="0D1A2B"/>
          </a:solidFill>
          <a:ln xmlns:a="http://schemas.openxmlformats.org/drawingml/2006/main" w="12383">
            <a:solidFill>
              <a:srgbClr val="79B9E8"/>
            </a:solidFill>
            <a:prstDash val="solid"/>
          </a:ln>
        </p:spPr>
      </p:sp>
      <p:sp>
        <p:nvSpPr>
          <p:cNvPr id="39" name="">
            <a:extLst xmlns:a="http://schemas.openxmlformats.org/drawingml/2006/main">
              <a:ext uri="{FF2B5EF4-FFF2-40B4-BE49-F238E27FC236}">
                <a16:creationId xmlns:a16="http://schemas.microsoft.com/office/drawing/2014/main" id="{0D2434CB-1C7E-44EB-90C3-68CF700B0345}"/>
              </a:ext>
            </a:extLst>
          </p:cNvPr>
          <p:cNvSpPr>
            <a:spLocks xmlns:a="http://schemas.openxmlformats.org/drawingml/2006/main" noGrp="1"/>
          </p:cNvSpPr>
          <p:nvPr/>
        </p:nvSpPr>
        <p:spPr>
          <a:xfrm xmlns:a="http://schemas.openxmlformats.org/drawingml/2006/main">
            <a:off x="3057525" y="442912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79B9E8"/>
                </a:solidFill>
                <a:latin typeface="Arial"/>
                <a:ea typeface="Arial"/>
                <a:cs typeface="Arial"/>
              </a:defRPr>
            </a:defPPr>
            <a:lvl1pPr algn="ctr">
              <a:defRPr sz="1125" b="1">
                <a:solidFill>
                  <a:srgbClr val="79B9E8"/>
                </a:solidFill>
                <a:latin typeface="Arial"/>
                <a:ea typeface="Arial"/>
                <a:cs typeface="Arial"/>
              </a:defRPr>
            </a:lvl1pPr>
            <a:lvl2pPr algn="ctr">
              <a:defRPr sz="1125" b="1">
                <a:solidFill>
                  <a:srgbClr val="79B9E8"/>
                </a:solidFill>
                <a:latin typeface="Arial"/>
                <a:ea typeface="Arial"/>
                <a:cs typeface="Arial"/>
              </a:defRPr>
            </a:lvl2pPr>
            <a:lvl3pPr algn="ctr">
              <a:defRPr sz="1125" b="1">
                <a:solidFill>
                  <a:srgbClr val="79B9E8"/>
                </a:solidFill>
                <a:latin typeface="Arial"/>
                <a:ea typeface="Arial"/>
                <a:cs typeface="Arial"/>
              </a:defRPr>
            </a:lvl3pPr>
            <a:lvl4pPr algn="ctr">
              <a:defRPr sz="1125" b="1">
                <a:solidFill>
                  <a:srgbClr val="79B9E8"/>
                </a:solidFill>
                <a:latin typeface="Arial"/>
                <a:ea typeface="Arial"/>
                <a:cs typeface="Arial"/>
              </a:defRPr>
            </a:lvl4pPr>
            <a:lvl5pPr algn="ctr">
              <a:defRPr sz="1125" b="1">
                <a:solidFill>
                  <a:srgbClr val="79B9E8"/>
                </a:solidFill>
                <a:latin typeface="Arial"/>
                <a:ea typeface="Arial"/>
                <a:cs typeface="Arial"/>
              </a:defRPr>
            </a:lvl5pPr>
            <a:lvl6pPr algn="ctr">
              <a:defRPr sz="1125" b="1">
                <a:solidFill>
                  <a:srgbClr val="79B9E8"/>
                </a:solidFill>
                <a:latin typeface="Arial"/>
                <a:ea typeface="Arial"/>
                <a:cs typeface="Arial"/>
              </a:defRPr>
            </a:lvl6pPr>
            <a:lvl7pPr algn="ctr">
              <a:defRPr sz="1125" b="1">
                <a:solidFill>
                  <a:srgbClr val="79B9E8"/>
                </a:solidFill>
                <a:latin typeface="Arial"/>
                <a:ea typeface="Arial"/>
                <a:cs typeface="Arial"/>
              </a:defRPr>
            </a:lvl7pPr>
            <a:lvl8pPr algn="ctr">
              <a:defRPr sz="1125" b="1">
                <a:solidFill>
                  <a:srgbClr val="79B9E8"/>
                </a:solidFill>
                <a:latin typeface="Arial"/>
                <a:ea typeface="Arial"/>
                <a:cs typeface="Arial"/>
              </a:defRPr>
            </a:lvl8pPr>
            <a:lvl9pPr algn="ctr">
              <a:defRPr sz="1125" b="1">
                <a:solidFill>
                  <a:srgbClr val="79B9E8"/>
                </a:solidFill>
                <a:latin typeface="Arial"/>
                <a:ea typeface="Arial"/>
                <a:cs typeface="Arial"/>
              </a:defRPr>
            </a:lvl9pPr>
          </a:lstStyle>
          <a:p xmlns:a="http://schemas.openxmlformats.org/drawingml/2006/main">
            <a:pPr algn="ctr">
              <a:defRPr sz="1125" b="1">
                <a:solidFill>
                  <a:srgbClr val="79B9E8"/>
                </a:solidFill>
                <a:latin typeface="Arial"/>
                <a:ea typeface="Arial"/>
                <a:cs typeface="Arial"/>
              </a:defRPr>
            </a:pPr>
            <a:r>
              <a:rPr sz="1125" b="1">
                <a:solidFill>
                  <a:srgbClr val="79B9E8"/>
                </a:solidFill>
                <a:latin typeface="Arial"/>
                <a:ea typeface="Arial"/>
                <a:cs typeface="Arial"/>
              </a:rPr>
              <a:t>Whitelist evidence</a:t>
            </a:r>
          </a:p>
        </p:txBody>
      </p:sp>
      <p:sp>
        <p:nvSpPr>
          <p:cNvPr id="40" name="">
            <a:extLst xmlns:a="http://schemas.openxmlformats.org/drawingml/2006/main">
              <a:ext uri="{FF2B5EF4-FFF2-40B4-BE49-F238E27FC236}">
                <a16:creationId xmlns:a16="http://schemas.microsoft.com/office/drawing/2014/main" id="{709DF74C-6627-41FA-B12F-88CC6CD8F4C9}"/>
              </a:ext>
            </a:extLst>
          </p:cNvPr>
          <p:cNvSpPr>
            <a:spLocks xmlns:a="http://schemas.openxmlformats.org/drawingml/2006/main" noGrp="1"/>
          </p:cNvSpPr>
          <p:nvPr/>
        </p:nvSpPr>
        <p:spPr>
          <a:xfrm xmlns:a="http://schemas.openxmlformats.org/drawingml/2006/main">
            <a:off x="3067050" y="4724400"/>
            <a:ext cx="1676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38" b="0">
                <a:solidFill>
                  <a:srgbClr val="9AAFC2"/>
                </a:solidFill>
                <a:latin typeface="Arial"/>
                <a:ea typeface="Arial"/>
                <a:cs typeface="Arial"/>
              </a:defRPr>
            </a:defPPr>
            <a:lvl1pPr algn="ctr">
              <a:defRPr sz="938" b="0">
                <a:solidFill>
                  <a:srgbClr val="9AAFC2"/>
                </a:solidFill>
                <a:latin typeface="Arial"/>
                <a:ea typeface="Arial"/>
                <a:cs typeface="Arial"/>
              </a:defRPr>
            </a:lvl1pPr>
            <a:lvl2pPr algn="ctr">
              <a:defRPr sz="938" b="0">
                <a:solidFill>
                  <a:srgbClr val="9AAFC2"/>
                </a:solidFill>
                <a:latin typeface="Arial"/>
                <a:ea typeface="Arial"/>
                <a:cs typeface="Arial"/>
              </a:defRPr>
            </a:lvl2pPr>
            <a:lvl3pPr algn="ctr">
              <a:defRPr sz="938" b="0">
                <a:solidFill>
                  <a:srgbClr val="9AAFC2"/>
                </a:solidFill>
                <a:latin typeface="Arial"/>
                <a:ea typeface="Arial"/>
                <a:cs typeface="Arial"/>
              </a:defRPr>
            </a:lvl3pPr>
            <a:lvl4pPr algn="ctr">
              <a:defRPr sz="938" b="0">
                <a:solidFill>
                  <a:srgbClr val="9AAFC2"/>
                </a:solidFill>
                <a:latin typeface="Arial"/>
                <a:ea typeface="Arial"/>
                <a:cs typeface="Arial"/>
              </a:defRPr>
            </a:lvl4pPr>
            <a:lvl5pPr algn="ctr">
              <a:defRPr sz="938" b="0">
                <a:solidFill>
                  <a:srgbClr val="9AAFC2"/>
                </a:solidFill>
                <a:latin typeface="Arial"/>
                <a:ea typeface="Arial"/>
                <a:cs typeface="Arial"/>
              </a:defRPr>
            </a:lvl5pPr>
            <a:lvl6pPr algn="ctr">
              <a:defRPr sz="938" b="0">
                <a:solidFill>
                  <a:srgbClr val="9AAFC2"/>
                </a:solidFill>
                <a:latin typeface="Arial"/>
                <a:ea typeface="Arial"/>
                <a:cs typeface="Arial"/>
              </a:defRPr>
            </a:lvl6pPr>
            <a:lvl7pPr algn="ctr">
              <a:defRPr sz="938" b="0">
                <a:solidFill>
                  <a:srgbClr val="9AAFC2"/>
                </a:solidFill>
                <a:latin typeface="Arial"/>
                <a:ea typeface="Arial"/>
                <a:cs typeface="Arial"/>
              </a:defRPr>
            </a:lvl7pPr>
            <a:lvl8pPr algn="ctr">
              <a:defRPr sz="938" b="0">
                <a:solidFill>
                  <a:srgbClr val="9AAFC2"/>
                </a:solidFill>
                <a:latin typeface="Arial"/>
                <a:ea typeface="Arial"/>
                <a:cs typeface="Arial"/>
              </a:defRPr>
            </a:lvl8pPr>
            <a:lvl9pPr algn="ctr">
              <a:defRPr sz="938" b="0">
                <a:solidFill>
                  <a:srgbClr val="9AAFC2"/>
                </a:solidFill>
                <a:latin typeface="Arial"/>
                <a:ea typeface="Arial"/>
                <a:cs typeface="Arial"/>
              </a:defRPr>
            </a:lvl9pPr>
          </a:lstStyle>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Finding IDs, accounts,</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transactions, times</a:t>
            </a:r>
          </a:p>
        </p:txBody>
      </p:sp>
      <p:sp>
        <p:nvSpPr>
          <p:cNvPr id="41" name="llm-local-model">
            <a:extLst xmlns:a="http://schemas.openxmlformats.org/drawingml/2006/main">
              <a:ext uri="{FF2B5EF4-FFF2-40B4-BE49-F238E27FC236}">
                <a16:creationId xmlns:a16="http://schemas.microsoft.com/office/drawing/2014/main" id="{4BBE0480-FD3A-4F13-838F-CDEA6A931B70}"/>
              </a:ext>
            </a:extLst>
          </p:cNvPr>
          <p:cNvSpPr>
            <a:spLocks xmlns:a="http://schemas.openxmlformats.org/drawingml/2006/main" noGrp="1"/>
          </p:cNvSpPr>
          <p:nvPr/>
        </p:nvSpPr>
        <p:spPr>
          <a:xfrm xmlns:a="http://schemas.openxmlformats.org/drawingml/2006/main">
            <a:off x="5143500" y="4324350"/>
            <a:ext cx="1905000" cy="933450"/>
          </a:xfrm>
          <a:prstGeom xmlns:a="http://schemas.openxmlformats.org/drawingml/2006/main" prst="roundRect">
            <a:avLst>
              <a:gd name="adj" fmla="val 10204"/>
            </a:avLst>
          </a:prstGeom>
          <a:solidFill xmlns:a="http://schemas.openxmlformats.org/drawingml/2006/main">
            <a:srgbClr val="0D1A2B"/>
          </a:solidFill>
          <a:ln xmlns:a="http://schemas.openxmlformats.org/drawingml/2006/main" w="12383">
            <a:solidFill>
              <a:srgbClr val="79B9E8"/>
            </a:solidFill>
            <a:prstDash val="solid"/>
          </a:ln>
        </p:spPr>
      </p:sp>
      <p:sp>
        <p:nvSpPr>
          <p:cNvPr id="42" name="">
            <a:extLst xmlns:a="http://schemas.openxmlformats.org/drawingml/2006/main">
              <a:ext uri="{FF2B5EF4-FFF2-40B4-BE49-F238E27FC236}">
                <a16:creationId xmlns:a16="http://schemas.microsoft.com/office/drawing/2014/main" id="{8F38BCD6-8906-4F18-8F99-9DF765DF7E5C}"/>
              </a:ext>
            </a:extLst>
          </p:cNvPr>
          <p:cNvSpPr>
            <a:spLocks xmlns:a="http://schemas.openxmlformats.org/drawingml/2006/main" noGrp="1"/>
          </p:cNvSpPr>
          <p:nvPr/>
        </p:nvSpPr>
        <p:spPr>
          <a:xfrm xmlns:a="http://schemas.openxmlformats.org/drawingml/2006/main">
            <a:off x="5248275" y="442912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79B9E8"/>
                </a:solidFill>
                <a:latin typeface="Arial"/>
                <a:ea typeface="Arial"/>
                <a:cs typeface="Arial"/>
              </a:defRPr>
            </a:defPPr>
            <a:lvl1pPr algn="ctr">
              <a:defRPr sz="1125" b="1">
                <a:solidFill>
                  <a:srgbClr val="79B9E8"/>
                </a:solidFill>
                <a:latin typeface="Arial"/>
                <a:ea typeface="Arial"/>
                <a:cs typeface="Arial"/>
              </a:defRPr>
            </a:lvl1pPr>
            <a:lvl2pPr algn="ctr">
              <a:defRPr sz="1125" b="1">
                <a:solidFill>
                  <a:srgbClr val="79B9E8"/>
                </a:solidFill>
                <a:latin typeface="Arial"/>
                <a:ea typeface="Arial"/>
                <a:cs typeface="Arial"/>
              </a:defRPr>
            </a:lvl2pPr>
            <a:lvl3pPr algn="ctr">
              <a:defRPr sz="1125" b="1">
                <a:solidFill>
                  <a:srgbClr val="79B9E8"/>
                </a:solidFill>
                <a:latin typeface="Arial"/>
                <a:ea typeface="Arial"/>
                <a:cs typeface="Arial"/>
              </a:defRPr>
            </a:lvl3pPr>
            <a:lvl4pPr algn="ctr">
              <a:defRPr sz="1125" b="1">
                <a:solidFill>
                  <a:srgbClr val="79B9E8"/>
                </a:solidFill>
                <a:latin typeface="Arial"/>
                <a:ea typeface="Arial"/>
                <a:cs typeface="Arial"/>
              </a:defRPr>
            </a:lvl4pPr>
            <a:lvl5pPr algn="ctr">
              <a:defRPr sz="1125" b="1">
                <a:solidFill>
                  <a:srgbClr val="79B9E8"/>
                </a:solidFill>
                <a:latin typeface="Arial"/>
                <a:ea typeface="Arial"/>
                <a:cs typeface="Arial"/>
              </a:defRPr>
            </a:lvl5pPr>
            <a:lvl6pPr algn="ctr">
              <a:defRPr sz="1125" b="1">
                <a:solidFill>
                  <a:srgbClr val="79B9E8"/>
                </a:solidFill>
                <a:latin typeface="Arial"/>
                <a:ea typeface="Arial"/>
                <a:cs typeface="Arial"/>
              </a:defRPr>
            </a:lvl6pPr>
            <a:lvl7pPr algn="ctr">
              <a:defRPr sz="1125" b="1">
                <a:solidFill>
                  <a:srgbClr val="79B9E8"/>
                </a:solidFill>
                <a:latin typeface="Arial"/>
                <a:ea typeface="Arial"/>
                <a:cs typeface="Arial"/>
              </a:defRPr>
            </a:lvl7pPr>
            <a:lvl8pPr algn="ctr">
              <a:defRPr sz="1125" b="1">
                <a:solidFill>
                  <a:srgbClr val="79B9E8"/>
                </a:solidFill>
                <a:latin typeface="Arial"/>
                <a:ea typeface="Arial"/>
                <a:cs typeface="Arial"/>
              </a:defRPr>
            </a:lvl8pPr>
            <a:lvl9pPr algn="ctr">
              <a:defRPr sz="1125" b="1">
                <a:solidFill>
                  <a:srgbClr val="79B9E8"/>
                </a:solidFill>
                <a:latin typeface="Arial"/>
                <a:ea typeface="Arial"/>
                <a:cs typeface="Arial"/>
              </a:defRPr>
            </a:lvl9pPr>
          </a:lstStyle>
          <a:p xmlns:a="http://schemas.openxmlformats.org/drawingml/2006/main">
            <a:pPr algn="ctr">
              <a:defRPr sz="1125" b="1">
                <a:solidFill>
                  <a:srgbClr val="79B9E8"/>
                </a:solidFill>
                <a:latin typeface="Arial"/>
                <a:ea typeface="Arial"/>
                <a:cs typeface="Arial"/>
              </a:defRPr>
            </a:pPr>
            <a:r>
              <a:rPr sz="1125" b="1">
                <a:solidFill>
                  <a:srgbClr val="79B9E8"/>
                </a:solidFill>
                <a:latin typeface="Arial"/>
                <a:ea typeface="Arial"/>
                <a:cs typeface="Arial"/>
              </a:rPr>
              <a:t>Local Ollama</a:t>
            </a:r>
          </a:p>
        </p:txBody>
      </p:sp>
      <p:sp>
        <p:nvSpPr>
          <p:cNvPr id="43" name="">
            <a:extLst xmlns:a="http://schemas.openxmlformats.org/drawingml/2006/main">
              <a:ext uri="{FF2B5EF4-FFF2-40B4-BE49-F238E27FC236}">
                <a16:creationId xmlns:a16="http://schemas.microsoft.com/office/drawing/2014/main" id="{7D98EA30-EF5C-4068-8295-82555B0B9254}"/>
              </a:ext>
            </a:extLst>
          </p:cNvPr>
          <p:cNvSpPr>
            <a:spLocks xmlns:a="http://schemas.openxmlformats.org/drawingml/2006/main" noGrp="1"/>
          </p:cNvSpPr>
          <p:nvPr/>
        </p:nvSpPr>
        <p:spPr>
          <a:xfrm xmlns:a="http://schemas.openxmlformats.org/drawingml/2006/main">
            <a:off x="5257800" y="4724400"/>
            <a:ext cx="1676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38" b="0">
                <a:solidFill>
                  <a:srgbClr val="9AAFC2"/>
                </a:solidFill>
                <a:latin typeface="Arial"/>
                <a:ea typeface="Arial"/>
                <a:cs typeface="Arial"/>
              </a:defRPr>
            </a:defPPr>
            <a:lvl1pPr algn="ctr">
              <a:defRPr sz="938" b="0">
                <a:solidFill>
                  <a:srgbClr val="9AAFC2"/>
                </a:solidFill>
                <a:latin typeface="Arial"/>
                <a:ea typeface="Arial"/>
                <a:cs typeface="Arial"/>
              </a:defRPr>
            </a:lvl1pPr>
            <a:lvl2pPr algn="ctr">
              <a:defRPr sz="938" b="0">
                <a:solidFill>
                  <a:srgbClr val="9AAFC2"/>
                </a:solidFill>
                <a:latin typeface="Arial"/>
                <a:ea typeface="Arial"/>
                <a:cs typeface="Arial"/>
              </a:defRPr>
            </a:lvl2pPr>
            <a:lvl3pPr algn="ctr">
              <a:defRPr sz="938" b="0">
                <a:solidFill>
                  <a:srgbClr val="9AAFC2"/>
                </a:solidFill>
                <a:latin typeface="Arial"/>
                <a:ea typeface="Arial"/>
                <a:cs typeface="Arial"/>
              </a:defRPr>
            </a:lvl3pPr>
            <a:lvl4pPr algn="ctr">
              <a:defRPr sz="938" b="0">
                <a:solidFill>
                  <a:srgbClr val="9AAFC2"/>
                </a:solidFill>
                <a:latin typeface="Arial"/>
                <a:ea typeface="Arial"/>
                <a:cs typeface="Arial"/>
              </a:defRPr>
            </a:lvl4pPr>
            <a:lvl5pPr algn="ctr">
              <a:defRPr sz="938" b="0">
                <a:solidFill>
                  <a:srgbClr val="9AAFC2"/>
                </a:solidFill>
                <a:latin typeface="Arial"/>
                <a:ea typeface="Arial"/>
                <a:cs typeface="Arial"/>
              </a:defRPr>
            </a:lvl5pPr>
            <a:lvl6pPr algn="ctr">
              <a:defRPr sz="938" b="0">
                <a:solidFill>
                  <a:srgbClr val="9AAFC2"/>
                </a:solidFill>
                <a:latin typeface="Arial"/>
                <a:ea typeface="Arial"/>
                <a:cs typeface="Arial"/>
              </a:defRPr>
            </a:lvl6pPr>
            <a:lvl7pPr algn="ctr">
              <a:defRPr sz="938" b="0">
                <a:solidFill>
                  <a:srgbClr val="9AAFC2"/>
                </a:solidFill>
                <a:latin typeface="Arial"/>
                <a:ea typeface="Arial"/>
                <a:cs typeface="Arial"/>
              </a:defRPr>
            </a:lvl7pPr>
            <a:lvl8pPr algn="ctr">
              <a:defRPr sz="938" b="0">
                <a:solidFill>
                  <a:srgbClr val="9AAFC2"/>
                </a:solidFill>
                <a:latin typeface="Arial"/>
                <a:ea typeface="Arial"/>
                <a:cs typeface="Arial"/>
              </a:defRPr>
            </a:lvl8pPr>
            <a:lvl9pPr algn="ctr">
              <a:defRPr sz="938" b="0">
                <a:solidFill>
                  <a:srgbClr val="9AAFC2"/>
                </a:solidFill>
                <a:latin typeface="Arial"/>
                <a:ea typeface="Arial"/>
                <a:cs typeface="Arial"/>
              </a:defRPr>
            </a:lvl9pPr>
          </a:lstStyle>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qwen2.5:3b</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localhost:11434</a:t>
            </a:r>
          </a:p>
        </p:txBody>
      </p:sp>
      <p:sp>
        <p:nvSpPr>
          <p:cNvPr id="44" name="llm-validation">
            <a:extLst xmlns:a="http://schemas.openxmlformats.org/drawingml/2006/main">
              <a:ext uri="{FF2B5EF4-FFF2-40B4-BE49-F238E27FC236}">
                <a16:creationId xmlns:a16="http://schemas.microsoft.com/office/drawing/2014/main" id="{6D16870B-49BD-4DBB-A2B7-9813FDAF348C}"/>
              </a:ext>
            </a:extLst>
          </p:cNvPr>
          <p:cNvSpPr>
            <a:spLocks xmlns:a="http://schemas.openxmlformats.org/drawingml/2006/main" noGrp="1"/>
          </p:cNvSpPr>
          <p:nvPr/>
        </p:nvSpPr>
        <p:spPr>
          <a:xfrm xmlns:a="http://schemas.openxmlformats.org/drawingml/2006/main">
            <a:off x="7334250" y="4324350"/>
            <a:ext cx="1905000" cy="933450"/>
          </a:xfrm>
          <a:prstGeom xmlns:a="http://schemas.openxmlformats.org/drawingml/2006/main" prst="roundRect">
            <a:avLst>
              <a:gd name="adj" fmla="val 10204"/>
            </a:avLst>
          </a:prstGeom>
          <a:solidFill xmlns:a="http://schemas.openxmlformats.org/drawingml/2006/main">
            <a:srgbClr val="0D1A2B"/>
          </a:solidFill>
          <a:ln xmlns:a="http://schemas.openxmlformats.org/drawingml/2006/main" w="12383">
            <a:solidFill>
              <a:srgbClr val="79B9E8"/>
            </a:solidFill>
            <a:prstDash val="solid"/>
          </a:ln>
        </p:spPr>
      </p:sp>
      <p:sp>
        <p:nvSpPr>
          <p:cNvPr id="45" name="">
            <a:extLst xmlns:a="http://schemas.openxmlformats.org/drawingml/2006/main">
              <a:ext uri="{FF2B5EF4-FFF2-40B4-BE49-F238E27FC236}">
                <a16:creationId xmlns:a16="http://schemas.microsoft.com/office/drawing/2014/main" id="{09E8E088-54F7-48A0-9246-4D3C035AD7AD}"/>
              </a:ext>
            </a:extLst>
          </p:cNvPr>
          <p:cNvSpPr>
            <a:spLocks xmlns:a="http://schemas.openxmlformats.org/drawingml/2006/main" noGrp="1"/>
          </p:cNvSpPr>
          <p:nvPr/>
        </p:nvSpPr>
        <p:spPr>
          <a:xfrm xmlns:a="http://schemas.openxmlformats.org/drawingml/2006/main">
            <a:off x="7439025" y="442912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79B9E8"/>
                </a:solidFill>
                <a:latin typeface="Arial"/>
                <a:ea typeface="Arial"/>
                <a:cs typeface="Arial"/>
              </a:defRPr>
            </a:defPPr>
            <a:lvl1pPr algn="ctr">
              <a:defRPr sz="1125" b="1">
                <a:solidFill>
                  <a:srgbClr val="79B9E8"/>
                </a:solidFill>
                <a:latin typeface="Arial"/>
                <a:ea typeface="Arial"/>
                <a:cs typeface="Arial"/>
              </a:defRPr>
            </a:lvl1pPr>
            <a:lvl2pPr algn="ctr">
              <a:defRPr sz="1125" b="1">
                <a:solidFill>
                  <a:srgbClr val="79B9E8"/>
                </a:solidFill>
                <a:latin typeface="Arial"/>
                <a:ea typeface="Arial"/>
                <a:cs typeface="Arial"/>
              </a:defRPr>
            </a:lvl2pPr>
            <a:lvl3pPr algn="ctr">
              <a:defRPr sz="1125" b="1">
                <a:solidFill>
                  <a:srgbClr val="79B9E8"/>
                </a:solidFill>
                <a:latin typeface="Arial"/>
                <a:ea typeface="Arial"/>
                <a:cs typeface="Arial"/>
              </a:defRPr>
            </a:lvl3pPr>
            <a:lvl4pPr algn="ctr">
              <a:defRPr sz="1125" b="1">
                <a:solidFill>
                  <a:srgbClr val="79B9E8"/>
                </a:solidFill>
                <a:latin typeface="Arial"/>
                <a:ea typeface="Arial"/>
                <a:cs typeface="Arial"/>
              </a:defRPr>
            </a:lvl4pPr>
            <a:lvl5pPr algn="ctr">
              <a:defRPr sz="1125" b="1">
                <a:solidFill>
                  <a:srgbClr val="79B9E8"/>
                </a:solidFill>
                <a:latin typeface="Arial"/>
                <a:ea typeface="Arial"/>
                <a:cs typeface="Arial"/>
              </a:defRPr>
            </a:lvl5pPr>
            <a:lvl6pPr algn="ctr">
              <a:defRPr sz="1125" b="1">
                <a:solidFill>
                  <a:srgbClr val="79B9E8"/>
                </a:solidFill>
                <a:latin typeface="Arial"/>
                <a:ea typeface="Arial"/>
                <a:cs typeface="Arial"/>
              </a:defRPr>
            </a:lvl6pPr>
            <a:lvl7pPr algn="ctr">
              <a:defRPr sz="1125" b="1">
                <a:solidFill>
                  <a:srgbClr val="79B9E8"/>
                </a:solidFill>
                <a:latin typeface="Arial"/>
                <a:ea typeface="Arial"/>
                <a:cs typeface="Arial"/>
              </a:defRPr>
            </a:lvl7pPr>
            <a:lvl8pPr algn="ctr">
              <a:defRPr sz="1125" b="1">
                <a:solidFill>
                  <a:srgbClr val="79B9E8"/>
                </a:solidFill>
                <a:latin typeface="Arial"/>
                <a:ea typeface="Arial"/>
                <a:cs typeface="Arial"/>
              </a:defRPr>
            </a:lvl8pPr>
            <a:lvl9pPr algn="ctr">
              <a:defRPr sz="1125" b="1">
                <a:solidFill>
                  <a:srgbClr val="79B9E8"/>
                </a:solidFill>
                <a:latin typeface="Arial"/>
                <a:ea typeface="Arial"/>
                <a:cs typeface="Arial"/>
              </a:defRPr>
            </a:lvl9pPr>
          </a:lstStyle>
          <a:p xmlns:a="http://schemas.openxmlformats.org/drawingml/2006/main">
            <a:pPr algn="ctr">
              <a:defRPr sz="1125" b="1">
                <a:solidFill>
                  <a:srgbClr val="79B9E8"/>
                </a:solidFill>
                <a:latin typeface="Arial"/>
                <a:ea typeface="Arial"/>
                <a:cs typeface="Arial"/>
              </a:defRPr>
            </a:pPr>
            <a:r>
              <a:rPr sz="1125" b="1">
                <a:solidFill>
                  <a:srgbClr val="79B9E8"/>
                </a:solidFill>
                <a:latin typeface="Arial"/>
                <a:ea typeface="Arial"/>
                <a:cs typeface="Arial"/>
              </a:rPr>
              <a:t>Check response</a:t>
            </a:r>
          </a:p>
        </p:txBody>
      </p:sp>
      <p:sp>
        <p:nvSpPr>
          <p:cNvPr id="46" name="">
            <a:extLst xmlns:a="http://schemas.openxmlformats.org/drawingml/2006/main">
              <a:ext uri="{FF2B5EF4-FFF2-40B4-BE49-F238E27FC236}">
                <a16:creationId xmlns:a16="http://schemas.microsoft.com/office/drawing/2014/main" id="{ADEC0FBC-D25B-4519-B8D0-BD1844E8744C}"/>
              </a:ext>
            </a:extLst>
          </p:cNvPr>
          <p:cNvSpPr>
            <a:spLocks xmlns:a="http://schemas.openxmlformats.org/drawingml/2006/main" noGrp="1"/>
          </p:cNvSpPr>
          <p:nvPr/>
        </p:nvSpPr>
        <p:spPr>
          <a:xfrm xmlns:a="http://schemas.openxmlformats.org/drawingml/2006/main">
            <a:off x="7448550" y="4724400"/>
            <a:ext cx="1676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38" b="0">
                <a:solidFill>
                  <a:srgbClr val="9AAFC2"/>
                </a:solidFill>
                <a:latin typeface="Arial"/>
                <a:ea typeface="Arial"/>
                <a:cs typeface="Arial"/>
              </a:defRPr>
            </a:defPPr>
            <a:lvl1pPr algn="ctr">
              <a:defRPr sz="938" b="0">
                <a:solidFill>
                  <a:srgbClr val="9AAFC2"/>
                </a:solidFill>
                <a:latin typeface="Arial"/>
                <a:ea typeface="Arial"/>
                <a:cs typeface="Arial"/>
              </a:defRPr>
            </a:lvl1pPr>
            <a:lvl2pPr algn="ctr">
              <a:defRPr sz="938" b="0">
                <a:solidFill>
                  <a:srgbClr val="9AAFC2"/>
                </a:solidFill>
                <a:latin typeface="Arial"/>
                <a:ea typeface="Arial"/>
                <a:cs typeface="Arial"/>
              </a:defRPr>
            </a:lvl2pPr>
            <a:lvl3pPr algn="ctr">
              <a:defRPr sz="938" b="0">
                <a:solidFill>
                  <a:srgbClr val="9AAFC2"/>
                </a:solidFill>
                <a:latin typeface="Arial"/>
                <a:ea typeface="Arial"/>
                <a:cs typeface="Arial"/>
              </a:defRPr>
            </a:lvl3pPr>
            <a:lvl4pPr algn="ctr">
              <a:defRPr sz="938" b="0">
                <a:solidFill>
                  <a:srgbClr val="9AAFC2"/>
                </a:solidFill>
                <a:latin typeface="Arial"/>
                <a:ea typeface="Arial"/>
                <a:cs typeface="Arial"/>
              </a:defRPr>
            </a:lvl4pPr>
            <a:lvl5pPr algn="ctr">
              <a:defRPr sz="938" b="0">
                <a:solidFill>
                  <a:srgbClr val="9AAFC2"/>
                </a:solidFill>
                <a:latin typeface="Arial"/>
                <a:ea typeface="Arial"/>
                <a:cs typeface="Arial"/>
              </a:defRPr>
            </a:lvl5pPr>
            <a:lvl6pPr algn="ctr">
              <a:defRPr sz="938" b="0">
                <a:solidFill>
                  <a:srgbClr val="9AAFC2"/>
                </a:solidFill>
                <a:latin typeface="Arial"/>
                <a:ea typeface="Arial"/>
                <a:cs typeface="Arial"/>
              </a:defRPr>
            </a:lvl6pPr>
            <a:lvl7pPr algn="ctr">
              <a:defRPr sz="938" b="0">
                <a:solidFill>
                  <a:srgbClr val="9AAFC2"/>
                </a:solidFill>
                <a:latin typeface="Arial"/>
                <a:ea typeface="Arial"/>
                <a:cs typeface="Arial"/>
              </a:defRPr>
            </a:lvl7pPr>
            <a:lvl8pPr algn="ctr">
              <a:defRPr sz="938" b="0">
                <a:solidFill>
                  <a:srgbClr val="9AAFC2"/>
                </a:solidFill>
                <a:latin typeface="Arial"/>
                <a:ea typeface="Arial"/>
                <a:cs typeface="Arial"/>
              </a:defRPr>
            </a:lvl8pPr>
            <a:lvl9pPr algn="ctr">
              <a:defRPr sz="938" b="0">
                <a:solidFill>
                  <a:srgbClr val="9AAFC2"/>
                </a:solidFill>
                <a:latin typeface="Arial"/>
                <a:ea typeface="Arial"/>
                <a:cs typeface="Arial"/>
              </a:defRPr>
            </a:lvl9pPr>
          </a:lstStyle>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Validate output or use</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deterministic fallback</a:t>
            </a:r>
          </a:p>
        </p:txBody>
      </p:sp>
      <p:sp>
        <p:nvSpPr>
          <p:cNvPr id="47" name="llm-display">
            <a:extLst xmlns:a="http://schemas.openxmlformats.org/drawingml/2006/main">
              <a:ext uri="{FF2B5EF4-FFF2-40B4-BE49-F238E27FC236}">
                <a16:creationId xmlns:a16="http://schemas.microsoft.com/office/drawing/2014/main" id="{A7DE431A-8E57-4678-99F2-10F1A61FFB32}"/>
              </a:ext>
            </a:extLst>
          </p:cNvPr>
          <p:cNvSpPr>
            <a:spLocks xmlns:a="http://schemas.openxmlformats.org/drawingml/2006/main" noGrp="1"/>
          </p:cNvSpPr>
          <p:nvPr/>
        </p:nvSpPr>
        <p:spPr>
          <a:xfrm xmlns:a="http://schemas.openxmlformats.org/drawingml/2006/main">
            <a:off x="9525000" y="4324350"/>
            <a:ext cx="1905000" cy="933450"/>
          </a:xfrm>
          <a:prstGeom xmlns:a="http://schemas.openxmlformats.org/drawingml/2006/main" prst="roundRect">
            <a:avLst>
              <a:gd name="adj" fmla="val 10204"/>
            </a:avLst>
          </a:prstGeom>
          <a:solidFill xmlns:a="http://schemas.openxmlformats.org/drawingml/2006/main">
            <a:srgbClr val="0D1A2B"/>
          </a:solidFill>
          <a:ln xmlns:a="http://schemas.openxmlformats.org/drawingml/2006/main" w="12383">
            <a:solidFill>
              <a:srgbClr val="79B9E8"/>
            </a:solidFill>
            <a:prstDash val="solid"/>
          </a:ln>
        </p:spPr>
      </p:sp>
      <p:sp>
        <p:nvSpPr>
          <p:cNvPr id="48" name="">
            <a:extLst xmlns:a="http://schemas.openxmlformats.org/drawingml/2006/main">
              <a:ext uri="{FF2B5EF4-FFF2-40B4-BE49-F238E27FC236}">
                <a16:creationId xmlns:a16="http://schemas.microsoft.com/office/drawing/2014/main" id="{948C8445-33AA-446C-B650-8AAE09F3297D}"/>
              </a:ext>
            </a:extLst>
          </p:cNvPr>
          <p:cNvSpPr>
            <a:spLocks xmlns:a="http://schemas.openxmlformats.org/drawingml/2006/main" noGrp="1"/>
          </p:cNvSpPr>
          <p:nvPr/>
        </p:nvSpPr>
        <p:spPr>
          <a:xfrm xmlns:a="http://schemas.openxmlformats.org/drawingml/2006/main">
            <a:off x="9629775" y="442912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79B9E8"/>
                </a:solidFill>
                <a:latin typeface="Arial"/>
                <a:ea typeface="Arial"/>
                <a:cs typeface="Arial"/>
              </a:defRPr>
            </a:defPPr>
            <a:lvl1pPr algn="ctr">
              <a:defRPr sz="1125" b="1">
                <a:solidFill>
                  <a:srgbClr val="79B9E8"/>
                </a:solidFill>
                <a:latin typeface="Arial"/>
                <a:ea typeface="Arial"/>
                <a:cs typeface="Arial"/>
              </a:defRPr>
            </a:lvl1pPr>
            <a:lvl2pPr algn="ctr">
              <a:defRPr sz="1125" b="1">
                <a:solidFill>
                  <a:srgbClr val="79B9E8"/>
                </a:solidFill>
                <a:latin typeface="Arial"/>
                <a:ea typeface="Arial"/>
                <a:cs typeface="Arial"/>
              </a:defRPr>
            </a:lvl2pPr>
            <a:lvl3pPr algn="ctr">
              <a:defRPr sz="1125" b="1">
                <a:solidFill>
                  <a:srgbClr val="79B9E8"/>
                </a:solidFill>
                <a:latin typeface="Arial"/>
                <a:ea typeface="Arial"/>
                <a:cs typeface="Arial"/>
              </a:defRPr>
            </a:lvl3pPr>
            <a:lvl4pPr algn="ctr">
              <a:defRPr sz="1125" b="1">
                <a:solidFill>
                  <a:srgbClr val="79B9E8"/>
                </a:solidFill>
                <a:latin typeface="Arial"/>
                <a:ea typeface="Arial"/>
                <a:cs typeface="Arial"/>
              </a:defRPr>
            </a:lvl4pPr>
            <a:lvl5pPr algn="ctr">
              <a:defRPr sz="1125" b="1">
                <a:solidFill>
                  <a:srgbClr val="79B9E8"/>
                </a:solidFill>
                <a:latin typeface="Arial"/>
                <a:ea typeface="Arial"/>
                <a:cs typeface="Arial"/>
              </a:defRPr>
            </a:lvl5pPr>
            <a:lvl6pPr algn="ctr">
              <a:defRPr sz="1125" b="1">
                <a:solidFill>
                  <a:srgbClr val="79B9E8"/>
                </a:solidFill>
                <a:latin typeface="Arial"/>
                <a:ea typeface="Arial"/>
                <a:cs typeface="Arial"/>
              </a:defRPr>
            </a:lvl6pPr>
            <a:lvl7pPr algn="ctr">
              <a:defRPr sz="1125" b="1">
                <a:solidFill>
                  <a:srgbClr val="79B9E8"/>
                </a:solidFill>
                <a:latin typeface="Arial"/>
                <a:ea typeface="Arial"/>
                <a:cs typeface="Arial"/>
              </a:defRPr>
            </a:lvl7pPr>
            <a:lvl8pPr algn="ctr">
              <a:defRPr sz="1125" b="1">
                <a:solidFill>
                  <a:srgbClr val="79B9E8"/>
                </a:solidFill>
                <a:latin typeface="Arial"/>
                <a:ea typeface="Arial"/>
                <a:cs typeface="Arial"/>
              </a:defRPr>
            </a:lvl8pPr>
            <a:lvl9pPr algn="ctr">
              <a:defRPr sz="1125" b="1">
                <a:solidFill>
                  <a:srgbClr val="79B9E8"/>
                </a:solidFill>
                <a:latin typeface="Arial"/>
                <a:ea typeface="Arial"/>
                <a:cs typeface="Arial"/>
              </a:defRPr>
            </a:lvl9pPr>
          </a:lstStyle>
          <a:p xmlns:a="http://schemas.openxmlformats.org/drawingml/2006/main">
            <a:pPr algn="ctr">
              <a:defRPr sz="1125" b="1">
                <a:solidFill>
                  <a:srgbClr val="79B9E8"/>
                </a:solidFill>
                <a:latin typeface="Arial"/>
                <a:ea typeface="Arial"/>
                <a:cs typeface="Arial"/>
              </a:defRPr>
            </a:pPr>
            <a:r>
              <a:rPr sz="1125" b="1">
                <a:solidFill>
                  <a:srgbClr val="79B9E8"/>
                </a:solidFill>
                <a:latin typeface="Arial"/>
                <a:ea typeface="Arial"/>
                <a:cs typeface="Arial"/>
              </a:rPr>
              <a:t>Show explanation</a:t>
            </a:r>
          </a:p>
        </p:txBody>
      </p:sp>
      <p:sp>
        <p:nvSpPr>
          <p:cNvPr id="49" name="">
            <a:extLst xmlns:a="http://schemas.openxmlformats.org/drawingml/2006/main">
              <a:ext uri="{FF2B5EF4-FFF2-40B4-BE49-F238E27FC236}">
                <a16:creationId xmlns:a16="http://schemas.microsoft.com/office/drawing/2014/main" id="{18C8BD2F-CAAE-4F68-B2B4-2AD330F9AF2F}"/>
              </a:ext>
            </a:extLst>
          </p:cNvPr>
          <p:cNvSpPr>
            <a:spLocks xmlns:a="http://schemas.openxmlformats.org/drawingml/2006/main" noGrp="1"/>
          </p:cNvSpPr>
          <p:nvPr/>
        </p:nvSpPr>
        <p:spPr>
          <a:xfrm xmlns:a="http://schemas.openxmlformats.org/drawingml/2006/main">
            <a:off x="9639300" y="4724400"/>
            <a:ext cx="1676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38" b="0">
                <a:solidFill>
                  <a:srgbClr val="9AAFC2"/>
                </a:solidFill>
                <a:latin typeface="Arial"/>
                <a:ea typeface="Arial"/>
                <a:cs typeface="Arial"/>
              </a:defRPr>
            </a:defPPr>
            <a:lvl1pPr algn="ctr">
              <a:defRPr sz="938" b="0">
                <a:solidFill>
                  <a:srgbClr val="9AAFC2"/>
                </a:solidFill>
                <a:latin typeface="Arial"/>
                <a:ea typeface="Arial"/>
                <a:cs typeface="Arial"/>
              </a:defRPr>
            </a:lvl1pPr>
            <a:lvl2pPr algn="ctr">
              <a:defRPr sz="938" b="0">
                <a:solidFill>
                  <a:srgbClr val="9AAFC2"/>
                </a:solidFill>
                <a:latin typeface="Arial"/>
                <a:ea typeface="Arial"/>
                <a:cs typeface="Arial"/>
              </a:defRPr>
            </a:lvl2pPr>
            <a:lvl3pPr algn="ctr">
              <a:defRPr sz="938" b="0">
                <a:solidFill>
                  <a:srgbClr val="9AAFC2"/>
                </a:solidFill>
                <a:latin typeface="Arial"/>
                <a:ea typeface="Arial"/>
                <a:cs typeface="Arial"/>
              </a:defRPr>
            </a:lvl3pPr>
            <a:lvl4pPr algn="ctr">
              <a:defRPr sz="938" b="0">
                <a:solidFill>
                  <a:srgbClr val="9AAFC2"/>
                </a:solidFill>
                <a:latin typeface="Arial"/>
                <a:ea typeface="Arial"/>
                <a:cs typeface="Arial"/>
              </a:defRPr>
            </a:lvl4pPr>
            <a:lvl5pPr algn="ctr">
              <a:defRPr sz="938" b="0">
                <a:solidFill>
                  <a:srgbClr val="9AAFC2"/>
                </a:solidFill>
                <a:latin typeface="Arial"/>
                <a:ea typeface="Arial"/>
                <a:cs typeface="Arial"/>
              </a:defRPr>
            </a:lvl5pPr>
            <a:lvl6pPr algn="ctr">
              <a:defRPr sz="938" b="0">
                <a:solidFill>
                  <a:srgbClr val="9AAFC2"/>
                </a:solidFill>
                <a:latin typeface="Arial"/>
                <a:ea typeface="Arial"/>
                <a:cs typeface="Arial"/>
              </a:defRPr>
            </a:lvl6pPr>
            <a:lvl7pPr algn="ctr">
              <a:defRPr sz="938" b="0">
                <a:solidFill>
                  <a:srgbClr val="9AAFC2"/>
                </a:solidFill>
                <a:latin typeface="Arial"/>
                <a:ea typeface="Arial"/>
                <a:cs typeface="Arial"/>
              </a:defRPr>
            </a:lvl7pPr>
            <a:lvl8pPr algn="ctr">
              <a:defRPr sz="938" b="0">
                <a:solidFill>
                  <a:srgbClr val="9AAFC2"/>
                </a:solidFill>
                <a:latin typeface="Arial"/>
                <a:ea typeface="Arial"/>
                <a:cs typeface="Arial"/>
              </a:defRPr>
            </a:lvl8pPr>
            <a:lvl9pPr algn="ctr">
              <a:defRPr sz="938" b="0">
                <a:solidFill>
                  <a:srgbClr val="9AAFC2"/>
                </a:solidFill>
                <a:latin typeface="Arial"/>
                <a:ea typeface="Arial"/>
                <a:cs typeface="Arial"/>
              </a:defRPr>
            </a:lvl9pPr>
          </a:lstStyle>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Prose beside the same</a:t>
            </a:r>
          </a:p>
          <a:p xmlns:a="http://schemas.openxmlformats.org/drawingml/2006/main">
            <a:pPr algn="ctr">
              <a:defRPr sz="938" b="0">
                <a:solidFill>
                  <a:srgbClr val="9AAFC2"/>
                </a:solidFill>
                <a:latin typeface="Arial"/>
                <a:ea typeface="Arial"/>
                <a:cs typeface="Arial"/>
              </a:defRPr>
            </a:pPr>
            <a:r>
              <a:rPr sz="938" b="0">
                <a:solidFill>
                  <a:srgbClr val="9AAFC2"/>
                </a:solidFill>
                <a:latin typeface="Arial"/>
                <a:ea typeface="Arial"/>
                <a:cs typeface="Arial"/>
              </a:rPr>
              <a:t>selected finding</a:t>
            </a:r>
          </a:p>
        </p:txBody>
      </p:sp>
      <p:sp>
        <p:nvSpPr>
          <p:cNvPr id="54" name="">
            <a:extLst xmlns:a="http://schemas.openxmlformats.org/drawingml/2006/main">
              <a:ext uri="{FF2B5EF4-FFF2-40B4-BE49-F238E27FC236}">
                <a16:creationId xmlns:a16="http://schemas.microsoft.com/office/drawing/2014/main" id="{53088E38-EE04-415D-B3D8-90728799A812}"/>
              </a:ext>
            </a:extLst>
          </p:cNvPr>
          <p:cNvSpPr>
            <a:spLocks xmlns:a="http://schemas.openxmlformats.org/drawingml/2006/main" noGrp="1"/>
          </p:cNvSpPr>
          <p:nvPr/>
        </p:nvSpPr>
        <p:spPr>
          <a:xfrm xmlns:a="http://schemas.openxmlformats.org/drawingml/2006/main">
            <a:off x="742950" y="5391150"/>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79B9E8"/>
                </a:solidFill>
                <a:latin typeface="Arial"/>
                <a:ea typeface="Arial"/>
                <a:cs typeface="Arial"/>
              </a:defRPr>
            </a:defPPr>
            <a:lvl1pPr algn="ctr">
              <a:defRPr sz="1050" b="0">
                <a:solidFill>
                  <a:srgbClr val="79B9E8"/>
                </a:solidFill>
                <a:latin typeface="Arial"/>
                <a:ea typeface="Arial"/>
                <a:cs typeface="Arial"/>
              </a:defRPr>
            </a:lvl1pPr>
            <a:lvl2pPr algn="ctr">
              <a:defRPr sz="1050" b="0">
                <a:solidFill>
                  <a:srgbClr val="79B9E8"/>
                </a:solidFill>
                <a:latin typeface="Arial"/>
                <a:ea typeface="Arial"/>
                <a:cs typeface="Arial"/>
              </a:defRPr>
            </a:lvl2pPr>
            <a:lvl3pPr algn="ctr">
              <a:defRPr sz="1050" b="0">
                <a:solidFill>
                  <a:srgbClr val="79B9E8"/>
                </a:solidFill>
                <a:latin typeface="Arial"/>
                <a:ea typeface="Arial"/>
                <a:cs typeface="Arial"/>
              </a:defRPr>
            </a:lvl3pPr>
            <a:lvl4pPr algn="ctr">
              <a:defRPr sz="1050" b="0">
                <a:solidFill>
                  <a:srgbClr val="79B9E8"/>
                </a:solidFill>
                <a:latin typeface="Arial"/>
                <a:ea typeface="Arial"/>
                <a:cs typeface="Arial"/>
              </a:defRPr>
            </a:lvl4pPr>
            <a:lvl5pPr algn="ctr">
              <a:defRPr sz="1050" b="0">
                <a:solidFill>
                  <a:srgbClr val="79B9E8"/>
                </a:solidFill>
                <a:latin typeface="Arial"/>
                <a:ea typeface="Arial"/>
                <a:cs typeface="Arial"/>
              </a:defRPr>
            </a:lvl5pPr>
            <a:lvl6pPr algn="ctr">
              <a:defRPr sz="1050" b="0">
                <a:solidFill>
                  <a:srgbClr val="79B9E8"/>
                </a:solidFill>
                <a:latin typeface="Arial"/>
                <a:ea typeface="Arial"/>
                <a:cs typeface="Arial"/>
              </a:defRPr>
            </a:lvl6pPr>
            <a:lvl7pPr algn="ctr">
              <a:defRPr sz="1050" b="0">
                <a:solidFill>
                  <a:srgbClr val="79B9E8"/>
                </a:solidFill>
                <a:latin typeface="Arial"/>
                <a:ea typeface="Arial"/>
                <a:cs typeface="Arial"/>
              </a:defRPr>
            </a:lvl7pPr>
            <a:lvl8pPr algn="ctr">
              <a:defRPr sz="1050" b="0">
                <a:solidFill>
                  <a:srgbClr val="79B9E8"/>
                </a:solidFill>
                <a:latin typeface="Arial"/>
                <a:ea typeface="Arial"/>
                <a:cs typeface="Arial"/>
              </a:defRPr>
            </a:lvl8pPr>
            <a:lvl9pPr algn="ctr">
              <a:defRPr sz="1050" b="0">
                <a:solidFill>
                  <a:srgbClr val="79B9E8"/>
                </a:solidFill>
                <a:latin typeface="Arial"/>
                <a:ea typeface="Arial"/>
                <a:cs typeface="Arial"/>
              </a:defRPr>
            </a:lvl9pPr>
          </a:lstStyle>
          <a:p xmlns:a="http://schemas.openxmlformats.org/drawingml/2006/main">
            <a:pPr algn="ctr">
              <a:defRPr sz="1050" b="0">
                <a:solidFill>
                  <a:srgbClr val="79B9E8"/>
                </a:solidFill>
                <a:latin typeface="Arial"/>
                <a:ea typeface="Arial"/>
                <a:cs typeface="Arial"/>
              </a:defRPr>
            </a:pPr>
            <a:r>
              <a:rPr sz="1050" b="0">
                <a:solidFill>
                  <a:srgbClr val="79B9E8"/>
                </a:solidFill>
                <a:latin typeface="Arial"/>
                <a:ea typeface="Arial"/>
                <a:cs typeface="Arial"/>
              </a:rPr>
              <a:t>Only selected-finding whitelisted evidence is sent. No full CSV or unrelated history. Model text cannot change findings or rule outputs.</a:t>
            </a:r>
          </a:p>
        </p:txBody>
      </p:sp>
      <p:sp>
        <p:nvSpPr>
          <p:cNvPr id="55" name="">
            <a:extLst xmlns:a="http://schemas.openxmlformats.org/drawingml/2006/main">
              <a:ext uri="{FF2B5EF4-FFF2-40B4-BE49-F238E27FC236}">
                <a16:creationId xmlns:a16="http://schemas.microsoft.com/office/drawing/2014/main" id="{528C948B-EF44-4E9A-8646-E6EDD451BF01}"/>
              </a:ext>
            </a:extLst>
          </p:cNvPr>
          <p:cNvSpPr>
            <a:spLocks xmlns:a="http://schemas.openxmlformats.org/drawingml/2006/main" noGrp="1"/>
          </p:cNvSpPr>
          <p:nvPr/>
        </p:nvSpPr>
        <p:spPr>
          <a:xfrm xmlns:a="http://schemas.openxmlformats.org/drawingml/2006/main">
            <a:off x="590550" y="6429375"/>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9AAFC2"/>
                </a:solidFill>
                <a:latin typeface="Arial"/>
                <a:ea typeface="Arial"/>
                <a:cs typeface="Arial"/>
              </a:defRPr>
            </a:defPPr>
            <a:lvl1pPr algn="l">
              <a:defRPr sz="975" b="0">
                <a:solidFill>
                  <a:srgbClr val="9AAFC2"/>
                </a:solidFill>
                <a:latin typeface="Arial"/>
                <a:ea typeface="Arial"/>
                <a:cs typeface="Arial"/>
              </a:defRPr>
            </a:lvl1pPr>
            <a:lvl2pPr algn="l">
              <a:defRPr sz="975" b="0">
                <a:solidFill>
                  <a:srgbClr val="9AAFC2"/>
                </a:solidFill>
                <a:latin typeface="Arial"/>
                <a:ea typeface="Arial"/>
                <a:cs typeface="Arial"/>
              </a:defRPr>
            </a:lvl2pPr>
            <a:lvl3pPr algn="l">
              <a:defRPr sz="975" b="0">
                <a:solidFill>
                  <a:srgbClr val="9AAFC2"/>
                </a:solidFill>
                <a:latin typeface="Arial"/>
                <a:ea typeface="Arial"/>
                <a:cs typeface="Arial"/>
              </a:defRPr>
            </a:lvl3pPr>
            <a:lvl4pPr algn="l">
              <a:defRPr sz="975" b="0">
                <a:solidFill>
                  <a:srgbClr val="9AAFC2"/>
                </a:solidFill>
                <a:latin typeface="Arial"/>
                <a:ea typeface="Arial"/>
                <a:cs typeface="Arial"/>
              </a:defRPr>
            </a:lvl4pPr>
            <a:lvl5pPr algn="l">
              <a:defRPr sz="975" b="0">
                <a:solidFill>
                  <a:srgbClr val="9AAFC2"/>
                </a:solidFill>
                <a:latin typeface="Arial"/>
                <a:ea typeface="Arial"/>
                <a:cs typeface="Arial"/>
              </a:defRPr>
            </a:lvl5pPr>
            <a:lvl6pPr algn="l">
              <a:defRPr sz="975" b="0">
                <a:solidFill>
                  <a:srgbClr val="9AAFC2"/>
                </a:solidFill>
                <a:latin typeface="Arial"/>
                <a:ea typeface="Arial"/>
                <a:cs typeface="Arial"/>
              </a:defRPr>
            </a:lvl6pPr>
            <a:lvl7pPr algn="l">
              <a:defRPr sz="975" b="0">
                <a:solidFill>
                  <a:srgbClr val="9AAFC2"/>
                </a:solidFill>
                <a:latin typeface="Arial"/>
                <a:ea typeface="Arial"/>
                <a:cs typeface="Arial"/>
              </a:defRPr>
            </a:lvl7pPr>
            <a:lvl8pPr algn="l">
              <a:defRPr sz="975" b="0">
                <a:solidFill>
                  <a:srgbClr val="9AAFC2"/>
                </a:solidFill>
                <a:latin typeface="Arial"/>
                <a:ea typeface="Arial"/>
                <a:cs typeface="Arial"/>
              </a:defRPr>
            </a:lvl8pPr>
            <a:lvl9pPr algn="l">
              <a:defRPr sz="975" b="0">
                <a:solidFill>
                  <a:srgbClr val="9AAFC2"/>
                </a:solidFill>
                <a:latin typeface="Arial"/>
                <a:ea typeface="Arial"/>
                <a:cs typeface="Arial"/>
              </a:defRPr>
            </a:lvl9pPr>
          </a:lstStyle>
          <a:p xmlns:a="http://schemas.openxmlformats.org/drawingml/2006/main">
            <a:pPr algn="l">
              <a:defRPr sz="975" b="0">
                <a:solidFill>
                  <a:srgbClr val="9AAFC2"/>
                </a:solidFill>
                <a:latin typeface="Arial"/>
                <a:ea typeface="Arial"/>
                <a:cs typeface="Arial"/>
              </a:defRPr>
            </a:pPr>
            <a:r>
              <a:rPr sz="975" b="0">
                <a:solidFill>
                  <a:srgbClr val="9AAFC2"/>
                </a:solidFill>
                <a:latin typeface="Arial"/>
                <a:ea typeface="Arial"/>
                <a:cs typeface="Arial"/>
              </a:rPr>
              <a:t>Investigation leads for human review — not proof of fraud or mule activity.</a:t>
            </a:r>
          </a:p>
        </p:txBody>
      </p:sp>
      <p:sp>
        <p:nvSpPr>
          <p:cNvPr id="56" name="">
            <a:extLst xmlns:a="http://schemas.openxmlformats.org/drawingml/2006/main">
              <a:ext uri="{FF2B5EF4-FFF2-40B4-BE49-F238E27FC236}">
                <a16:creationId xmlns:a16="http://schemas.microsoft.com/office/drawing/2014/main" id="{7B2400ED-EA84-4205-B189-B755F539B723}"/>
              </a:ext>
            </a:extLst>
          </p:cNvPr>
          <p:cNvSpPr>
            <a:spLocks xmlns:a="http://schemas.openxmlformats.org/drawingml/2006/main" noGrp="1"/>
          </p:cNvSpPr>
          <p:nvPr/>
        </p:nvSpPr>
        <p:spPr>
          <a:xfrm xmlns:a="http://schemas.openxmlformats.org/drawingml/2006/main">
            <a:off x="1114425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9AAFC2"/>
                </a:solidFill>
                <a:latin typeface="Arial"/>
                <a:ea typeface="Arial"/>
                <a:cs typeface="Arial"/>
              </a:defRPr>
            </a:defPPr>
            <a:lvl1pPr algn="r">
              <a:defRPr sz="975" b="0">
                <a:solidFill>
                  <a:srgbClr val="9AAFC2"/>
                </a:solidFill>
                <a:latin typeface="Arial"/>
                <a:ea typeface="Arial"/>
                <a:cs typeface="Arial"/>
              </a:defRPr>
            </a:lvl1pPr>
            <a:lvl2pPr algn="r">
              <a:defRPr sz="975" b="0">
                <a:solidFill>
                  <a:srgbClr val="9AAFC2"/>
                </a:solidFill>
                <a:latin typeface="Arial"/>
                <a:ea typeface="Arial"/>
                <a:cs typeface="Arial"/>
              </a:defRPr>
            </a:lvl2pPr>
            <a:lvl3pPr algn="r">
              <a:defRPr sz="975" b="0">
                <a:solidFill>
                  <a:srgbClr val="9AAFC2"/>
                </a:solidFill>
                <a:latin typeface="Arial"/>
                <a:ea typeface="Arial"/>
                <a:cs typeface="Arial"/>
              </a:defRPr>
            </a:lvl3pPr>
            <a:lvl4pPr algn="r">
              <a:defRPr sz="975" b="0">
                <a:solidFill>
                  <a:srgbClr val="9AAFC2"/>
                </a:solidFill>
                <a:latin typeface="Arial"/>
                <a:ea typeface="Arial"/>
                <a:cs typeface="Arial"/>
              </a:defRPr>
            </a:lvl4pPr>
            <a:lvl5pPr algn="r">
              <a:defRPr sz="975" b="0">
                <a:solidFill>
                  <a:srgbClr val="9AAFC2"/>
                </a:solidFill>
                <a:latin typeface="Arial"/>
                <a:ea typeface="Arial"/>
                <a:cs typeface="Arial"/>
              </a:defRPr>
            </a:lvl5pPr>
            <a:lvl6pPr algn="r">
              <a:defRPr sz="975" b="0">
                <a:solidFill>
                  <a:srgbClr val="9AAFC2"/>
                </a:solidFill>
                <a:latin typeface="Arial"/>
                <a:ea typeface="Arial"/>
                <a:cs typeface="Arial"/>
              </a:defRPr>
            </a:lvl6pPr>
            <a:lvl7pPr algn="r">
              <a:defRPr sz="975" b="0">
                <a:solidFill>
                  <a:srgbClr val="9AAFC2"/>
                </a:solidFill>
                <a:latin typeface="Arial"/>
                <a:ea typeface="Arial"/>
                <a:cs typeface="Arial"/>
              </a:defRPr>
            </a:lvl7pPr>
            <a:lvl8pPr algn="r">
              <a:defRPr sz="975" b="0">
                <a:solidFill>
                  <a:srgbClr val="9AAFC2"/>
                </a:solidFill>
                <a:latin typeface="Arial"/>
                <a:ea typeface="Arial"/>
                <a:cs typeface="Arial"/>
              </a:defRPr>
            </a:lvl8pPr>
            <a:lvl9pPr algn="r">
              <a:defRPr sz="975" b="0">
                <a:solidFill>
                  <a:srgbClr val="9AAFC2"/>
                </a:solidFill>
                <a:latin typeface="Arial"/>
                <a:ea typeface="Arial"/>
                <a:cs typeface="Arial"/>
              </a:defRPr>
            </a:lvl9pPr>
          </a:lstStyle>
          <a:p xmlns:a="http://schemas.openxmlformats.org/drawingml/2006/main">
            <a:pPr algn="r">
              <a:defRPr sz="975" b="0">
                <a:solidFill>
                  <a:srgbClr val="9AAFC2"/>
                </a:solidFill>
                <a:latin typeface="Arial"/>
                <a:ea typeface="Arial"/>
                <a:cs typeface="Arial"/>
              </a:defRPr>
            </a:pPr>
            <a:r>
              <a:rPr sz="975" b="0">
                <a:solidFill>
                  <a:srgbClr val="9AAFC2"/>
                </a:solidFill>
                <a:latin typeface="Arial"/>
                <a:ea typeface="Arial"/>
                <a:cs typeface="Arial"/>
              </a:rPr>
              <a:t>04</a:t>
            </a:r>
          </a:p>
        </p:txBody>
      </p:sp>
      <p:sp>
        <p:nvSpPr>
          <p:cNvPr id="57" name="slide-footer-rule">
            <a:extLst xmlns:a="http://schemas.openxmlformats.org/drawingml/2006/main">
              <a:ext uri="{FF2B5EF4-FFF2-40B4-BE49-F238E27FC236}">
                <a16:creationId xmlns:a16="http://schemas.microsoft.com/office/drawing/2014/main" id="{6780BAAA-98C9-4EC3-AD19-A7332CB8022D}"/>
              </a:ext>
            </a:extLst>
          </p:cNvPr>
          <p:cNvSpPr>
            <a:spLocks xmlns:a="http://schemas.openxmlformats.org/drawingml/2006/main" noGrp="1"/>
          </p:cNvSpPr>
          <p:nvPr/>
        </p:nvSpPr>
        <p:spPr>
          <a:xfrm xmlns:a="http://schemas.openxmlformats.org/drawingml/2006/main">
            <a:off x="590550" y="6267450"/>
            <a:ext cx="11010900" cy="9525"/>
          </a:xfrm>
          <a:prstGeom xmlns:a="http://schemas.openxmlformats.org/drawingml/2006/main" prst="roundRect">
            <a:avLst>
              <a:gd name="adj" fmla="val 50000"/>
            </a:avLst>
          </a:prstGeom>
          <a:solidFill xmlns:a="http://schemas.openxmlformats.org/drawingml/2006/main">
            <a:srgbClr val="263B50"/>
          </a:solidFill>
          <a:ln xmlns:a="http://schemas.openxmlformats.org/drawingml/2006/main" w="0">
            <a:solidFill>
              <a:srgbClr val="263B50"/>
            </a:solidFill>
            <a:prstDash val="solid"/>
          </a:ln>
        </p:spPr>
      </p:sp>
    </p:spTree>
    <p:extLst>
      <p:ext uri="{BB962C8B-B14F-4D97-AF65-F5344CB8AC3E}">
        <p14:creationId xmlns:p14="http://schemas.microsoft.com/office/powerpoint/2010/main" val="829585015"/>
      </p:ext>
    </p:extLst>
  </p:cSld>
</p:sld>
</file>

<file path=ppt/slides/slide5.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cxnSp>
        <p:nvCxnSpPr>
          <p:cNvPr id="50" name="Straight Arrow Connector 49">
            <a:extLst xmlns:a="http://schemas.openxmlformats.org/drawingml/2006/main">
              <a:ext uri="{FF2B5EF4-FFF2-40B4-BE49-F238E27FC236}">
                <a16:creationId xmlns:a16="http://schemas.microsoft.com/office/drawing/2014/main" id="{205638B2-7726-454D-BEFD-BACD9628C61B}"/>
              </a:ext>
            </a:extLst>
          </p:cNvPr>
          <p:cNvCxnSpPr>
            <a:stCxn xmlns:a="http://schemas.openxmlformats.org/drawingml/2006/main" id="31" idx="3"/>
            <a:endCxn xmlns:a="http://schemas.openxmlformats.org/drawingml/2006/main" id="39" idx="1"/>
          </p:cNvCxnSpPr>
          <p:nvPr/>
        </p:nvCxnSpPr>
        <p:spPr>
          <a:xfrm xmlns:a="http://schemas.openxmlformats.org/drawingml/2006/main">
            <a:off x="9334500" y="3019425"/>
            <a:ext cx="323850" cy="0"/>
          </a:xfrm>
          <a:prstGeom xmlns:a="http://schemas.openxmlformats.org/drawingml/2006/main" prst="straightConnector1">
            <a:avLst/>
          </a:prstGeom>
          <a:ln xmlns:a="http://schemas.openxmlformats.org/drawingml/2006/main" w="15240">
            <a:solidFill>
              <a:srgbClr val="38E0C1"/>
            </a:solidFill>
            <a:prstDash val="solid"/>
            <a:tailEnd type="triangle" w="sm" len="sm"/>
          </a:ln>
        </p:spPr>
      </p:cxnSp>
      <p:cxnSp>
        <p:nvCxnSpPr>
          <p:cNvPr id="49" name="Straight Arrow Connector 48">
            <a:extLst xmlns:a="http://schemas.openxmlformats.org/drawingml/2006/main">
              <a:ext uri="{FF2B5EF4-FFF2-40B4-BE49-F238E27FC236}">
                <a16:creationId xmlns:a16="http://schemas.microsoft.com/office/drawing/2014/main" id="{E0B79E50-7579-46D3-B29F-22B9954704F5}"/>
              </a:ext>
            </a:extLst>
          </p:cNvPr>
          <p:cNvCxnSpPr>
            <a:stCxn xmlns:a="http://schemas.openxmlformats.org/drawingml/2006/main" id="23" idx="3"/>
            <a:endCxn xmlns:a="http://schemas.openxmlformats.org/drawingml/2006/main" id="31" idx="1"/>
          </p:cNvCxnSpPr>
          <p:nvPr/>
        </p:nvCxnSpPr>
        <p:spPr>
          <a:xfrm xmlns:a="http://schemas.openxmlformats.org/drawingml/2006/main">
            <a:off x="7067550" y="3019425"/>
            <a:ext cx="323850" cy="0"/>
          </a:xfrm>
          <a:prstGeom xmlns:a="http://schemas.openxmlformats.org/drawingml/2006/main" prst="straightConnector1">
            <a:avLst/>
          </a:prstGeom>
          <a:ln xmlns:a="http://schemas.openxmlformats.org/drawingml/2006/main" w="15240">
            <a:solidFill>
              <a:srgbClr val="38E0C1"/>
            </a:solidFill>
            <a:prstDash val="solid"/>
            <a:tailEnd type="triangle" w="sm" len="sm"/>
          </a:ln>
        </p:spPr>
      </p:cxnSp>
      <p:cxnSp>
        <p:nvCxnSpPr>
          <p:cNvPr id="48" name="Straight Arrow Connector 47">
            <a:extLst xmlns:a="http://schemas.openxmlformats.org/drawingml/2006/main">
              <a:ext uri="{FF2B5EF4-FFF2-40B4-BE49-F238E27FC236}">
                <a16:creationId xmlns:a16="http://schemas.microsoft.com/office/drawing/2014/main" id="{AE426480-C7B9-4580-AEF5-E677F8806524}"/>
              </a:ext>
            </a:extLst>
          </p:cNvPr>
          <p:cNvCxnSpPr>
            <a:stCxn xmlns:a="http://schemas.openxmlformats.org/drawingml/2006/main" id="15" idx="3"/>
            <a:endCxn xmlns:a="http://schemas.openxmlformats.org/drawingml/2006/main" id="23" idx="1"/>
          </p:cNvCxnSpPr>
          <p:nvPr/>
        </p:nvCxnSpPr>
        <p:spPr>
          <a:xfrm xmlns:a="http://schemas.openxmlformats.org/drawingml/2006/main">
            <a:off x="4800600" y="3019425"/>
            <a:ext cx="323850" cy="0"/>
          </a:xfrm>
          <a:prstGeom xmlns:a="http://schemas.openxmlformats.org/drawingml/2006/main" prst="straightConnector1">
            <a:avLst/>
          </a:prstGeom>
          <a:ln xmlns:a="http://schemas.openxmlformats.org/drawingml/2006/main" w="15240">
            <a:solidFill>
              <a:srgbClr val="38E0C1"/>
            </a:solidFill>
            <a:prstDash val="solid"/>
            <a:tailEnd type="triangle" w="sm" len="sm"/>
          </a:ln>
        </p:spPr>
      </p:cxnSp>
      <p:cxnSp>
        <p:nvCxnSpPr>
          <p:cNvPr id="47" name="Straight Arrow Connector 46">
            <a:extLst xmlns:a="http://schemas.openxmlformats.org/drawingml/2006/main">
              <a:ext uri="{FF2B5EF4-FFF2-40B4-BE49-F238E27FC236}">
                <a16:creationId xmlns:a16="http://schemas.microsoft.com/office/drawing/2014/main" id="{DB1036F4-7F6F-448D-8972-3980419809E1}"/>
              </a:ext>
            </a:extLst>
          </p:cNvPr>
          <p:cNvCxnSpPr>
            <a:stCxn xmlns:a="http://schemas.openxmlformats.org/drawingml/2006/main" id="7" idx="3"/>
            <a:endCxn xmlns:a="http://schemas.openxmlformats.org/drawingml/2006/main" id="15" idx="1"/>
          </p:cNvCxnSpPr>
          <p:nvPr/>
        </p:nvCxnSpPr>
        <p:spPr>
          <a:xfrm xmlns:a="http://schemas.openxmlformats.org/drawingml/2006/main">
            <a:off x="2533650" y="3019425"/>
            <a:ext cx="323850" cy="0"/>
          </a:xfrm>
          <a:prstGeom xmlns:a="http://schemas.openxmlformats.org/drawingml/2006/main" prst="straightConnector1">
            <a:avLst/>
          </a:prstGeom>
          <a:ln xmlns:a="http://schemas.openxmlformats.org/drawingml/2006/main" w="15240">
            <a:solidFill>
              <a:srgbClr val="38E0C1"/>
            </a:solidFill>
            <a:prstDash val="solid"/>
            <a:tailEnd type="triangle" w="sm" len="sm"/>
          </a:ln>
        </p:spPr>
      </p:cxnSp>
      <p:sp>
        <p:nvSpPr>
          <p:cNvPr id="60" name="Rectangle 59">
            <a:extLst xmlns:a="http://schemas.openxmlformats.org/drawingml/2006/main">
              <a:ext uri="{FF2B5EF4-FFF2-40B4-BE49-F238E27FC236}">
                <a16:creationId xmlns:a16="http://schemas.microsoft.com/office/drawing/2014/main" id="{2DA864F8-548E-4CB2-A54B-8DF8A76F3553}"/>
              </a:ext>
            </a:extLst>
          </p:cNvPr>
          <p:cNvSpPr>
            <a:spLocks xmlns:a="http://schemas.openxmlformats.org/drawingml/2006/main" noGrp="1"/>
          </p:cNvSpPr>
          <p:nvPr/>
        </p:nvSpPr>
        <p:spPr>
          <a:xfrm xmlns:a="http://schemas.openxmlformats.org/drawingml/2006/main">
            <a:off x="590550" y="3429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38E0C1"/>
                </a:solidFill>
                <a:latin typeface="Arial"/>
                <a:ea typeface="Arial"/>
                <a:cs typeface="Arial"/>
              </a:defRPr>
            </a:defPPr>
            <a:lvl1pPr algn="l">
              <a:buNone/>
              <a:defRPr sz="975" b="1" i="0">
                <a:solidFill>
                  <a:srgbClr val="38E0C1"/>
                </a:solidFill>
                <a:latin typeface="Arial"/>
                <a:ea typeface="Arial"/>
                <a:cs typeface="Arial"/>
              </a:defRPr>
            </a:lvl1pPr>
            <a:lvl2pPr algn="l">
              <a:buNone/>
              <a:defRPr sz="975" b="1" i="0">
                <a:solidFill>
                  <a:srgbClr val="38E0C1"/>
                </a:solidFill>
                <a:latin typeface="Arial"/>
                <a:ea typeface="Arial"/>
                <a:cs typeface="Arial"/>
              </a:defRPr>
            </a:lvl2pPr>
            <a:lvl3pPr algn="l">
              <a:buNone/>
              <a:defRPr sz="975" b="1" i="0">
                <a:solidFill>
                  <a:srgbClr val="38E0C1"/>
                </a:solidFill>
                <a:latin typeface="Arial"/>
                <a:ea typeface="Arial"/>
                <a:cs typeface="Arial"/>
              </a:defRPr>
            </a:lvl3pPr>
            <a:lvl4pPr algn="l">
              <a:buNone/>
              <a:defRPr sz="975" b="1" i="0">
                <a:solidFill>
                  <a:srgbClr val="38E0C1"/>
                </a:solidFill>
                <a:latin typeface="Arial"/>
                <a:ea typeface="Arial"/>
                <a:cs typeface="Arial"/>
              </a:defRPr>
            </a:lvl4pPr>
            <a:lvl5pPr algn="l">
              <a:buNone/>
              <a:defRPr sz="975" b="1" i="0">
                <a:solidFill>
                  <a:srgbClr val="38E0C1"/>
                </a:solidFill>
                <a:latin typeface="Arial"/>
                <a:ea typeface="Arial"/>
                <a:cs typeface="Arial"/>
              </a:defRPr>
            </a:lvl5pPr>
            <a:lvl6pPr algn="l">
              <a:buNone/>
              <a:defRPr sz="975" b="1" i="0">
                <a:solidFill>
                  <a:srgbClr val="38E0C1"/>
                </a:solidFill>
                <a:latin typeface="Arial"/>
                <a:ea typeface="Arial"/>
                <a:cs typeface="Arial"/>
              </a:defRPr>
            </a:lvl6pPr>
            <a:lvl7pPr algn="l">
              <a:buNone/>
              <a:defRPr sz="975" b="1" i="0">
                <a:solidFill>
                  <a:srgbClr val="38E0C1"/>
                </a:solidFill>
                <a:latin typeface="Arial"/>
                <a:ea typeface="Arial"/>
                <a:cs typeface="Arial"/>
              </a:defRPr>
            </a:lvl7pPr>
            <a:lvl8pPr algn="l">
              <a:buNone/>
              <a:defRPr sz="975" b="1" i="0">
                <a:solidFill>
                  <a:srgbClr val="38E0C1"/>
                </a:solidFill>
                <a:latin typeface="Arial"/>
                <a:ea typeface="Arial"/>
                <a:cs typeface="Arial"/>
              </a:defRPr>
            </a:lvl8pPr>
            <a:lvl9pPr algn="l">
              <a:buNone/>
              <a:defRPr sz="975" b="1" i="0">
                <a:solidFill>
                  <a:srgbClr val="38E0C1"/>
                </a:solidFill>
                <a:latin typeface="Arial"/>
                <a:ea typeface="Arial"/>
                <a:cs typeface="Arial"/>
              </a:defRPr>
            </a:lvl9pPr>
          </a:lstStyle>
          <a:p xmlns:a="http://schemas.openxmlformats.org/drawingml/2006/main">
            <a:pPr algn="l">
              <a:buNone/>
              <a:defRPr sz="975" b="1" i="0">
                <a:solidFill>
                  <a:srgbClr val="38E0C1"/>
                </a:solidFill>
                <a:latin typeface="Arial"/>
                <a:ea typeface="Arial"/>
                <a:cs typeface="Arial"/>
              </a:defRPr>
            </a:pPr>
            <a:r>
              <a:rPr sz="975" b="1" i="0">
                <a:solidFill>
                  <a:srgbClr val="38E0C1"/>
                </a:solidFill>
                <a:latin typeface="Arial"/>
                <a:ea typeface="Arial"/>
                <a:cs typeface="Arial"/>
              </a:rPr>
              <a:t>WHAT EACH STAGE RECEIVES AND RETURNS</a:t>
            </a:r>
          </a:p>
        </p:txBody>
      </p:sp>
      <p:sp>
        <p:nvSpPr>
          <p:cNvPr id="2" name="Rectangle 1">
            <a:extLst xmlns:a="http://schemas.openxmlformats.org/drawingml/2006/main">
              <a:ext uri="{FF2B5EF4-FFF2-40B4-BE49-F238E27FC236}">
                <a16:creationId xmlns:a16="http://schemas.microsoft.com/office/drawing/2014/main" id="{854040B2-DB05-48FC-8998-898F9FC4DA50}"/>
              </a:ext>
            </a:extLst>
          </p:cNvPr>
          <p:cNvSpPr>
            <a:spLocks xmlns:a="http://schemas.openxmlformats.org/drawingml/2006/main" noGrp="1"/>
          </p:cNvSpPr>
          <p:nvPr/>
        </p:nvSpPr>
        <p:spPr>
          <a:xfrm xmlns:a="http://schemas.openxmlformats.org/drawingml/2006/main">
            <a:off x="590550" y="6096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3000" b="1" i="0">
                <a:solidFill>
                  <a:srgbClr val="F4F7FB"/>
                </a:solidFill>
                <a:latin typeface="Arial"/>
                <a:ea typeface="Arial"/>
                <a:cs typeface="Arial"/>
              </a:defRPr>
            </a:defPPr>
            <a:lvl1pPr algn="l">
              <a:buNone/>
              <a:defRPr sz="3000" b="1" i="0">
                <a:solidFill>
                  <a:srgbClr val="F4F7FB"/>
                </a:solidFill>
                <a:latin typeface="Arial"/>
                <a:ea typeface="Arial"/>
                <a:cs typeface="Arial"/>
              </a:defRPr>
            </a:lvl1pPr>
            <a:lvl2pPr algn="l">
              <a:buNone/>
              <a:defRPr sz="3000" b="1" i="0">
                <a:solidFill>
                  <a:srgbClr val="F4F7FB"/>
                </a:solidFill>
                <a:latin typeface="Arial"/>
                <a:ea typeface="Arial"/>
                <a:cs typeface="Arial"/>
              </a:defRPr>
            </a:lvl2pPr>
            <a:lvl3pPr algn="l">
              <a:buNone/>
              <a:defRPr sz="3000" b="1" i="0">
                <a:solidFill>
                  <a:srgbClr val="F4F7FB"/>
                </a:solidFill>
                <a:latin typeface="Arial"/>
                <a:ea typeface="Arial"/>
                <a:cs typeface="Arial"/>
              </a:defRPr>
            </a:lvl3pPr>
            <a:lvl4pPr algn="l">
              <a:buNone/>
              <a:defRPr sz="3000" b="1" i="0">
                <a:solidFill>
                  <a:srgbClr val="F4F7FB"/>
                </a:solidFill>
                <a:latin typeface="Arial"/>
                <a:ea typeface="Arial"/>
                <a:cs typeface="Arial"/>
              </a:defRPr>
            </a:lvl4pPr>
            <a:lvl5pPr algn="l">
              <a:buNone/>
              <a:defRPr sz="3000" b="1" i="0">
                <a:solidFill>
                  <a:srgbClr val="F4F7FB"/>
                </a:solidFill>
                <a:latin typeface="Arial"/>
                <a:ea typeface="Arial"/>
                <a:cs typeface="Arial"/>
              </a:defRPr>
            </a:lvl5pPr>
            <a:lvl6pPr algn="l">
              <a:buNone/>
              <a:defRPr sz="3000" b="1" i="0">
                <a:solidFill>
                  <a:srgbClr val="F4F7FB"/>
                </a:solidFill>
                <a:latin typeface="Arial"/>
                <a:ea typeface="Arial"/>
                <a:cs typeface="Arial"/>
              </a:defRPr>
            </a:lvl6pPr>
            <a:lvl7pPr algn="l">
              <a:buNone/>
              <a:defRPr sz="3000" b="1" i="0">
                <a:solidFill>
                  <a:srgbClr val="F4F7FB"/>
                </a:solidFill>
                <a:latin typeface="Arial"/>
                <a:ea typeface="Arial"/>
                <a:cs typeface="Arial"/>
              </a:defRPr>
            </a:lvl7pPr>
            <a:lvl8pPr algn="l">
              <a:buNone/>
              <a:defRPr sz="3000" b="1" i="0">
                <a:solidFill>
                  <a:srgbClr val="F4F7FB"/>
                </a:solidFill>
                <a:latin typeface="Arial"/>
                <a:ea typeface="Arial"/>
                <a:cs typeface="Arial"/>
              </a:defRPr>
            </a:lvl8pPr>
            <a:lvl9pPr algn="l">
              <a:buNone/>
              <a:defRPr sz="3000" b="1" i="0">
                <a:solidFill>
                  <a:srgbClr val="F4F7FB"/>
                </a:solidFill>
                <a:latin typeface="Arial"/>
                <a:ea typeface="Arial"/>
                <a:cs typeface="Arial"/>
              </a:defRPr>
            </a:lvl9pPr>
          </a:lstStyle>
          <a:p xmlns:a="http://schemas.openxmlformats.org/drawingml/2006/main">
            <a:pPr algn="l">
              <a:buNone/>
              <a:defRPr sz="3000" b="1" i="0">
                <a:solidFill>
                  <a:srgbClr val="F4F7FB"/>
                </a:solidFill>
                <a:latin typeface="Arial"/>
                <a:ea typeface="Arial"/>
                <a:cs typeface="Arial"/>
              </a:defRPr>
            </a:pPr>
            <a:r>
              <a:rPr sz="3000" b="1" i="0">
                <a:solidFill>
                  <a:srgbClr val="F4F7FB"/>
                </a:solidFill>
                <a:latin typeface="Arial"/>
                <a:ea typeface="Arial"/>
                <a:cs typeface="Arial"/>
              </a:rPr>
              <a:t>Architecture: state and evidence flow</a:t>
            </a:r>
          </a:p>
        </p:txBody>
      </p:sp>
      <p:sp>
        <p:nvSpPr>
          <p:cNvPr id="3" name="Straight Connector 2">
            <a:extLst xmlns:a="http://schemas.openxmlformats.org/drawingml/2006/main">
              <a:ext uri="{FF2B5EF4-FFF2-40B4-BE49-F238E27FC236}">
                <a16:creationId xmlns:a16="http://schemas.microsoft.com/office/drawing/2014/main" id="{E37993A1-747C-40E0-9E29-CCE2B6CCFF86}"/>
              </a:ext>
            </a:extLst>
          </p:cNvPr>
          <p:cNvSpPr>
            <a:spLocks xmlns:a="http://schemas.openxmlformats.org/drawingml/2006/main" noGrp="1"/>
          </p:cNvSpPr>
          <p:nvPr/>
        </p:nvSpPr>
        <p:spPr>
          <a:xfrm xmlns:a="http://schemas.openxmlformats.org/drawingml/2006/main">
            <a:off x="590550" y="6286500"/>
            <a:ext cx="110109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4" name="Rectangle 3">
            <a:extLst xmlns:a="http://schemas.openxmlformats.org/drawingml/2006/main">
              <a:ext uri="{FF2B5EF4-FFF2-40B4-BE49-F238E27FC236}">
                <a16:creationId xmlns:a16="http://schemas.microsoft.com/office/drawing/2014/main" id="{CD7CF44B-B82F-4237-B77E-AF16FA2F2AFE}"/>
              </a:ext>
            </a:extLst>
          </p:cNvPr>
          <p:cNvSpPr>
            <a:spLocks xmlns:a="http://schemas.openxmlformats.org/drawingml/2006/main" noGrp="1"/>
          </p:cNvSpPr>
          <p:nvPr/>
        </p:nvSpPr>
        <p:spPr>
          <a:xfrm xmlns:a="http://schemas.openxmlformats.org/drawingml/2006/main">
            <a:off x="590550" y="6438900"/>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0" i="0">
                <a:solidFill>
                  <a:srgbClr val="9AAFC2"/>
                </a:solidFill>
                <a:latin typeface="Arial"/>
                <a:ea typeface="Arial"/>
                <a:cs typeface="Arial"/>
              </a:defRPr>
            </a:defPPr>
            <a:lvl1pPr algn="l">
              <a:buNone/>
              <a:defRPr sz="975" b="0" i="0">
                <a:solidFill>
                  <a:srgbClr val="9AAFC2"/>
                </a:solidFill>
                <a:latin typeface="Arial"/>
                <a:ea typeface="Arial"/>
                <a:cs typeface="Arial"/>
              </a:defRPr>
            </a:lvl1pPr>
            <a:lvl2pPr algn="l">
              <a:buNone/>
              <a:defRPr sz="975" b="0" i="0">
                <a:solidFill>
                  <a:srgbClr val="9AAFC2"/>
                </a:solidFill>
                <a:latin typeface="Arial"/>
                <a:ea typeface="Arial"/>
                <a:cs typeface="Arial"/>
              </a:defRPr>
            </a:lvl2pPr>
            <a:lvl3pPr algn="l">
              <a:buNone/>
              <a:defRPr sz="975" b="0" i="0">
                <a:solidFill>
                  <a:srgbClr val="9AAFC2"/>
                </a:solidFill>
                <a:latin typeface="Arial"/>
                <a:ea typeface="Arial"/>
                <a:cs typeface="Arial"/>
              </a:defRPr>
            </a:lvl3pPr>
            <a:lvl4pPr algn="l">
              <a:buNone/>
              <a:defRPr sz="975" b="0" i="0">
                <a:solidFill>
                  <a:srgbClr val="9AAFC2"/>
                </a:solidFill>
                <a:latin typeface="Arial"/>
                <a:ea typeface="Arial"/>
                <a:cs typeface="Arial"/>
              </a:defRPr>
            </a:lvl4pPr>
            <a:lvl5pPr algn="l">
              <a:buNone/>
              <a:defRPr sz="975" b="0" i="0">
                <a:solidFill>
                  <a:srgbClr val="9AAFC2"/>
                </a:solidFill>
                <a:latin typeface="Arial"/>
                <a:ea typeface="Arial"/>
                <a:cs typeface="Arial"/>
              </a:defRPr>
            </a:lvl5pPr>
            <a:lvl6pPr algn="l">
              <a:buNone/>
              <a:defRPr sz="975" b="0" i="0">
                <a:solidFill>
                  <a:srgbClr val="9AAFC2"/>
                </a:solidFill>
                <a:latin typeface="Arial"/>
                <a:ea typeface="Arial"/>
                <a:cs typeface="Arial"/>
              </a:defRPr>
            </a:lvl6pPr>
            <a:lvl7pPr algn="l">
              <a:buNone/>
              <a:defRPr sz="975" b="0" i="0">
                <a:solidFill>
                  <a:srgbClr val="9AAFC2"/>
                </a:solidFill>
                <a:latin typeface="Arial"/>
                <a:ea typeface="Arial"/>
                <a:cs typeface="Arial"/>
              </a:defRPr>
            </a:lvl7pPr>
            <a:lvl8pPr algn="l">
              <a:buNone/>
              <a:defRPr sz="975" b="0" i="0">
                <a:solidFill>
                  <a:srgbClr val="9AAFC2"/>
                </a:solidFill>
                <a:latin typeface="Arial"/>
                <a:ea typeface="Arial"/>
                <a:cs typeface="Arial"/>
              </a:defRPr>
            </a:lvl8pPr>
            <a:lvl9pPr algn="l">
              <a:buNone/>
              <a:defRPr sz="975" b="0" i="0">
                <a:solidFill>
                  <a:srgbClr val="9AAFC2"/>
                </a:solidFill>
                <a:latin typeface="Arial"/>
                <a:ea typeface="Arial"/>
                <a:cs typeface="Arial"/>
              </a:defRPr>
            </a:lvl9pPr>
          </a:lstStyle>
          <a:p xmlns:a="http://schemas.openxmlformats.org/drawingml/2006/main">
            <a:pPr algn="l">
              <a:buNone/>
              <a:defRPr sz="975" b="0" i="0">
                <a:solidFill>
                  <a:srgbClr val="9AAFC2"/>
                </a:solidFill>
                <a:latin typeface="Arial"/>
                <a:ea typeface="Arial"/>
                <a:cs typeface="Arial"/>
              </a:defRPr>
            </a:pPr>
            <a:r>
              <a:rPr sz="975" b="0" i="0">
                <a:solidFill>
                  <a:srgbClr val="9AAFC2"/>
                </a:solidFill>
                <a:latin typeface="Arial"/>
                <a:ea typeface="Arial"/>
                <a:cs typeface="Arial"/>
              </a:rPr>
              <a:t>Investigation leads for human review — not proof of fraud or mule activity.</a:t>
            </a:r>
          </a:p>
        </p:txBody>
      </p:sp>
      <p:sp>
        <p:nvSpPr>
          <p:cNvPr id="5" name="Rectangle 4">
            <a:extLst xmlns:a="http://schemas.openxmlformats.org/drawingml/2006/main">
              <a:ext uri="{FF2B5EF4-FFF2-40B4-BE49-F238E27FC236}">
                <a16:creationId xmlns:a16="http://schemas.microsoft.com/office/drawing/2014/main" id="{F4EB4D6F-CE77-415B-9E79-90954C13858B}"/>
              </a:ext>
            </a:extLst>
          </p:cNvPr>
          <p:cNvSpPr>
            <a:spLocks xmlns:a="http://schemas.openxmlformats.org/drawingml/2006/main" noGrp="1"/>
          </p:cNvSpPr>
          <p:nvPr/>
        </p:nvSpPr>
        <p:spPr>
          <a:xfrm xmlns:a="http://schemas.openxmlformats.org/drawingml/2006/main">
            <a:off x="1114425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r">
              <a:defRPr sz="975" b="0" i="0">
                <a:solidFill>
                  <a:srgbClr val="9AAFC2"/>
                </a:solidFill>
                <a:latin typeface="Arial"/>
                <a:ea typeface="Arial"/>
                <a:cs typeface="Arial"/>
              </a:defRPr>
            </a:defPPr>
            <a:lvl1pPr algn="r">
              <a:buNone/>
              <a:defRPr sz="975" b="0" i="0">
                <a:solidFill>
                  <a:srgbClr val="9AAFC2"/>
                </a:solidFill>
                <a:latin typeface="Arial"/>
                <a:ea typeface="Arial"/>
                <a:cs typeface="Arial"/>
              </a:defRPr>
            </a:lvl1pPr>
            <a:lvl2pPr algn="r">
              <a:buNone/>
              <a:defRPr sz="975" b="0" i="0">
                <a:solidFill>
                  <a:srgbClr val="9AAFC2"/>
                </a:solidFill>
                <a:latin typeface="Arial"/>
                <a:ea typeface="Arial"/>
                <a:cs typeface="Arial"/>
              </a:defRPr>
            </a:lvl2pPr>
            <a:lvl3pPr algn="r">
              <a:buNone/>
              <a:defRPr sz="975" b="0" i="0">
                <a:solidFill>
                  <a:srgbClr val="9AAFC2"/>
                </a:solidFill>
                <a:latin typeface="Arial"/>
                <a:ea typeface="Arial"/>
                <a:cs typeface="Arial"/>
              </a:defRPr>
            </a:lvl3pPr>
            <a:lvl4pPr algn="r">
              <a:buNone/>
              <a:defRPr sz="975" b="0" i="0">
                <a:solidFill>
                  <a:srgbClr val="9AAFC2"/>
                </a:solidFill>
                <a:latin typeface="Arial"/>
                <a:ea typeface="Arial"/>
                <a:cs typeface="Arial"/>
              </a:defRPr>
            </a:lvl4pPr>
            <a:lvl5pPr algn="r">
              <a:buNone/>
              <a:defRPr sz="975" b="0" i="0">
                <a:solidFill>
                  <a:srgbClr val="9AAFC2"/>
                </a:solidFill>
                <a:latin typeface="Arial"/>
                <a:ea typeface="Arial"/>
                <a:cs typeface="Arial"/>
              </a:defRPr>
            </a:lvl5pPr>
            <a:lvl6pPr algn="r">
              <a:buNone/>
              <a:defRPr sz="975" b="0" i="0">
                <a:solidFill>
                  <a:srgbClr val="9AAFC2"/>
                </a:solidFill>
                <a:latin typeface="Arial"/>
                <a:ea typeface="Arial"/>
                <a:cs typeface="Arial"/>
              </a:defRPr>
            </a:lvl6pPr>
            <a:lvl7pPr algn="r">
              <a:buNone/>
              <a:defRPr sz="975" b="0" i="0">
                <a:solidFill>
                  <a:srgbClr val="9AAFC2"/>
                </a:solidFill>
                <a:latin typeface="Arial"/>
                <a:ea typeface="Arial"/>
                <a:cs typeface="Arial"/>
              </a:defRPr>
            </a:lvl7pPr>
            <a:lvl8pPr algn="r">
              <a:buNone/>
              <a:defRPr sz="975" b="0" i="0">
                <a:solidFill>
                  <a:srgbClr val="9AAFC2"/>
                </a:solidFill>
                <a:latin typeface="Arial"/>
                <a:ea typeface="Arial"/>
                <a:cs typeface="Arial"/>
              </a:defRPr>
            </a:lvl8pPr>
            <a:lvl9pPr algn="r">
              <a:buNone/>
              <a:defRPr sz="975" b="0" i="0">
                <a:solidFill>
                  <a:srgbClr val="9AAFC2"/>
                </a:solidFill>
                <a:latin typeface="Arial"/>
                <a:ea typeface="Arial"/>
                <a:cs typeface="Arial"/>
              </a:defRPr>
            </a:lvl9pPr>
          </a:lstStyle>
          <a:p xmlns:a="http://schemas.openxmlformats.org/drawingml/2006/main">
            <a:pPr algn="r">
              <a:buNone/>
              <a:defRPr sz="975" b="0" i="0">
                <a:solidFill>
                  <a:srgbClr val="9AAFC2"/>
                </a:solidFill>
                <a:latin typeface="Arial"/>
                <a:ea typeface="Arial"/>
                <a:cs typeface="Arial"/>
              </a:defRPr>
            </a:pPr>
            <a:r>
              <a:rPr sz="975" b="0" i="0">
                <a:solidFill>
                  <a:srgbClr val="9AAFC2"/>
                </a:solidFill>
                <a:latin typeface="Arial"/>
                <a:ea typeface="Arial"/>
                <a:cs typeface="Arial"/>
              </a:rPr>
              <a:t>05</a:t>
            </a:r>
          </a:p>
        </p:txBody>
      </p:sp>
      <p:sp>
        <p:nvSpPr>
          <p:cNvPr id="6" name="Rectangle 5">
            <a:extLst xmlns:a="http://schemas.openxmlformats.org/drawingml/2006/main">
              <a:ext uri="{FF2B5EF4-FFF2-40B4-BE49-F238E27FC236}">
                <a16:creationId xmlns:a16="http://schemas.microsoft.com/office/drawing/2014/main" id="{F3999436-0FC6-4BF9-9583-3EECC3B8F411}"/>
              </a:ext>
            </a:extLst>
          </p:cNvPr>
          <p:cNvSpPr>
            <a:spLocks xmlns:a="http://schemas.openxmlformats.org/drawingml/2006/main" noGrp="1"/>
          </p:cNvSpPr>
          <p:nvPr/>
        </p:nvSpPr>
        <p:spPr>
          <a:xfrm xmlns:a="http://schemas.openxmlformats.org/drawingml/2006/main">
            <a:off x="590550" y="1171575"/>
            <a:ext cx="1095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500" b="0" i="0">
                <a:solidFill>
                  <a:srgbClr val="D5E0E9"/>
                </a:solidFill>
                <a:latin typeface="Arial"/>
                <a:ea typeface="Arial"/>
                <a:cs typeface="Arial"/>
              </a:defRPr>
            </a:defPPr>
            <a:lvl1pPr algn="l">
              <a:buNone/>
              <a:defRPr sz="1500" b="0" i="0">
                <a:solidFill>
                  <a:srgbClr val="D5E0E9"/>
                </a:solidFill>
                <a:latin typeface="Arial"/>
                <a:ea typeface="Arial"/>
                <a:cs typeface="Arial"/>
              </a:defRPr>
            </a:lvl1pPr>
            <a:lvl2pPr algn="l">
              <a:buNone/>
              <a:defRPr sz="1500" b="0" i="0">
                <a:solidFill>
                  <a:srgbClr val="D5E0E9"/>
                </a:solidFill>
                <a:latin typeface="Arial"/>
                <a:ea typeface="Arial"/>
                <a:cs typeface="Arial"/>
              </a:defRPr>
            </a:lvl2pPr>
            <a:lvl3pPr algn="l">
              <a:buNone/>
              <a:defRPr sz="1500" b="0" i="0">
                <a:solidFill>
                  <a:srgbClr val="D5E0E9"/>
                </a:solidFill>
                <a:latin typeface="Arial"/>
                <a:ea typeface="Arial"/>
                <a:cs typeface="Arial"/>
              </a:defRPr>
            </a:lvl3pPr>
            <a:lvl4pPr algn="l">
              <a:buNone/>
              <a:defRPr sz="1500" b="0" i="0">
                <a:solidFill>
                  <a:srgbClr val="D5E0E9"/>
                </a:solidFill>
                <a:latin typeface="Arial"/>
                <a:ea typeface="Arial"/>
                <a:cs typeface="Arial"/>
              </a:defRPr>
            </a:lvl4pPr>
            <a:lvl5pPr algn="l">
              <a:buNone/>
              <a:defRPr sz="1500" b="0" i="0">
                <a:solidFill>
                  <a:srgbClr val="D5E0E9"/>
                </a:solidFill>
                <a:latin typeface="Arial"/>
                <a:ea typeface="Arial"/>
                <a:cs typeface="Arial"/>
              </a:defRPr>
            </a:lvl5pPr>
            <a:lvl6pPr algn="l">
              <a:buNone/>
              <a:defRPr sz="1500" b="0" i="0">
                <a:solidFill>
                  <a:srgbClr val="D5E0E9"/>
                </a:solidFill>
                <a:latin typeface="Arial"/>
                <a:ea typeface="Arial"/>
                <a:cs typeface="Arial"/>
              </a:defRPr>
            </a:lvl6pPr>
            <a:lvl7pPr algn="l">
              <a:buNone/>
              <a:defRPr sz="1500" b="0" i="0">
                <a:solidFill>
                  <a:srgbClr val="D5E0E9"/>
                </a:solidFill>
                <a:latin typeface="Arial"/>
                <a:ea typeface="Arial"/>
                <a:cs typeface="Arial"/>
              </a:defRPr>
            </a:lvl7pPr>
            <a:lvl8pPr algn="l">
              <a:buNone/>
              <a:defRPr sz="1500" b="0" i="0">
                <a:solidFill>
                  <a:srgbClr val="D5E0E9"/>
                </a:solidFill>
                <a:latin typeface="Arial"/>
                <a:ea typeface="Arial"/>
                <a:cs typeface="Arial"/>
              </a:defRPr>
            </a:lvl8pPr>
            <a:lvl9pPr algn="l">
              <a:buNone/>
              <a:defRPr sz="1500" b="0" i="0">
                <a:solidFill>
                  <a:srgbClr val="D5E0E9"/>
                </a:solidFill>
                <a:latin typeface="Arial"/>
                <a:ea typeface="Arial"/>
                <a:cs typeface="Arial"/>
              </a:defRPr>
            </a:lvl9pPr>
          </a:lstStyle>
          <a:p xmlns:a="http://schemas.openxmlformats.org/drawingml/2006/main">
            <a:pPr algn="l">
              <a:buNone/>
              <a:defRPr sz="1500" b="0" i="0">
                <a:solidFill>
                  <a:srgbClr val="D5E0E9"/>
                </a:solidFill>
                <a:latin typeface="Arial"/>
                <a:ea typeface="Arial"/>
                <a:cs typeface="Arial"/>
              </a:defRPr>
            </a:pPr>
            <a:r>
              <a:rPr sz="1500" b="0" i="0">
                <a:solidFill>
                  <a:srgbClr val="D5E0E9"/>
                </a:solidFill>
                <a:latin typeface="Arial"/>
                <a:ea typeface="Arial"/>
                <a:cs typeface="Arial"/>
              </a:rPr>
              <a:t>Each node adds a typed result to shared workflow state. Later stages use earlier outputs in order.</a:t>
            </a:r>
          </a:p>
        </p:txBody>
      </p:sp>
      <p:sp>
        <p:nvSpPr>
          <p:cNvPr id="7" name="state-detail-1">
            <a:extLst xmlns:a="http://schemas.openxmlformats.org/drawingml/2006/main">
              <a:ext uri="{FF2B5EF4-FFF2-40B4-BE49-F238E27FC236}">
                <a16:creationId xmlns:a16="http://schemas.microsoft.com/office/drawing/2014/main" id="{79CF5E13-10C3-43CD-995C-1AA10836E258}"/>
              </a:ext>
            </a:extLst>
          </p:cNvPr>
          <p:cNvSpPr>
            <a:spLocks xmlns:a="http://schemas.openxmlformats.org/drawingml/2006/main" noGrp="1"/>
          </p:cNvSpPr>
          <p:nvPr/>
        </p:nvSpPr>
        <p:spPr>
          <a:xfrm xmlns:a="http://schemas.openxmlformats.org/drawingml/2006/main">
            <a:off x="590550" y="1790700"/>
            <a:ext cx="1943100" cy="2457450"/>
          </a:xfrm>
          <a:prstGeom xmlns:a="http://schemas.openxmlformats.org/drawingml/2006/main" prst="roundRect">
            <a:avLst>
              <a:gd name="adj" fmla="val 6373"/>
            </a:avLst>
          </a:prstGeom>
          <a:solidFill xmlns:a="http://schemas.openxmlformats.org/drawingml/2006/main">
            <a:srgbClr val="101D2D"/>
          </a:solidFill>
          <a:ln xmlns:a="http://schemas.openxmlformats.org/drawingml/2006/main" w="12383">
            <a:solidFill>
              <a:srgbClr val="38E0C1"/>
            </a:solidFill>
            <a:prstDash val="solid"/>
          </a:ln>
        </p:spPr>
      </p:sp>
      <p:sp>
        <p:nvSpPr>
          <p:cNvPr id="8" name="Rectangle 7">
            <a:extLst xmlns:a="http://schemas.openxmlformats.org/drawingml/2006/main">
              <a:ext uri="{FF2B5EF4-FFF2-40B4-BE49-F238E27FC236}">
                <a16:creationId xmlns:a16="http://schemas.microsoft.com/office/drawing/2014/main" id="{9A914FB1-B03C-4E66-A360-293053DC29A1}"/>
              </a:ext>
            </a:extLst>
          </p:cNvPr>
          <p:cNvSpPr>
            <a:spLocks xmlns:a="http://schemas.openxmlformats.org/drawingml/2006/main" noGrp="1"/>
          </p:cNvSpPr>
          <p:nvPr/>
        </p:nvSpPr>
        <p:spPr>
          <a:xfrm xmlns:a="http://schemas.openxmlformats.org/drawingml/2006/main">
            <a:off x="723900" y="1914525"/>
            <a:ext cx="361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38E0C1"/>
                </a:solidFill>
                <a:latin typeface="Arial"/>
                <a:ea typeface="Arial"/>
                <a:cs typeface="Arial"/>
              </a:defRPr>
            </a:defPPr>
            <a:lvl1pPr algn="l">
              <a:buNone/>
              <a:defRPr sz="975" b="1" i="0">
                <a:solidFill>
                  <a:srgbClr val="38E0C1"/>
                </a:solidFill>
                <a:latin typeface="Arial"/>
                <a:ea typeface="Arial"/>
                <a:cs typeface="Arial"/>
              </a:defRPr>
            </a:lvl1pPr>
            <a:lvl2pPr algn="l">
              <a:buNone/>
              <a:defRPr sz="975" b="1" i="0">
                <a:solidFill>
                  <a:srgbClr val="38E0C1"/>
                </a:solidFill>
                <a:latin typeface="Arial"/>
                <a:ea typeface="Arial"/>
                <a:cs typeface="Arial"/>
              </a:defRPr>
            </a:lvl2pPr>
            <a:lvl3pPr algn="l">
              <a:buNone/>
              <a:defRPr sz="975" b="1" i="0">
                <a:solidFill>
                  <a:srgbClr val="38E0C1"/>
                </a:solidFill>
                <a:latin typeface="Arial"/>
                <a:ea typeface="Arial"/>
                <a:cs typeface="Arial"/>
              </a:defRPr>
            </a:lvl3pPr>
            <a:lvl4pPr algn="l">
              <a:buNone/>
              <a:defRPr sz="975" b="1" i="0">
                <a:solidFill>
                  <a:srgbClr val="38E0C1"/>
                </a:solidFill>
                <a:latin typeface="Arial"/>
                <a:ea typeface="Arial"/>
                <a:cs typeface="Arial"/>
              </a:defRPr>
            </a:lvl4pPr>
            <a:lvl5pPr algn="l">
              <a:buNone/>
              <a:defRPr sz="975" b="1" i="0">
                <a:solidFill>
                  <a:srgbClr val="38E0C1"/>
                </a:solidFill>
                <a:latin typeface="Arial"/>
                <a:ea typeface="Arial"/>
                <a:cs typeface="Arial"/>
              </a:defRPr>
            </a:lvl5pPr>
            <a:lvl6pPr algn="l">
              <a:buNone/>
              <a:defRPr sz="975" b="1" i="0">
                <a:solidFill>
                  <a:srgbClr val="38E0C1"/>
                </a:solidFill>
                <a:latin typeface="Arial"/>
                <a:ea typeface="Arial"/>
                <a:cs typeface="Arial"/>
              </a:defRPr>
            </a:lvl6pPr>
            <a:lvl7pPr algn="l">
              <a:buNone/>
              <a:defRPr sz="975" b="1" i="0">
                <a:solidFill>
                  <a:srgbClr val="38E0C1"/>
                </a:solidFill>
                <a:latin typeface="Arial"/>
                <a:ea typeface="Arial"/>
                <a:cs typeface="Arial"/>
              </a:defRPr>
            </a:lvl7pPr>
            <a:lvl8pPr algn="l">
              <a:buNone/>
              <a:defRPr sz="975" b="1" i="0">
                <a:solidFill>
                  <a:srgbClr val="38E0C1"/>
                </a:solidFill>
                <a:latin typeface="Arial"/>
                <a:ea typeface="Arial"/>
                <a:cs typeface="Arial"/>
              </a:defRPr>
            </a:lvl8pPr>
            <a:lvl9pPr algn="l">
              <a:buNone/>
              <a:defRPr sz="975" b="1" i="0">
                <a:solidFill>
                  <a:srgbClr val="38E0C1"/>
                </a:solidFill>
                <a:latin typeface="Arial"/>
                <a:ea typeface="Arial"/>
                <a:cs typeface="Arial"/>
              </a:defRPr>
            </a:lvl9pPr>
          </a:lstStyle>
          <a:p xmlns:a="http://schemas.openxmlformats.org/drawingml/2006/main">
            <a:pPr algn="l">
              <a:buNone/>
              <a:defRPr sz="975" b="1" i="0">
                <a:solidFill>
                  <a:srgbClr val="38E0C1"/>
                </a:solidFill>
                <a:latin typeface="Arial"/>
                <a:ea typeface="Arial"/>
                <a:cs typeface="Arial"/>
              </a:defRPr>
            </a:pPr>
            <a:r>
              <a:rPr sz="975" b="1" i="0">
                <a:solidFill>
                  <a:srgbClr val="38E0C1"/>
                </a:solidFill>
                <a:latin typeface="Arial"/>
                <a:ea typeface="Arial"/>
                <a:cs typeface="Arial"/>
              </a:rPr>
              <a:t>01</a:t>
            </a:r>
          </a:p>
        </p:txBody>
      </p:sp>
      <p:sp>
        <p:nvSpPr>
          <p:cNvPr id="9" name="Rectangle 8">
            <a:extLst xmlns:a="http://schemas.openxmlformats.org/drawingml/2006/main">
              <a:ext uri="{FF2B5EF4-FFF2-40B4-BE49-F238E27FC236}">
                <a16:creationId xmlns:a16="http://schemas.microsoft.com/office/drawing/2014/main" id="{35141959-E562-4306-80AC-18F24690BBD9}"/>
              </a:ext>
            </a:extLst>
          </p:cNvPr>
          <p:cNvSpPr>
            <a:spLocks xmlns:a="http://schemas.openxmlformats.org/drawingml/2006/main" noGrp="1"/>
          </p:cNvSpPr>
          <p:nvPr/>
        </p:nvSpPr>
        <p:spPr>
          <a:xfrm xmlns:a="http://schemas.openxmlformats.org/drawingml/2006/main">
            <a:off x="704850" y="22193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350" b="1" i="0">
                <a:solidFill>
                  <a:srgbClr val="F4F7FB"/>
                </a:solidFill>
                <a:latin typeface="Arial"/>
                <a:ea typeface="Arial"/>
                <a:cs typeface="Arial"/>
              </a:defRPr>
            </a:defPPr>
            <a:lvl1pPr algn="ctr">
              <a:buNone/>
              <a:defRPr sz="1350" b="1" i="0">
                <a:solidFill>
                  <a:srgbClr val="F4F7FB"/>
                </a:solidFill>
                <a:latin typeface="Arial"/>
                <a:ea typeface="Arial"/>
                <a:cs typeface="Arial"/>
              </a:defRPr>
            </a:lvl1pPr>
            <a:lvl2pPr algn="ctr">
              <a:buNone/>
              <a:defRPr sz="1350" b="1" i="0">
                <a:solidFill>
                  <a:srgbClr val="F4F7FB"/>
                </a:solidFill>
                <a:latin typeface="Arial"/>
                <a:ea typeface="Arial"/>
                <a:cs typeface="Arial"/>
              </a:defRPr>
            </a:lvl2pPr>
            <a:lvl3pPr algn="ctr">
              <a:buNone/>
              <a:defRPr sz="1350" b="1" i="0">
                <a:solidFill>
                  <a:srgbClr val="F4F7FB"/>
                </a:solidFill>
                <a:latin typeface="Arial"/>
                <a:ea typeface="Arial"/>
                <a:cs typeface="Arial"/>
              </a:defRPr>
            </a:lvl3pPr>
            <a:lvl4pPr algn="ctr">
              <a:buNone/>
              <a:defRPr sz="1350" b="1" i="0">
                <a:solidFill>
                  <a:srgbClr val="F4F7FB"/>
                </a:solidFill>
                <a:latin typeface="Arial"/>
                <a:ea typeface="Arial"/>
                <a:cs typeface="Arial"/>
              </a:defRPr>
            </a:lvl4pPr>
            <a:lvl5pPr algn="ctr">
              <a:buNone/>
              <a:defRPr sz="1350" b="1" i="0">
                <a:solidFill>
                  <a:srgbClr val="F4F7FB"/>
                </a:solidFill>
                <a:latin typeface="Arial"/>
                <a:ea typeface="Arial"/>
                <a:cs typeface="Arial"/>
              </a:defRPr>
            </a:lvl5pPr>
            <a:lvl6pPr algn="ctr">
              <a:buNone/>
              <a:defRPr sz="1350" b="1" i="0">
                <a:solidFill>
                  <a:srgbClr val="F4F7FB"/>
                </a:solidFill>
                <a:latin typeface="Arial"/>
                <a:ea typeface="Arial"/>
                <a:cs typeface="Arial"/>
              </a:defRPr>
            </a:lvl6pPr>
            <a:lvl7pPr algn="ctr">
              <a:buNone/>
              <a:defRPr sz="1350" b="1" i="0">
                <a:solidFill>
                  <a:srgbClr val="F4F7FB"/>
                </a:solidFill>
                <a:latin typeface="Arial"/>
                <a:ea typeface="Arial"/>
                <a:cs typeface="Arial"/>
              </a:defRPr>
            </a:lvl7pPr>
            <a:lvl8pPr algn="ctr">
              <a:buNone/>
              <a:defRPr sz="1350" b="1" i="0">
                <a:solidFill>
                  <a:srgbClr val="F4F7FB"/>
                </a:solidFill>
                <a:latin typeface="Arial"/>
                <a:ea typeface="Arial"/>
                <a:cs typeface="Arial"/>
              </a:defRPr>
            </a:lvl8pPr>
            <a:lvl9pPr algn="ctr">
              <a:buNone/>
              <a:defRPr sz="1350" b="1" i="0">
                <a:solidFill>
                  <a:srgbClr val="F4F7FB"/>
                </a:solidFill>
                <a:latin typeface="Arial"/>
                <a:ea typeface="Arial"/>
                <a:cs typeface="Arial"/>
              </a:defRPr>
            </a:lvl9pPr>
          </a:lstStyle>
          <a:p xmlns:a="http://schemas.openxmlformats.org/drawingml/2006/main">
            <a:pPr algn="ctr">
              <a:buNone/>
              <a:defRPr sz="1350" b="1" i="0">
                <a:solidFill>
                  <a:srgbClr val="F4F7FB"/>
                </a:solidFill>
                <a:latin typeface="Arial"/>
                <a:ea typeface="Arial"/>
                <a:cs typeface="Arial"/>
              </a:defRPr>
            </a:pPr>
            <a:r>
              <a:rPr sz="1350" b="1" i="0">
                <a:solidFill>
                  <a:srgbClr val="F4F7FB"/>
                </a:solidFill>
                <a:latin typeface="Arial"/>
                <a:ea typeface="Arial"/>
                <a:cs typeface="Arial"/>
              </a:rPr>
              <a:t>Data validation</a:t>
            </a:r>
          </a:p>
        </p:txBody>
      </p:sp>
      <p:sp>
        <p:nvSpPr>
          <p:cNvPr id="10" name="Straight Connector 9">
            <a:extLst xmlns:a="http://schemas.openxmlformats.org/drawingml/2006/main">
              <a:ext uri="{FF2B5EF4-FFF2-40B4-BE49-F238E27FC236}">
                <a16:creationId xmlns:a16="http://schemas.microsoft.com/office/drawing/2014/main" id="{45A4E92D-A65C-45F1-91A0-C03916C48FEC}"/>
              </a:ext>
            </a:extLst>
          </p:cNvPr>
          <p:cNvSpPr>
            <a:spLocks xmlns:a="http://schemas.openxmlformats.org/drawingml/2006/main" noGrp="1"/>
          </p:cNvSpPr>
          <p:nvPr/>
        </p:nvSpPr>
        <p:spPr>
          <a:xfrm xmlns:a="http://schemas.openxmlformats.org/drawingml/2006/main">
            <a:off x="781050" y="2771775"/>
            <a:ext cx="15621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11" name="Rectangle 10">
            <a:extLst xmlns:a="http://schemas.openxmlformats.org/drawingml/2006/main">
              <a:ext uri="{FF2B5EF4-FFF2-40B4-BE49-F238E27FC236}">
                <a16:creationId xmlns:a16="http://schemas.microsoft.com/office/drawing/2014/main" id="{D1335932-D306-47AB-A287-DA28878E0B36}"/>
              </a:ext>
            </a:extLst>
          </p:cNvPr>
          <p:cNvSpPr>
            <a:spLocks xmlns:a="http://schemas.openxmlformats.org/drawingml/2006/main" noGrp="1"/>
          </p:cNvSpPr>
          <p:nvPr/>
        </p:nvSpPr>
        <p:spPr>
          <a:xfrm xmlns:a="http://schemas.openxmlformats.org/drawingml/2006/main">
            <a:off x="723900" y="2886075"/>
            <a:ext cx="16764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825" b="1" i="0">
                <a:solidFill>
                  <a:srgbClr val="9AAFC2"/>
                </a:solidFill>
                <a:latin typeface="Arial"/>
                <a:ea typeface="Arial"/>
                <a:cs typeface="Arial"/>
              </a:defRPr>
            </a:defPPr>
            <a:lvl1pPr algn="ctr">
              <a:buNone/>
              <a:defRPr sz="825" b="1" i="0">
                <a:solidFill>
                  <a:srgbClr val="9AAFC2"/>
                </a:solidFill>
                <a:latin typeface="Arial"/>
                <a:ea typeface="Arial"/>
                <a:cs typeface="Arial"/>
              </a:defRPr>
            </a:lvl1pPr>
            <a:lvl2pPr algn="ctr">
              <a:buNone/>
              <a:defRPr sz="825" b="1" i="0">
                <a:solidFill>
                  <a:srgbClr val="9AAFC2"/>
                </a:solidFill>
                <a:latin typeface="Arial"/>
                <a:ea typeface="Arial"/>
                <a:cs typeface="Arial"/>
              </a:defRPr>
            </a:lvl2pPr>
            <a:lvl3pPr algn="ctr">
              <a:buNone/>
              <a:defRPr sz="825" b="1" i="0">
                <a:solidFill>
                  <a:srgbClr val="9AAFC2"/>
                </a:solidFill>
                <a:latin typeface="Arial"/>
                <a:ea typeface="Arial"/>
                <a:cs typeface="Arial"/>
              </a:defRPr>
            </a:lvl3pPr>
            <a:lvl4pPr algn="ctr">
              <a:buNone/>
              <a:defRPr sz="825" b="1" i="0">
                <a:solidFill>
                  <a:srgbClr val="9AAFC2"/>
                </a:solidFill>
                <a:latin typeface="Arial"/>
                <a:ea typeface="Arial"/>
                <a:cs typeface="Arial"/>
              </a:defRPr>
            </a:lvl4pPr>
            <a:lvl5pPr algn="ctr">
              <a:buNone/>
              <a:defRPr sz="825" b="1" i="0">
                <a:solidFill>
                  <a:srgbClr val="9AAFC2"/>
                </a:solidFill>
                <a:latin typeface="Arial"/>
                <a:ea typeface="Arial"/>
                <a:cs typeface="Arial"/>
              </a:defRPr>
            </a:lvl5pPr>
            <a:lvl6pPr algn="ctr">
              <a:buNone/>
              <a:defRPr sz="825" b="1" i="0">
                <a:solidFill>
                  <a:srgbClr val="9AAFC2"/>
                </a:solidFill>
                <a:latin typeface="Arial"/>
                <a:ea typeface="Arial"/>
                <a:cs typeface="Arial"/>
              </a:defRPr>
            </a:lvl6pPr>
            <a:lvl7pPr algn="ctr">
              <a:buNone/>
              <a:defRPr sz="825" b="1" i="0">
                <a:solidFill>
                  <a:srgbClr val="9AAFC2"/>
                </a:solidFill>
                <a:latin typeface="Arial"/>
                <a:ea typeface="Arial"/>
                <a:cs typeface="Arial"/>
              </a:defRPr>
            </a:lvl7pPr>
            <a:lvl8pPr algn="ctr">
              <a:buNone/>
              <a:defRPr sz="825" b="1" i="0">
                <a:solidFill>
                  <a:srgbClr val="9AAFC2"/>
                </a:solidFill>
                <a:latin typeface="Arial"/>
                <a:ea typeface="Arial"/>
                <a:cs typeface="Arial"/>
              </a:defRPr>
            </a:lvl8pPr>
            <a:lvl9pPr algn="ctr">
              <a:buNone/>
              <a:defRPr sz="825" b="1" i="0">
                <a:solidFill>
                  <a:srgbClr val="9AAFC2"/>
                </a:solidFill>
                <a:latin typeface="Arial"/>
                <a:ea typeface="Arial"/>
                <a:cs typeface="Arial"/>
              </a:defRPr>
            </a:lvl9pPr>
          </a:lstStyle>
          <a:p xmlns:a="http://schemas.openxmlformats.org/drawingml/2006/main">
            <a:pPr algn="ctr">
              <a:buNone/>
              <a:defRPr sz="825" b="1" i="0">
                <a:solidFill>
                  <a:srgbClr val="9AAFC2"/>
                </a:solidFill>
                <a:latin typeface="Arial"/>
                <a:ea typeface="Arial"/>
                <a:cs typeface="Arial"/>
              </a:defRPr>
            </a:pPr>
            <a:r>
              <a:rPr sz="825" b="1" i="0">
                <a:solidFill>
                  <a:srgbClr val="9AAFC2"/>
                </a:solidFill>
                <a:latin typeface="Arial"/>
                <a:ea typeface="Arial"/>
                <a:cs typeface="Arial"/>
              </a:rPr>
              <a:t>INPUT</a:t>
            </a:r>
          </a:p>
        </p:txBody>
      </p:sp>
      <p:sp>
        <p:nvSpPr>
          <p:cNvPr id="12" name="Rectangle 11">
            <a:extLst xmlns:a="http://schemas.openxmlformats.org/drawingml/2006/main">
              <a:ext uri="{FF2B5EF4-FFF2-40B4-BE49-F238E27FC236}">
                <a16:creationId xmlns:a16="http://schemas.microsoft.com/office/drawing/2014/main" id="{B60A37A1-A47F-46E7-9C3E-421A99CD747B}"/>
              </a:ext>
            </a:extLst>
          </p:cNvPr>
          <p:cNvSpPr>
            <a:spLocks xmlns:a="http://schemas.openxmlformats.org/drawingml/2006/main" noGrp="1"/>
          </p:cNvSpPr>
          <p:nvPr/>
        </p:nvSpPr>
        <p:spPr>
          <a:xfrm xmlns:a="http://schemas.openxmlformats.org/drawingml/2006/main">
            <a:off x="704850" y="30861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050" b="0" i="0">
                <a:solidFill>
                  <a:srgbClr val="D5E0E9"/>
                </a:solidFill>
                <a:latin typeface="Arial"/>
                <a:ea typeface="Arial"/>
                <a:cs typeface="Arial"/>
              </a:defRPr>
            </a:defPPr>
            <a:lvl1pPr algn="ctr">
              <a:buNone/>
              <a:defRPr sz="1050" b="0" i="0">
                <a:solidFill>
                  <a:srgbClr val="D5E0E9"/>
                </a:solidFill>
                <a:latin typeface="Arial"/>
                <a:ea typeface="Arial"/>
                <a:cs typeface="Arial"/>
              </a:defRPr>
            </a:lvl1pPr>
            <a:lvl2pPr algn="ctr">
              <a:buNone/>
              <a:defRPr sz="1050" b="0" i="0">
                <a:solidFill>
                  <a:srgbClr val="D5E0E9"/>
                </a:solidFill>
                <a:latin typeface="Arial"/>
                <a:ea typeface="Arial"/>
                <a:cs typeface="Arial"/>
              </a:defRPr>
            </a:lvl2pPr>
            <a:lvl3pPr algn="ctr">
              <a:buNone/>
              <a:defRPr sz="1050" b="0" i="0">
                <a:solidFill>
                  <a:srgbClr val="D5E0E9"/>
                </a:solidFill>
                <a:latin typeface="Arial"/>
                <a:ea typeface="Arial"/>
                <a:cs typeface="Arial"/>
              </a:defRPr>
            </a:lvl3pPr>
            <a:lvl4pPr algn="ctr">
              <a:buNone/>
              <a:defRPr sz="1050" b="0" i="0">
                <a:solidFill>
                  <a:srgbClr val="D5E0E9"/>
                </a:solidFill>
                <a:latin typeface="Arial"/>
                <a:ea typeface="Arial"/>
                <a:cs typeface="Arial"/>
              </a:defRPr>
            </a:lvl4pPr>
            <a:lvl5pPr algn="ctr">
              <a:buNone/>
              <a:defRPr sz="1050" b="0" i="0">
                <a:solidFill>
                  <a:srgbClr val="D5E0E9"/>
                </a:solidFill>
                <a:latin typeface="Arial"/>
                <a:ea typeface="Arial"/>
                <a:cs typeface="Arial"/>
              </a:defRPr>
            </a:lvl5pPr>
            <a:lvl6pPr algn="ctr">
              <a:buNone/>
              <a:defRPr sz="1050" b="0" i="0">
                <a:solidFill>
                  <a:srgbClr val="D5E0E9"/>
                </a:solidFill>
                <a:latin typeface="Arial"/>
                <a:ea typeface="Arial"/>
                <a:cs typeface="Arial"/>
              </a:defRPr>
            </a:lvl6pPr>
            <a:lvl7pPr algn="ctr">
              <a:buNone/>
              <a:defRPr sz="1050" b="0" i="0">
                <a:solidFill>
                  <a:srgbClr val="D5E0E9"/>
                </a:solidFill>
                <a:latin typeface="Arial"/>
                <a:ea typeface="Arial"/>
                <a:cs typeface="Arial"/>
              </a:defRPr>
            </a:lvl7pPr>
            <a:lvl8pPr algn="ctr">
              <a:buNone/>
              <a:defRPr sz="1050" b="0" i="0">
                <a:solidFill>
                  <a:srgbClr val="D5E0E9"/>
                </a:solidFill>
                <a:latin typeface="Arial"/>
                <a:ea typeface="Arial"/>
                <a:cs typeface="Arial"/>
              </a:defRPr>
            </a:lvl8pPr>
            <a:lvl9pPr algn="ctr">
              <a:buNone/>
              <a:defRPr sz="1050" b="0" i="0">
                <a:solidFill>
                  <a:srgbClr val="D5E0E9"/>
                </a:solidFill>
                <a:latin typeface="Arial"/>
                <a:ea typeface="Arial"/>
                <a:cs typeface="Arial"/>
              </a:defRPr>
            </a:lvl9pPr>
          </a:lstStyle>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raw_dataframe</a:t>
            </a:r>
          </a:p>
        </p:txBody>
      </p:sp>
      <p:sp>
        <p:nvSpPr>
          <p:cNvPr id="13" name="Rectangle 12">
            <a:extLst xmlns:a="http://schemas.openxmlformats.org/drawingml/2006/main">
              <a:ext uri="{FF2B5EF4-FFF2-40B4-BE49-F238E27FC236}">
                <a16:creationId xmlns:a16="http://schemas.microsoft.com/office/drawing/2014/main" id="{488F4414-A50C-4CFB-B3DB-E0B338238BC6}"/>
              </a:ext>
            </a:extLst>
          </p:cNvPr>
          <p:cNvSpPr>
            <a:spLocks xmlns:a="http://schemas.openxmlformats.org/drawingml/2006/main" noGrp="1"/>
          </p:cNvSpPr>
          <p:nvPr/>
        </p:nvSpPr>
        <p:spPr>
          <a:xfrm xmlns:a="http://schemas.openxmlformats.org/drawingml/2006/main">
            <a:off x="723900" y="3524250"/>
            <a:ext cx="1676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825" b="1" i="0">
                <a:solidFill>
                  <a:srgbClr val="38E0C1"/>
                </a:solidFill>
                <a:latin typeface="Arial"/>
                <a:ea typeface="Arial"/>
                <a:cs typeface="Arial"/>
              </a:defRPr>
            </a:defPPr>
            <a:lvl1pPr algn="ctr">
              <a:buNone/>
              <a:defRPr sz="825" b="1" i="0">
                <a:solidFill>
                  <a:srgbClr val="38E0C1"/>
                </a:solidFill>
                <a:latin typeface="Arial"/>
                <a:ea typeface="Arial"/>
                <a:cs typeface="Arial"/>
              </a:defRPr>
            </a:lvl1pPr>
            <a:lvl2pPr algn="ctr">
              <a:buNone/>
              <a:defRPr sz="825" b="1" i="0">
                <a:solidFill>
                  <a:srgbClr val="38E0C1"/>
                </a:solidFill>
                <a:latin typeface="Arial"/>
                <a:ea typeface="Arial"/>
                <a:cs typeface="Arial"/>
              </a:defRPr>
            </a:lvl2pPr>
            <a:lvl3pPr algn="ctr">
              <a:buNone/>
              <a:defRPr sz="825" b="1" i="0">
                <a:solidFill>
                  <a:srgbClr val="38E0C1"/>
                </a:solidFill>
                <a:latin typeface="Arial"/>
                <a:ea typeface="Arial"/>
                <a:cs typeface="Arial"/>
              </a:defRPr>
            </a:lvl3pPr>
            <a:lvl4pPr algn="ctr">
              <a:buNone/>
              <a:defRPr sz="825" b="1" i="0">
                <a:solidFill>
                  <a:srgbClr val="38E0C1"/>
                </a:solidFill>
                <a:latin typeface="Arial"/>
                <a:ea typeface="Arial"/>
                <a:cs typeface="Arial"/>
              </a:defRPr>
            </a:lvl4pPr>
            <a:lvl5pPr algn="ctr">
              <a:buNone/>
              <a:defRPr sz="825" b="1" i="0">
                <a:solidFill>
                  <a:srgbClr val="38E0C1"/>
                </a:solidFill>
                <a:latin typeface="Arial"/>
                <a:ea typeface="Arial"/>
                <a:cs typeface="Arial"/>
              </a:defRPr>
            </a:lvl5pPr>
            <a:lvl6pPr algn="ctr">
              <a:buNone/>
              <a:defRPr sz="825" b="1" i="0">
                <a:solidFill>
                  <a:srgbClr val="38E0C1"/>
                </a:solidFill>
                <a:latin typeface="Arial"/>
                <a:ea typeface="Arial"/>
                <a:cs typeface="Arial"/>
              </a:defRPr>
            </a:lvl6pPr>
            <a:lvl7pPr algn="ctr">
              <a:buNone/>
              <a:defRPr sz="825" b="1" i="0">
                <a:solidFill>
                  <a:srgbClr val="38E0C1"/>
                </a:solidFill>
                <a:latin typeface="Arial"/>
                <a:ea typeface="Arial"/>
                <a:cs typeface="Arial"/>
              </a:defRPr>
            </a:lvl7pPr>
            <a:lvl8pPr algn="ctr">
              <a:buNone/>
              <a:defRPr sz="825" b="1" i="0">
                <a:solidFill>
                  <a:srgbClr val="38E0C1"/>
                </a:solidFill>
                <a:latin typeface="Arial"/>
                <a:ea typeface="Arial"/>
                <a:cs typeface="Arial"/>
              </a:defRPr>
            </a:lvl8pPr>
            <a:lvl9pPr algn="ctr">
              <a:buNone/>
              <a:defRPr sz="825" b="1" i="0">
                <a:solidFill>
                  <a:srgbClr val="38E0C1"/>
                </a:solidFill>
                <a:latin typeface="Arial"/>
                <a:ea typeface="Arial"/>
                <a:cs typeface="Arial"/>
              </a:defRPr>
            </a:lvl9pPr>
          </a:lstStyle>
          <a:p xmlns:a="http://schemas.openxmlformats.org/drawingml/2006/main">
            <a:pPr algn="ctr">
              <a:buNone/>
              <a:defRPr sz="825" b="1" i="0">
                <a:solidFill>
                  <a:srgbClr val="38E0C1"/>
                </a:solidFill>
                <a:latin typeface="Arial"/>
                <a:ea typeface="Arial"/>
                <a:cs typeface="Arial"/>
              </a:defRPr>
            </a:pPr>
            <a:r>
              <a:rPr sz="825" b="1" i="0">
                <a:solidFill>
                  <a:srgbClr val="38E0C1"/>
                </a:solidFill>
                <a:latin typeface="Arial"/>
                <a:ea typeface="Arial"/>
                <a:cs typeface="Arial"/>
              </a:rPr>
              <a:t>OUTPUT</a:t>
            </a:r>
          </a:p>
        </p:txBody>
      </p:sp>
      <p:sp>
        <p:nvSpPr>
          <p:cNvPr id="14" name="Rectangle 13">
            <a:extLst xmlns:a="http://schemas.openxmlformats.org/drawingml/2006/main">
              <a:ext uri="{FF2B5EF4-FFF2-40B4-BE49-F238E27FC236}">
                <a16:creationId xmlns:a16="http://schemas.microsoft.com/office/drawing/2014/main" id="{1BCF1CE2-A815-4545-AC6A-4A9396FD41D6}"/>
              </a:ext>
            </a:extLst>
          </p:cNvPr>
          <p:cNvSpPr>
            <a:spLocks xmlns:a="http://schemas.openxmlformats.org/drawingml/2006/main" noGrp="1"/>
          </p:cNvSpPr>
          <p:nvPr/>
        </p:nvSpPr>
        <p:spPr>
          <a:xfrm xmlns:a="http://schemas.openxmlformats.org/drawingml/2006/main">
            <a:off x="704850" y="37052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238"/>
          </a:bodyPr>
          <a:lstStyle xmlns:a="http://schemas.openxmlformats.org/drawingml/2006/main">
            <a:defPPr algn="ctr">
              <a:defRPr sz="1050" b="0" i="0">
                <a:solidFill>
                  <a:srgbClr val="D5E0E9"/>
                </a:solidFill>
                <a:latin typeface="Arial"/>
                <a:ea typeface="Arial"/>
                <a:cs typeface="Arial"/>
              </a:defRPr>
            </a:defPPr>
            <a:lvl1pPr algn="ctr">
              <a:buNone/>
              <a:defRPr sz="1050" b="0" i="0">
                <a:solidFill>
                  <a:srgbClr val="D5E0E9"/>
                </a:solidFill>
                <a:latin typeface="Arial"/>
                <a:ea typeface="Arial"/>
                <a:cs typeface="Arial"/>
              </a:defRPr>
            </a:lvl1pPr>
            <a:lvl2pPr algn="ctr">
              <a:buNone/>
              <a:defRPr sz="1050" b="0" i="0">
                <a:solidFill>
                  <a:srgbClr val="D5E0E9"/>
                </a:solidFill>
                <a:latin typeface="Arial"/>
                <a:ea typeface="Arial"/>
                <a:cs typeface="Arial"/>
              </a:defRPr>
            </a:lvl2pPr>
            <a:lvl3pPr algn="ctr">
              <a:buNone/>
              <a:defRPr sz="1050" b="0" i="0">
                <a:solidFill>
                  <a:srgbClr val="D5E0E9"/>
                </a:solidFill>
                <a:latin typeface="Arial"/>
                <a:ea typeface="Arial"/>
                <a:cs typeface="Arial"/>
              </a:defRPr>
            </a:lvl3pPr>
            <a:lvl4pPr algn="ctr">
              <a:buNone/>
              <a:defRPr sz="1050" b="0" i="0">
                <a:solidFill>
                  <a:srgbClr val="D5E0E9"/>
                </a:solidFill>
                <a:latin typeface="Arial"/>
                <a:ea typeface="Arial"/>
                <a:cs typeface="Arial"/>
              </a:defRPr>
            </a:lvl4pPr>
            <a:lvl5pPr algn="ctr">
              <a:buNone/>
              <a:defRPr sz="1050" b="0" i="0">
                <a:solidFill>
                  <a:srgbClr val="D5E0E9"/>
                </a:solidFill>
                <a:latin typeface="Arial"/>
                <a:ea typeface="Arial"/>
                <a:cs typeface="Arial"/>
              </a:defRPr>
            </a:lvl5pPr>
            <a:lvl6pPr algn="ctr">
              <a:buNone/>
              <a:defRPr sz="1050" b="0" i="0">
                <a:solidFill>
                  <a:srgbClr val="D5E0E9"/>
                </a:solidFill>
                <a:latin typeface="Arial"/>
                <a:ea typeface="Arial"/>
                <a:cs typeface="Arial"/>
              </a:defRPr>
            </a:lvl6pPr>
            <a:lvl7pPr algn="ctr">
              <a:buNone/>
              <a:defRPr sz="1050" b="0" i="0">
                <a:solidFill>
                  <a:srgbClr val="D5E0E9"/>
                </a:solidFill>
                <a:latin typeface="Arial"/>
                <a:ea typeface="Arial"/>
                <a:cs typeface="Arial"/>
              </a:defRPr>
            </a:lvl7pPr>
            <a:lvl8pPr algn="ctr">
              <a:buNone/>
              <a:defRPr sz="1050" b="0" i="0">
                <a:solidFill>
                  <a:srgbClr val="D5E0E9"/>
                </a:solidFill>
                <a:latin typeface="Arial"/>
                <a:ea typeface="Arial"/>
                <a:cs typeface="Arial"/>
              </a:defRPr>
            </a:lvl8pPr>
            <a:lvl9pPr algn="ctr">
              <a:buNone/>
              <a:defRPr sz="1050" b="0" i="0">
                <a:solidFill>
                  <a:srgbClr val="D5E0E9"/>
                </a:solidFill>
                <a:latin typeface="Arial"/>
                <a:ea typeface="Arial"/>
                <a:cs typeface="Arial"/>
              </a:defRPr>
            </a:lvl9pPr>
          </a:lstStyle>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valid_rows</a:t>
            </a:r>
          </a:p>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rejected_rows</a:t>
            </a:r>
          </a:p>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schema_errors</a:t>
            </a:r>
          </a:p>
        </p:txBody>
      </p:sp>
      <p:sp>
        <p:nvSpPr>
          <p:cNvPr id="15" name="state-detail-2">
            <a:extLst xmlns:a="http://schemas.openxmlformats.org/drawingml/2006/main">
              <a:ext uri="{FF2B5EF4-FFF2-40B4-BE49-F238E27FC236}">
                <a16:creationId xmlns:a16="http://schemas.microsoft.com/office/drawing/2014/main" id="{29FF3E41-87E0-496B-B154-379C29443AE7}"/>
              </a:ext>
            </a:extLst>
          </p:cNvPr>
          <p:cNvSpPr>
            <a:spLocks xmlns:a="http://schemas.openxmlformats.org/drawingml/2006/main" noGrp="1"/>
          </p:cNvSpPr>
          <p:nvPr/>
        </p:nvSpPr>
        <p:spPr>
          <a:xfrm xmlns:a="http://schemas.openxmlformats.org/drawingml/2006/main">
            <a:off x="2857500" y="1790700"/>
            <a:ext cx="1943100" cy="2457450"/>
          </a:xfrm>
          <a:prstGeom xmlns:a="http://schemas.openxmlformats.org/drawingml/2006/main" prst="roundRect">
            <a:avLst>
              <a:gd name="adj" fmla="val 6373"/>
            </a:avLst>
          </a:prstGeom>
          <a:solidFill xmlns:a="http://schemas.openxmlformats.org/drawingml/2006/main">
            <a:srgbClr val="101D2D"/>
          </a:solidFill>
          <a:ln xmlns:a="http://schemas.openxmlformats.org/drawingml/2006/main" w="12383">
            <a:solidFill>
              <a:srgbClr val="79B9E8"/>
            </a:solidFill>
            <a:prstDash val="solid"/>
          </a:ln>
        </p:spPr>
      </p:sp>
      <p:sp>
        <p:nvSpPr>
          <p:cNvPr id="16" name="Rectangle 15">
            <a:extLst xmlns:a="http://schemas.openxmlformats.org/drawingml/2006/main">
              <a:ext uri="{FF2B5EF4-FFF2-40B4-BE49-F238E27FC236}">
                <a16:creationId xmlns:a16="http://schemas.microsoft.com/office/drawing/2014/main" id="{726F92F9-17F0-4962-8395-394C50CBEEF5}"/>
              </a:ext>
            </a:extLst>
          </p:cNvPr>
          <p:cNvSpPr>
            <a:spLocks xmlns:a="http://schemas.openxmlformats.org/drawingml/2006/main" noGrp="1"/>
          </p:cNvSpPr>
          <p:nvPr/>
        </p:nvSpPr>
        <p:spPr>
          <a:xfrm xmlns:a="http://schemas.openxmlformats.org/drawingml/2006/main">
            <a:off x="2990850" y="1914525"/>
            <a:ext cx="361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79B9E8"/>
                </a:solidFill>
                <a:latin typeface="Arial"/>
                <a:ea typeface="Arial"/>
                <a:cs typeface="Arial"/>
              </a:defRPr>
            </a:defPPr>
            <a:lvl1pPr algn="l">
              <a:buNone/>
              <a:defRPr sz="975" b="1" i="0">
                <a:solidFill>
                  <a:srgbClr val="79B9E8"/>
                </a:solidFill>
                <a:latin typeface="Arial"/>
                <a:ea typeface="Arial"/>
                <a:cs typeface="Arial"/>
              </a:defRPr>
            </a:lvl1pPr>
            <a:lvl2pPr algn="l">
              <a:buNone/>
              <a:defRPr sz="975" b="1" i="0">
                <a:solidFill>
                  <a:srgbClr val="79B9E8"/>
                </a:solidFill>
                <a:latin typeface="Arial"/>
                <a:ea typeface="Arial"/>
                <a:cs typeface="Arial"/>
              </a:defRPr>
            </a:lvl2pPr>
            <a:lvl3pPr algn="l">
              <a:buNone/>
              <a:defRPr sz="975" b="1" i="0">
                <a:solidFill>
                  <a:srgbClr val="79B9E8"/>
                </a:solidFill>
                <a:latin typeface="Arial"/>
                <a:ea typeface="Arial"/>
                <a:cs typeface="Arial"/>
              </a:defRPr>
            </a:lvl3pPr>
            <a:lvl4pPr algn="l">
              <a:buNone/>
              <a:defRPr sz="975" b="1" i="0">
                <a:solidFill>
                  <a:srgbClr val="79B9E8"/>
                </a:solidFill>
                <a:latin typeface="Arial"/>
                <a:ea typeface="Arial"/>
                <a:cs typeface="Arial"/>
              </a:defRPr>
            </a:lvl4pPr>
            <a:lvl5pPr algn="l">
              <a:buNone/>
              <a:defRPr sz="975" b="1" i="0">
                <a:solidFill>
                  <a:srgbClr val="79B9E8"/>
                </a:solidFill>
                <a:latin typeface="Arial"/>
                <a:ea typeface="Arial"/>
                <a:cs typeface="Arial"/>
              </a:defRPr>
            </a:lvl5pPr>
            <a:lvl6pPr algn="l">
              <a:buNone/>
              <a:defRPr sz="975" b="1" i="0">
                <a:solidFill>
                  <a:srgbClr val="79B9E8"/>
                </a:solidFill>
                <a:latin typeface="Arial"/>
                <a:ea typeface="Arial"/>
                <a:cs typeface="Arial"/>
              </a:defRPr>
            </a:lvl6pPr>
            <a:lvl7pPr algn="l">
              <a:buNone/>
              <a:defRPr sz="975" b="1" i="0">
                <a:solidFill>
                  <a:srgbClr val="79B9E8"/>
                </a:solidFill>
                <a:latin typeface="Arial"/>
                <a:ea typeface="Arial"/>
                <a:cs typeface="Arial"/>
              </a:defRPr>
            </a:lvl7pPr>
            <a:lvl8pPr algn="l">
              <a:buNone/>
              <a:defRPr sz="975" b="1" i="0">
                <a:solidFill>
                  <a:srgbClr val="79B9E8"/>
                </a:solidFill>
                <a:latin typeface="Arial"/>
                <a:ea typeface="Arial"/>
                <a:cs typeface="Arial"/>
              </a:defRPr>
            </a:lvl8pPr>
            <a:lvl9pPr algn="l">
              <a:buNone/>
              <a:defRPr sz="975" b="1" i="0">
                <a:solidFill>
                  <a:srgbClr val="79B9E8"/>
                </a:solidFill>
                <a:latin typeface="Arial"/>
                <a:ea typeface="Arial"/>
                <a:cs typeface="Arial"/>
              </a:defRPr>
            </a:lvl9pPr>
          </a:lstStyle>
          <a:p xmlns:a="http://schemas.openxmlformats.org/drawingml/2006/main">
            <a:pPr algn="l">
              <a:buNone/>
              <a:defRPr sz="975" b="1" i="0">
                <a:solidFill>
                  <a:srgbClr val="79B9E8"/>
                </a:solidFill>
                <a:latin typeface="Arial"/>
                <a:ea typeface="Arial"/>
                <a:cs typeface="Arial"/>
              </a:defRPr>
            </a:pPr>
            <a:r>
              <a:rPr sz="975" b="1" i="0">
                <a:solidFill>
                  <a:srgbClr val="79B9E8"/>
                </a:solidFill>
                <a:latin typeface="Arial"/>
                <a:ea typeface="Arial"/>
                <a:cs typeface="Arial"/>
              </a:rPr>
              <a:t>02</a:t>
            </a:r>
          </a:p>
        </p:txBody>
      </p:sp>
      <p:sp>
        <p:nvSpPr>
          <p:cNvPr id="17" name="Rectangle 16">
            <a:extLst xmlns:a="http://schemas.openxmlformats.org/drawingml/2006/main">
              <a:ext uri="{FF2B5EF4-FFF2-40B4-BE49-F238E27FC236}">
                <a16:creationId xmlns:a16="http://schemas.microsoft.com/office/drawing/2014/main" id="{BC54DF1E-7921-4CF3-80AC-3554CCE93595}"/>
              </a:ext>
            </a:extLst>
          </p:cNvPr>
          <p:cNvSpPr>
            <a:spLocks xmlns:a="http://schemas.openxmlformats.org/drawingml/2006/main" noGrp="1"/>
          </p:cNvSpPr>
          <p:nvPr/>
        </p:nvSpPr>
        <p:spPr>
          <a:xfrm xmlns:a="http://schemas.openxmlformats.org/drawingml/2006/main">
            <a:off x="2971800" y="22193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350" b="1" i="0">
                <a:solidFill>
                  <a:srgbClr val="F4F7FB"/>
                </a:solidFill>
                <a:latin typeface="Arial"/>
                <a:ea typeface="Arial"/>
                <a:cs typeface="Arial"/>
              </a:defRPr>
            </a:defPPr>
            <a:lvl1pPr algn="ctr">
              <a:buNone/>
              <a:defRPr sz="1350" b="1" i="0">
                <a:solidFill>
                  <a:srgbClr val="F4F7FB"/>
                </a:solidFill>
                <a:latin typeface="Arial"/>
                <a:ea typeface="Arial"/>
                <a:cs typeface="Arial"/>
              </a:defRPr>
            </a:lvl1pPr>
            <a:lvl2pPr algn="ctr">
              <a:buNone/>
              <a:defRPr sz="1350" b="1" i="0">
                <a:solidFill>
                  <a:srgbClr val="F4F7FB"/>
                </a:solidFill>
                <a:latin typeface="Arial"/>
                <a:ea typeface="Arial"/>
                <a:cs typeface="Arial"/>
              </a:defRPr>
            </a:lvl2pPr>
            <a:lvl3pPr algn="ctr">
              <a:buNone/>
              <a:defRPr sz="1350" b="1" i="0">
                <a:solidFill>
                  <a:srgbClr val="F4F7FB"/>
                </a:solidFill>
                <a:latin typeface="Arial"/>
                <a:ea typeface="Arial"/>
                <a:cs typeface="Arial"/>
              </a:defRPr>
            </a:lvl3pPr>
            <a:lvl4pPr algn="ctr">
              <a:buNone/>
              <a:defRPr sz="1350" b="1" i="0">
                <a:solidFill>
                  <a:srgbClr val="F4F7FB"/>
                </a:solidFill>
                <a:latin typeface="Arial"/>
                <a:ea typeface="Arial"/>
                <a:cs typeface="Arial"/>
              </a:defRPr>
            </a:lvl4pPr>
            <a:lvl5pPr algn="ctr">
              <a:buNone/>
              <a:defRPr sz="1350" b="1" i="0">
                <a:solidFill>
                  <a:srgbClr val="F4F7FB"/>
                </a:solidFill>
                <a:latin typeface="Arial"/>
                <a:ea typeface="Arial"/>
                <a:cs typeface="Arial"/>
              </a:defRPr>
            </a:lvl5pPr>
            <a:lvl6pPr algn="ctr">
              <a:buNone/>
              <a:defRPr sz="1350" b="1" i="0">
                <a:solidFill>
                  <a:srgbClr val="F4F7FB"/>
                </a:solidFill>
                <a:latin typeface="Arial"/>
                <a:ea typeface="Arial"/>
                <a:cs typeface="Arial"/>
              </a:defRPr>
            </a:lvl6pPr>
            <a:lvl7pPr algn="ctr">
              <a:buNone/>
              <a:defRPr sz="1350" b="1" i="0">
                <a:solidFill>
                  <a:srgbClr val="F4F7FB"/>
                </a:solidFill>
                <a:latin typeface="Arial"/>
                <a:ea typeface="Arial"/>
                <a:cs typeface="Arial"/>
              </a:defRPr>
            </a:lvl7pPr>
            <a:lvl8pPr algn="ctr">
              <a:buNone/>
              <a:defRPr sz="1350" b="1" i="0">
                <a:solidFill>
                  <a:srgbClr val="F4F7FB"/>
                </a:solidFill>
                <a:latin typeface="Arial"/>
                <a:ea typeface="Arial"/>
                <a:cs typeface="Arial"/>
              </a:defRPr>
            </a:lvl8pPr>
            <a:lvl9pPr algn="ctr">
              <a:buNone/>
              <a:defRPr sz="1350" b="1" i="0">
                <a:solidFill>
                  <a:srgbClr val="F4F7FB"/>
                </a:solidFill>
                <a:latin typeface="Arial"/>
                <a:ea typeface="Arial"/>
                <a:cs typeface="Arial"/>
              </a:defRPr>
            </a:lvl9pPr>
          </a:lstStyle>
          <a:p xmlns:a="http://schemas.openxmlformats.org/drawingml/2006/main">
            <a:pPr algn="ctr">
              <a:buNone/>
              <a:defRPr sz="1350" b="1" i="0">
                <a:solidFill>
                  <a:srgbClr val="F4F7FB"/>
                </a:solidFill>
                <a:latin typeface="Arial"/>
                <a:ea typeface="Arial"/>
                <a:cs typeface="Arial"/>
              </a:defRPr>
            </a:pPr>
            <a:r>
              <a:rPr sz="1350" b="1" i="0">
                <a:solidFill>
                  <a:srgbClr val="F4F7FB"/>
                </a:solidFill>
                <a:latin typeface="Arial"/>
                <a:ea typeface="Arial"/>
                <a:cs typeface="Arial"/>
              </a:rPr>
              <a:t>Network analysis</a:t>
            </a:r>
          </a:p>
        </p:txBody>
      </p:sp>
      <p:sp>
        <p:nvSpPr>
          <p:cNvPr id="18" name="Straight Connector 17">
            <a:extLst xmlns:a="http://schemas.openxmlformats.org/drawingml/2006/main">
              <a:ext uri="{FF2B5EF4-FFF2-40B4-BE49-F238E27FC236}">
                <a16:creationId xmlns:a16="http://schemas.microsoft.com/office/drawing/2014/main" id="{236547F6-67F1-42E2-8B71-19EAC1A6C8EF}"/>
              </a:ext>
            </a:extLst>
          </p:cNvPr>
          <p:cNvSpPr>
            <a:spLocks xmlns:a="http://schemas.openxmlformats.org/drawingml/2006/main" noGrp="1"/>
          </p:cNvSpPr>
          <p:nvPr/>
        </p:nvSpPr>
        <p:spPr>
          <a:xfrm xmlns:a="http://schemas.openxmlformats.org/drawingml/2006/main">
            <a:off x="3048000" y="2771775"/>
            <a:ext cx="15621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19" name="Rectangle 18">
            <a:extLst xmlns:a="http://schemas.openxmlformats.org/drawingml/2006/main">
              <a:ext uri="{FF2B5EF4-FFF2-40B4-BE49-F238E27FC236}">
                <a16:creationId xmlns:a16="http://schemas.microsoft.com/office/drawing/2014/main" id="{DDE96ECA-AE33-44C7-BED7-161112B2AA42}"/>
              </a:ext>
            </a:extLst>
          </p:cNvPr>
          <p:cNvSpPr>
            <a:spLocks xmlns:a="http://schemas.openxmlformats.org/drawingml/2006/main" noGrp="1"/>
          </p:cNvSpPr>
          <p:nvPr/>
        </p:nvSpPr>
        <p:spPr>
          <a:xfrm xmlns:a="http://schemas.openxmlformats.org/drawingml/2006/main">
            <a:off x="2990850" y="2886075"/>
            <a:ext cx="16764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825" b="1" i="0">
                <a:solidFill>
                  <a:srgbClr val="9AAFC2"/>
                </a:solidFill>
                <a:latin typeface="Arial"/>
                <a:ea typeface="Arial"/>
                <a:cs typeface="Arial"/>
              </a:defRPr>
            </a:defPPr>
            <a:lvl1pPr algn="ctr">
              <a:buNone/>
              <a:defRPr sz="825" b="1" i="0">
                <a:solidFill>
                  <a:srgbClr val="9AAFC2"/>
                </a:solidFill>
                <a:latin typeface="Arial"/>
                <a:ea typeface="Arial"/>
                <a:cs typeface="Arial"/>
              </a:defRPr>
            </a:lvl1pPr>
            <a:lvl2pPr algn="ctr">
              <a:buNone/>
              <a:defRPr sz="825" b="1" i="0">
                <a:solidFill>
                  <a:srgbClr val="9AAFC2"/>
                </a:solidFill>
                <a:latin typeface="Arial"/>
                <a:ea typeface="Arial"/>
                <a:cs typeface="Arial"/>
              </a:defRPr>
            </a:lvl2pPr>
            <a:lvl3pPr algn="ctr">
              <a:buNone/>
              <a:defRPr sz="825" b="1" i="0">
                <a:solidFill>
                  <a:srgbClr val="9AAFC2"/>
                </a:solidFill>
                <a:latin typeface="Arial"/>
                <a:ea typeface="Arial"/>
                <a:cs typeface="Arial"/>
              </a:defRPr>
            </a:lvl3pPr>
            <a:lvl4pPr algn="ctr">
              <a:buNone/>
              <a:defRPr sz="825" b="1" i="0">
                <a:solidFill>
                  <a:srgbClr val="9AAFC2"/>
                </a:solidFill>
                <a:latin typeface="Arial"/>
                <a:ea typeface="Arial"/>
                <a:cs typeface="Arial"/>
              </a:defRPr>
            </a:lvl4pPr>
            <a:lvl5pPr algn="ctr">
              <a:buNone/>
              <a:defRPr sz="825" b="1" i="0">
                <a:solidFill>
                  <a:srgbClr val="9AAFC2"/>
                </a:solidFill>
                <a:latin typeface="Arial"/>
                <a:ea typeface="Arial"/>
                <a:cs typeface="Arial"/>
              </a:defRPr>
            </a:lvl5pPr>
            <a:lvl6pPr algn="ctr">
              <a:buNone/>
              <a:defRPr sz="825" b="1" i="0">
                <a:solidFill>
                  <a:srgbClr val="9AAFC2"/>
                </a:solidFill>
                <a:latin typeface="Arial"/>
                <a:ea typeface="Arial"/>
                <a:cs typeface="Arial"/>
              </a:defRPr>
            </a:lvl6pPr>
            <a:lvl7pPr algn="ctr">
              <a:buNone/>
              <a:defRPr sz="825" b="1" i="0">
                <a:solidFill>
                  <a:srgbClr val="9AAFC2"/>
                </a:solidFill>
                <a:latin typeface="Arial"/>
                <a:ea typeface="Arial"/>
                <a:cs typeface="Arial"/>
              </a:defRPr>
            </a:lvl7pPr>
            <a:lvl8pPr algn="ctr">
              <a:buNone/>
              <a:defRPr sz="825" b="1" i="0">
                <a:solidFill>
                  <a:srgbClr val="9AAFC2"/>
                </a:solidFill>
                <a:latin typeface="Arial"/>
                <a:ea typeface="Arial"/>
                <a:cs typeface="Arial"/>
              </a:defRPr>
            </a:lvl8pPr>
            <a:lvl9pPr algn="ctr">
              <a:buNone/>
              <a:defRPr sz="825" b="1" i="0">
                <a:solidFill>
                  <a:srgbClr val="9AAFC2"/>
                </a:solidFill>
                <a:latin typeface="Arial"/>
                <a:ea typeface="Arial"/>
                <a:cs typeface="Arial"/>
              </a:defRPr>
            </a:lvl9pPr>
          </a:lstStyle>
          <a:p xmlns:a="http://schemas.openxmlformats.org/drawingml/2006/main">
            <a:pPr algn="ctr">
              <a:buNone/>
              <a:defRPr sz="825" b="1" i="0">
                <a:solidFill>
                  <a:srgbClr val="9AAFC2"/>
                </a:solidFill>
                <a:latin typeface="Arial"/>
                <a:ea typeface="Arial"/>
                <a:cs typeface="Arial"/>
              </a:defRPr>
            </a:pPr>
            <a:r>
              <a:rPr sz="825" b="1" i="0">
                <a:solidFill>
                  <a:srgbClr val="9AAFC2"/>
                </a:solidFill>
                <a:latin typeface="Arial"/>
                <a:ea typeface="Arial"/>
                <a:cs typeface="Arial"/>
              </a:rPr>
              <a:t>INPUT</a:t>
            </a:r>
          </a:p>
        </p:txBody>
      </p:sp>
      <p:sp>
        <p:nvSpPr>
          <p:cNvPr id="20" name="Rectangle 19">
            <a:extLst xmlns:a="http://schemas.openxmlformats.org/drawingml/2006/main">
              <a:ext uri="{FF2B5EF4-FFF2-40B4-BE49-F238E27FC236}">
                <a16:creationId xmlns:a16="http://schemas.microsoft.com/office/drawing/2014/main" id="{DA31BA4E-EBC0-4B7A-8513-C6186DCD8DC8}"/>
              </a:ext>
            </a:extLst>
          </p:cNvPr>
          <p:cNvSpPr>
            <a:spLocks xmlns:a="http://schemas.openxmlformats.org/drawingml/2006/main" noGrp="1"/>
          </p:cNvSpPr>
          <p:nvPr/>
        </p:nvSpPr>
        <p:spPr>
          <a:xfrm xmlns:a="http://schemas.openxmlformats.org/drawingml/2006/main">
            <a:off x="2971800" y="30861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050" b="0" i="0">
                <a:solidFill>
                  <a:srgbClr val="D5E0E9"/>
                </a:solidFill>
                <a:latin typeface="Arial"/>
                <a:ea typeface="Arial"/>
                <a:cs typeface="Arial"/>
              </a:defRPr>
            </a:defPPr>
            <a:lvl1pPr algn="ctr">
              <a:buNone/>
              <a:defRPr sz="1050" b="0" i="0">
                <a:solidFill>
                  <a:srgbClr val="D5E0E9"/>
                </a:solidFill>
                <a:latin typeface="Arial"/>
                <a:ea typeface="Arial"/>
                <a:cs typeface="Arial"/>
              </a:defRPr>
            </a:lvl1pPr>
            <a:lvl2pPr algn="ctr">
              <a:buNone/>
              <a:defRPr sz="1050" b="0" i="0">
                <a:solidFill>
                  <a:srgbClr val="D5E0E9"/>
                </a:solidFill>
                <a:latin typeface="Arial"/>
                <a:ea typeface="Arial"/>
                <a:cs typeface="Arial"/>
              </a:defRPr>
            </a:lvl2pPr>
            <a:lvl3pPr algn="ctr">
              <a:buNone/>
              <a:defRPr sz="1050" b="0" i="0">
                <a:solidFill>
                  <a:srgbClr val="D5E0E9"/>
                </a:solidFill>
                <a:latin typeface="Arial"/>
                <a:ea typeface="Arial"/>
                <a:cs typeface="Arial"/>
              </a:defRPr>
            </a:lvl3pPr>
            <a:lvl4pPr algn="ctr">
              <a:buNone/>
              <a:defRPr sz="1050" b="0" i="0">
                <a:solidFill>
                  <a:srgbClr val="D5E0E9"/>
                </a:solidFill>
                <a:latin typeface="Arial"/>
                <a:ea typeface="Arial"/>
                <a:cs typeface="Arial"/>
              </a:defRPr>
            </a:lvl4pPr>
            <a:lvl5pPr algn="ctr">
              <a:buNone/>
              <a:defRPr sz="1050" b="0" i="0">
                <a:solidFill>
                  <a:srgbClr val="D5E0E9"/>
                </a:solidFill>
                <a:latin typeface="Arial"/>
                <a:ea typeface="Arial"/>
                <a:cs typeface="Arial"/>
              </a:defRPr>
            </a:lvl5pPr>
            <a:lvl6pPr algn="ctr">
              <a:buNone/>
              <a:defRPr sz="1050" b="0" i="0">
                <a:solidFill>
                  <a:srgbClr val="D5E0E9"/>
                </a:solidFill>
                <a:latin typeface="Arial"/>
                <a:ea typeface="Arial"/>
                <a:cs typeface="Arial"/>
              </a:defRPr>
            </a:lvl6pPr>
            <a:lvl7pPr algn="ctr">
              <a:buNone/>
              <a:defRPr sz="1050" b="0" i="0">
                <a:solidFill>
                  <a:srgbClr val="D5E0E9"/>
                </a:solidFill>
                <a:latin typeface="Arial"/>
                <a:ea typeface="Arial"/>
                <a:cs typeface="Arial"/>
              </a:defRPr>
            </a:lvl7pPr>
            <a:lvl8pPr algn="ctr">
              <a:buNone/>
              <a:defRPr sz="1050" b="0" i="0">
                <a:solidFill>
                  <a:srgbClr val="D5E0E9"/>
                </a:solidFill>
                <a:latin typeface="Arial"/>
                <a:ea typeface="Arial"/>
                <a:cs typeface="Arial"/>
              </a:defRPr>
            </a:lvl8pPr>
            <a:lvl9pPr algn="ctr">
              <a:buNone/>
              <a:defRPr sz="1050" b="0" i="0">
                <a:solidFill>
                  <a:srgbClr val="D5E0E9"/>
                </a:solidFill>
                <a:latin typeface="Arial"/>
                <a:ea typeface="Arial"/>
                <a:cs typeface="Arial"/>
              </a:defRPr>
            </a:lvl9pPr>
          </a:lstStyle>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valid_rows</a:t>
            </a:r>
          </a:p>
        </p:txBody>
      </p:sp>
      <p:sp>
        <p:nvSpPr>
          <p:cNvPr id="21" name="Rectangle 20">
            <a:extLst xmlns:a="http://schemas.openxmlformats.org/drawingml/2006/main">
              <a:ext uri="{FF2B5EF4-FFF2-40B4-BE49-F238E27FC236}">
                <a16:creationId xmlns:a16="http://schemas.microsoft.com/office/drawing/2014/main" id="{26DC5F4F-4791-4D5E-920C-1F0EF9D159D4}"/>
              </a:ext>
            </a:extLst>
          </p:cNvPr>
          <p:cNvSpPr>
            <a:spLocks xmlns:a="http://schemas.openxmlformats.org/drawingml/2006/main" noGrp="1"/>
          </p:cNvSpPr>
          <p:nvPr/>
        </p:nvSpPr>
        <p:spPr>
          <a:xfrm xmlns:a="http://schemas.openxmlformats.org/drawingml/2006/main">
            <a:off x="2990850" y="3524250"/>
            <a:ext cx="1676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825" b="1" i="0">
                <a:solidFill>
                  <a:srgbClr val="79B9E8"/>
                </a:solidFill>
                <a:latin typeface="Arial"/>
                <a:ea typeface="Arial"/>
                <a:cs typeface="Arial"/>
              </a:defRPr>
            </a:defPPr>
            <a:lvl1pPr algn="ctr">
              <a:buNone/>
              <a:defRPr sz="825" b="1" i="0">
                <a:solidFill>
                  <a:srgbClr val="79B9E8"/>
                </a:solidFill>
                <a:latin typeface="Arial"/>
                <a:ea typeface="Arial"/>
                <a:cs typeface="Arial"/>
              </a:defRPr>
            </a:lvl1pPr>
            <a:lvl2pPr algn="ctr">
              <a:buNone/>
              <a:defRPr sz="825" b="1" i="0">
                <a:solidFill>
                  <a:srgbClr val="79B9E8"/>
                </a:solidFill>
                <a:latin typeface="Arial"/>
                <a:ea typeface="Arial"/>
                <a:cs typeface="Arial"/>
              </a:defRPr>
            </a:lvl2pPr>
            <a:lvl3pPr algn="ctr">
              <a:buNone/>
              <a:defRPr sz="825" b="1" i="0">
                <a:solidFill>
                  <a:srgbClr val="79B9E8"/>
                </a:solidFill>
                <a:latin typeface="Arial"/>
                <a:ea typeface="Arial"/>
                <a:cs typeface="Arial"/>
              </a:defRPr>
            </a:lvl3pPr>
            <a:lvl4pPr algn="ctr">
              <a:buNone/>
              <a:defRPr sz="825" b="1" i="0">
                <a:solidFill>
                  <a:srgbClr val="79B9E8"/>
                </a:solidFill>
                <a:latin typeface="Arial"/>
                <a:ea typeface="Arial"/>
                <a:cs typeface="Arial"/>
              </a:defRPr>
            </a:lvl4pPr>
            <a:lvl5pPr algn="ctr">
              <a:buNone/>
              <a:defRPr sz="825" b="1" i="0">
                <a:solidFill>
                  <a:srgbClr val="79B9E8"/>
                </a:solidFill>
                <a:latin typeface="Arial"/>
                <a:ea typeface="Arial"/>
                <a:cs typeface="Arial"/>
              </a:defRPr>
            </a:lvl5pPr>
            <a:lvl6pPr algn="ctr">
              <a:buNone/>
              <a:defRPr sz="825" b="1" i="0">
                <a:solidFill>
                  <a:srgbClr val="79B9E8"/>
                </a:solidFill>
                <a:latin typeface="Arial"/>
                <a:ea typeface="Arial"/>
                <a:cs typeface="Arial"/>
              </a:defRPr>
            </a:lvl6pPr>
            <a:lvl7pPr algn="ctr">
              <a:buNone/>
              <a:defRPr sz="825" b="1" i="0">
                <a:solidFill>
                  <a:srgbClr val="79B9E8"/>
                </a:solidFill>
                <a:latin typeface="Arial"/>
                <a:ea typeface="Arial"/>
                <a:cs typeface="Arial"/>
              </a:defRPr>
            </a:lvl7pPr>
            <a:lvl8pPr algn="ctr">
              <a:buNone/>
              <a:defRPr sz="825" b="1" i="0">
                <a:solidFill>
                  <a:srgbClr val="79B9E8"/>
                </a:solidFill>
                <a:latin typeface="Arial"/>
                <a:ea typeface="Arial"/>
                <a:cs typeface="Arial"/>
              </a:defRPr>
            </a:lvl8pPr>
            <a:lvl9pPr algn="ctr">
              <a:buNone/>
              <a:defRPr sz="825" b="1" i="0">
                <a:solidFill>
                  <a:srgbClr val="79B9E8"/>
                </a:solidFill>
                <a:latin typeface="Arial"/>
                <a:ea typeface="Arial"/>
                <a:cs typeface="Arial"/>
              </a:defRPr>
            </a:lvl9pPr>
          </a:lstStyle>
          <a:p xmlns:a="http://schemas.openxmlformats.org/drawingml/2006/main">
            <a:pPr algn="ctr">
              <a:buNone/>
              <a:defRPr sz="825" b="1" i="0">
                <a:solidFill>
                  <a:srgbClr val="79B9E8"/>
                </a:solidFill>
                <a:latin typeface="Arial"/>
                <a:ea typeface="Arial"/>
                <a:cs typeface="Arial"/>
              </a:defRPr>
            </a:pPr>
            <a:r>
              <a:rPr sz="825" b="1" i="0">
                <a:solidFill>
                  <a:srgbClr val="79B9E8"/>
                </a:solidFill>
                <a:latin typeface="Arial"/>
                <a:ea typeface="Arial"/>
                <a:cs typeface="Arial"/>
              </a:rPr>
              <a:t>OUTPUT</a:t>
            </a:r>
          </a:p>
        </p:txBody>
      </p:sp>
      <p:sp>
        <p:nvSpPr>
          <p:cNvPr id="22" name="Rectangle 21">
            <a:extLst xmlns:a="http://schemas.openxmlformats.org/drawingml/2006/main">
              <a:ext uri="{FF2B5EF4-FFF2-40B4-BE49-F238E27FC236}">
                <a16:creationId xmlns:a16="http://schemas.microsoft.com/office/drawing/2014/main" id="{7F263A33-ED42-49ED-942D-9218752C7B56}"/>
              </a:ext>
            </a:extLst>
          </p:cNvPr>
          <p:cNvSpPr>
            <a:spLocks xmlns:a="http://schemas.openxmlformats.org/drawingml/2006/main" noGrp="1"/>
          </p:cNvSpPr>
          <p:nvPr/>
        </p:nvSpPr>
        <p:spPr>
          <a:xfrm xmlns:a="http://schemas.openxmlformats.org/drawingml/2006/main">
            <a:off x="2971800" y="37052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050" b="0" i="0">
                <a:solidFill>
                  <a:srgbClr val="D5E0E9"/>
                </a:solidFill>
                <a:latin typeface="Arial"/>
                <a:ea typeface="Arial"/>
                <a:cs typeface="Arial"/>
              </a:defRPr>
            </a:defPPr>
            <a:lvl1pPr algn="ctr">
              <a:buNone/>
              <a:defRPr sz="1050" b="0" i="0">
                <a:solidFill>
                  <a:srgbClr val="D5E0E9"/>
                </a:solidFill>
                <a:latin typeface="Arial"/>
                <a:ea typeface="Arial"/>
                <a:cs typeface="Arial"/>
              </a:defRPr>
            </a:lvl1pPr>
            <a:lvl2pPr algn="ctr">
              <a:buNone/>
              <a:defRPr sz="1050" b="0" i="0">
                <a:solidFill>
                  <a:srgbClr val="D5E0E9"/>
                </a:solidFill>
                <a:latin typeface="Arial"/>
                <a:ea typeface="Arial"/>
                <a:cs typeface="Arial"/>
              </a:defRPr>
            </a:lvl2pPr>
            <a:lvl3pPr algn="ctr">
              <a:buNone/>
              <a:defRPr sz="1050" b="0" i="0">
                <a:solidFill>
                  <a:srgbClr val="D5E0E9"/>
                </a:solidFill>
                <a:latin typeface="Arial"/>
                <a:ea typeface="Arial"/>
                <a:cs typeface="Arial"/>
              </a:defRPr>
            </a:lvl3pPr>
            <a:lvl4pPr algn="ctr">
              <a:buNone/>
              <a:defRPr sz="1050" b="0" i="0">
                <a:solidFill>
                  <a:srgbClr val="D5E0E9"/>
                </a:solidFill>
                <a:latin typeface="Arial"/>
                <a:ea typeface="Arial"/>
                <a:cs typeface="Arial"/>
              </a:defRPr>
            </a:lvl4pPr>
            <a:lvl5pPr algn="ctr">
              <a:buNone/>
              <a:defRPr sz="1050" b="0" i="0">
                <a:solidFill>
                  <a:srgbClr val="D5E0E9"/>
                </a:solidFill>
                <a:latin typeface="Arial"/>
                <a:ea typeface="Arial"/>
                <a:cs typeface="Arial"/>
              </a:defRPr>
            </a:lvl5pPr>
            <a:lvl6pPr algn="ctr">
              <a:buNone/>
              <a:defRPr sz="1050" b="0" i="0">
                <a:solidFill>
                  <a:srgbClr val="D5E0E9"/>
                </a:solidFill>
                <a:latin typeface="Arial"/>
                <a:ea typeface="Arial"/>
                <a:cs typeface="Arial"/>
              </a:defRPr>
            </a:lvl6pPr>
            <a:lvl7pPr algn="ctr">
              <a:buNone/>
              <a:defRPr sz="1050" b="0" i="0">
                <a:solidFill>
                  <a:srgbClr val="D5E0E9"/>
                </a:solidFill>
                <a:latin typeface="Arial"/>
                <a:ea typeface="Arial"/>
                <a:cs typeface="Arial"/>
              </a:defRPr>
            </a:lvl7pPr>
            <a:lvl8pPr algn="ctr">
              <a:buNone/>
              <a:defRPr sz="1050" b="0" i="0">
                <a:solidFill>
                  <a:srgbClr val="D5E0E9"/>
                </a:solidFill>
                <a:latin typeface="Arial"/>
                <a:ea typeface="Arial"/>
                <a:cs typeface="Arial"/>
              </a:defRPr>
            </a:lvl8pPr>
            <a:lvl9pPr algn="ctr">
              <a:buNone/>
              <a:defRPr sz="1050" b="0" i="0">
                <a:solidFill>
                  <a:srgbClr val="D5E0E9"/>
                </a:solidFill>
                <a:latin typeface="Arial"/>
                <a:ea typeface="Arial"/>
                <a:cs typeface="Arial"/>
              </a:defRPr>
            </a:lvl9pPr>
          </a:lstStyle>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MultiDiGraph</a:t>
            </a:r>
          </a:p>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GraphSummary</a:t>
            </a:r>
          </a:p>
        </p:txBody>
      </p:sp>
      <p:sp>
        <p:nvSpPr>
          <p:cNvPr id="23" name="state-detail-3">
            <a:extLst xmlns:a="http://schemas.openxmlformats.org/drawingml/2006/main">
              <a:ext uri="{FF2B5EF4-FFF2-40B4-BE49-F238E27FC236}">
                <a16:creationId xmlns:a16="http://schemas.microsoft.com/office/drawing/2014/main" id="{7ACF3C18-CB78-49C8-9881-74CE53D8ECFC}"/>
              </a:ext>
            </a:extLst>
          </p:cNvPr>
          <p:cNvSpPr>
            <a:spLocks xmlns:a="http://schemas.openxmlformats.org/drawingml/2006/main" noGrp="1"/>
          </p:cNvSpPr>
          <p:nvPr/>
        </p:nvSpPr>
        <p:spPr>
          <a:xfrm xmlns:a="http://schemas.openxmlformats.org/drawingml/2006/main">
            <a:off x="5124450" y="1790700"/>
            <a:ext cx="1943100" cy="2457450"/>
          </a:xfrm>
          <a:prstGeom xmlns:a="http://schemas.openxmlformats.org/drawingml/2006/main" prst="roundRect">
            <a:avLst>
              <a:gd name="adj" fmla="val 6373"/>
            </a:avLst>
          </a:prstGeom>
          <a:solidFill xmlns:a="http://schemas.openxmlformats.org/drawingml/2006/main">
            <a:srgbClr val="101D2D"/>
          </a:solidFill>
          <a:ln xmlns:a="http://schemas.openxmlformats.org/drawingml/2006/main" w="12383">
            <a:solidFill>
              <a:srgbClr val="FFBE69"/>
            </a:solidFill>
            <a:prstDash val="solid"/>
          </a:ln>
        </p:spPr>
      </p:sp>
      <p:sp>
        <p:nvSpPr>
          <p:cNvPr id="24" name="Rectangle 23">
            <a:extLst xmlns:a="http://schemas.openxmlformats.org/drawingml/2006/main">
              <a:ext uri="{FF2B5EF4-FFF2-40B4-BE49-F238E27FC236}">
                <a16:creationId xmlns:a16="http://schemas.microsoft.com/office/drawing/2014/main" id="{450511B7-6E3E-4C6F-9DBD-62C03BAC9B17}"/>
              </a:ext>
            </a:extLst>
          </p:cNvPr>
          <p:cNvSpPr>
            <a:spLocks xmlns:a="http://schemas.openxmlformats.org/drawingml/2006/main" noGrp="1"/>
          </p:cNvSpPr>
          <p:nvPr/>
        </p:nvSpPr>
        <p:spPr>
          <a:xfrm xmlns:a="http://schemas.openxmlformats.org/drawingml/2006/main">
            <a:off x="5257800" y="1914525"/>
            <a:ext cx="361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FFBE69"/>
                </a:solidFill>
                <a:latin typeface="Arial"/>
                <a:ea typeface="Arial"/>
                <a:cs typeface="Arial"/>
              </a:defRPr>
            </a:defPPr>
            <a:lvl1pPr algn="l">
              <a:buNone/>
              <a:defRPr sz="975" b="1" i="0">
                <a:solidFill>
                  <a:srgbClr val="FFBE69"/>
                </a:solidFill>
                <a:latin typeface="Arial"/>
                <a:ea typeface="Arial"/>
                <a:cs typeface="Arial"/>
              </a:defRPr>
            </a:lvl1pPr>
            <a:lvl2pPr algn="l">
              <a:buNone/>
              <a:defRPr sz="975" b="1" i="0">
                <a:solidFill>
                  <a:srgbClr val="FFBE69"/>
                </a:solidFill>
                <a:latin typeface="Arial"/>
                <a:ea typeface="Arial"/>
                <a:cs typeface="Arial"/>
              </a:defRPr>
            </a:lvl2pPr>
            <a:lvl3pPr algn="l">
              <a:buNone/>
              <a:defRPr sz="975" b="1" i="0">
                <a:solidFill>
                  <a:srgbClr val="FFBE69"/>
                </a:solidFill>
                <a:latin typeface="Arial"/>
                <a:ea typeface="Arial"/>
                <a:cs typeface="Arial"/>
              </a:defRPr>
            </a:lvl3pPr>
            <a:lvl4pPr algn="l">
              <a:buNone/>
              <a:defRPr sz="975" b="1" i="0">
                <a:solidFill>
                  <a:srgbClr val="FFBE69"/>
                </a:solidFill>
                <a:latin typeface="Arial"/>
                <a:ea typeface="Arial"/>
                <a:cs typeface="Arial"/>
              </a:defRPr>
            </a:lvl4pPr>
            <a:lvl5pPr algn="l">
              <a:buNone/>
              <a:defRPr sz="975" b="1" i="0">
                <a:solidFill>
                  <a:srgbClr val="FFBE69"/>
                </a:solidFill>
                <a:latin typeface="Arial"/>
                <a:ea typeface="Arial"/>
                <a:cs typeface="Arial"/>
              </a:defRPr>
            </a:lvl5pPr>
            <a:lvl6pPr algn="l">
              <a:buNone/>
              <a:defRPr sz="975" b="1" i="0">
                <a:solidFill>
                  <a:srgbClr val="FFBE69"/>
                </a:solidFill>
                <a:latin typeface="Arial"/>
                <a:ea typeface="Arial"/>
                <a:cs typeface="Arial"/>
              </a:defRPr>
            </a:lvl6pPr>
            <a:lvl7pPr algn="l">
              <a:buNone/>
              <a:defRPr sz="975" b="1" i="0">
                <a:solidFill>
                  <a:srgbClr val="FFBE69"/>
                </a:solidFill>
                <a:latin typeface="Arial"/>
                <a:ea typeface="Arial"/>
                <a:cs typeface="Arial"/>
              </a:defRPr>
            </a:lvl7pPr>
            <a:lvl8pPr algn="l">
              <a:buNone/>
              <a:defRPr sz="975" b="1" i="0">
                <a:solidFill>
                  <a:srgbClr val="FFBE69"/>
                </a:solidFill>
                <a:latin typeface="Arial"/>
                <a:ea typeface="Arial"/>
                <a:cs typeface="Arial"/>
              </a:defRPr>
            </a:lvl8pPr>
            <a:lvl9pPr algn="l">
              <a:buNone/>
              <a:defRPr sz="975" b="1" i="0">
                <a:solidFill>
                  <a:srgbClr val="FFBE69"/>
                </a:solidFill>
                <a:latin typeface="Arial"/>
                <a:ea typeface="Arial"/>
                <a:cs typeface="Arial"/>
              </a:defRPr>
            </a:lvl9pPr>
          </a:lstStyle>
          <a:p xmlns:a="http://schemas.openxmlformats.org/drawingml/2006/main">
            <a:pPr algn="l">
              <a:buNone/>
              <a:defRPr sz="975" b="1" i="0">
                <a:solidFill>
                  <a:srgbClr val="FFBE69"/>
                </a:solidFill>
                <a:latin typeface="Arial"/>
                <a:ea typeface="Arial"/>
                <a:cs typeface="Arial"/>
              </a:defRPr>
            </a:pPr>
            <a:r>
              <a:rPr sz="975" b="1" i="0">
                <a:solidFill>
                  <a:srgbClr val="FFBE69"/>
                </a:solidFill>
                <a:latin typeface="Arial"/>
                <a:ea typeface="Arial"/>
                <a:cs typeface="Arial"/>
              </a:rPr>
              <a:t>03</a:t>
            </a:r>
          </a:p>
        </p:txBody>
      </p:sp>
      <p:sp>
        <p:nvSpPr>
          <p:cNvPr id="25" name="Rectangle 24">
            <a:extLst xmlns:a="http://schemas.openxmlformats.org/drawingml/2006/main">
              <a:ext uri="{FF2B5EF4-FFF2-40B4-BE49-F238E27FC236}">
                <a16:creationId xmlns:a16="http://schemas.microsoft.com/office/drawing/2014/main" id="{6A3644FB-648C-45E9-9C19-71B06D5BFB29}"/>
              </a:ext>
            </a:extLst>
          </p:cNvPr>
          <p:cNvSpPr>
            <a:spLocks xmlns:a="http://schemas.openxmlformats.org/drawingml/2006/main" noGrp="1"/>
          </p:cNvSpPr>
          <p:nvPr/>
        </p:nvSpPr>
        <p:spPr>
          <a:xfrm xmlns:a="http://schemas.openxmlformats.org/drawingml/2006/main">
            <a:off x="5238750" y="22193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350" b="1" i="0">
                <a:solidFill>
                  <a:srgbClr val="F4F7FB"/>
                </a:solidFill>
                <a:latin typeface="Arial"/>
                <a:ea typeface="Arial"/>
                <a:cs typeface="Arial"/>
              </a:defRPr>
            </a:defPPr>
            <a:lvl1pPr algn="ctr">
              <a:buNone/>
              <a:defRPr sz="1350" b="1" i="0">
                <a:solidFill>
                  <a:srgbClr val="F4F7FB"/>
                </a:solidFill>
                <a:latin typeface="Arial"/>
                <a:ea typeface="Arial"/>
                <a:cs typeface="Arial"/>
              </a:defRPr>
            </a:lvl1pPr>
            <a:lvl2pPr algn="ctr">
              <a:buNone/>
              <a:defRPr sz="1350" b="1" i="0">
                <a:solidFill>
                  <a:srgbClr val="F4F7FB"/>
                </a:solidFill>
                <a:latin typeface="Arial"/>
                <a:ea typeface="Arial"/>
                <a:cs typeface="Arial"/>
              </a:defRPr>
            </a:lvl2pPr>
            <a:lvl3pPr algn="ctr">
              <a:buNone/>
              <a:defRPr sz="1350" b="1" i="0">
                <a:solidFill>
                  <a:srgbClr val="F4F7FB"/>
                </a:solidFill>
                <a:latin typeface="Arial"/>
                <a:ea typeface="Arial"/>
                <a:cs typeface="Arial"/>
              </a:defRPr>
            </a:lvl3pPr>
            <a:lvl4pPr algn="ctr">
              <a:buNone/>
              <a:defRPr sz="1350" b="1" i="0">
                <a:solidFill>
                  <a:srgbClr val="F4F7FB"/>
                </a:solidFill>
                <a:latin typeface="Arial"/>
                <a:ea typeface="Arial"/>
                <a:cs typeface="Arial"/>
              </a:defRPr>
            </a:lvl4pPr>
            <a:lvl5pPr algn="ctr">
              <a:buNone/>
              <a:defRPr sz="1350" b="1" i="0">
                <a:solidFill>
                  <a:srgbClr val="F4F7FB"/>
                </a:solidFill>
                <a:latin typeface="Arial"/>
                <a:ea typeface="Arial"/>
                <a:cs typeface="Arial"/>
              </a:defRPr>
            </a:lvl5pPr>
            <a:lvl6pPr algn="ctr">
              <a:buNone/>
              <a:defRPr sz="1350" b="1" i="0">
                <a:solidFill>
                  <a:srgbClr val="F4F7FB"/>
                </a:solidFill>
                <a:latin typeface="Arial"/>
                <a:ea typeface="Arial"/>
                <a:cs typeface="Arial"/>
              </a:defRPr>
            </a:lvl6pPr>
            <a:lvl7pPr algn="ctr">
              <a:buNone/>
              <a:defRPr sz="1350" b="1" i="0">
                <a:solidFill>
                  <a:srgbClr val="F4F7FB"/>
                </a:solidFill>
                <a:latin typeface="Arial"/>
                <a:ea typeface="Arial"/>
                <a:cs typeface="Arial"/>
              </a:defRPr>
            </a:lvl7pPr>
            <a:lvl8pPr algn="ctr">
              <a:buNone/>
              <a:defRPr sz="1350" b="1" i="0">
                <a:solidFill>
                  <a:srgbClr val="F4F7FB"/>
                </a:solidFill>
                <a:latin typeface="Arial"/>
                <a:ea typeface="Arial"/>
                <a:cs typeface="Arial"/>
              </a:defRPr>
            </a:lvl8pPr>
            <a:lvl9pPr algn="ctr">
              <a:buNone/>
              <a:defRPr sz="1350" b="1" i="0">
                <a:solidFill>
                  <a:srgbClr val="F4F7FB"/>
                </a:solidFill>
                <a:latin typeface="Arial"/>
                <a:ea typeface="Arial"/>
                <a:cs typeface="Arial"/>
              </a:defRPr>
            </a:lvl9pPr>
          </a:lstStyle>
          <a:p xmlns:a="http://schemas.openxmlformats.org/drawingml/2006/main">
            <a:pPr algn="ctr">
              <a:buNone/>
              <a:defRPr sz="1350" b="1" i="0">
                <a:solidFill>
                  <a:srgbClr val="F4F7FB"/>
                </a:solidFill>
                <a:latin typeface="Arial"/>
                <a:ea typeface="Arial"/>
                <a:cs typeface="Arial"/>
              </a:defRPr>
            </a:pPr>
            <a:r>
              <a:rPr sz="1350" b="1" i="0">
                <a:solidFill>
                  <a:srgbClr val="F4F7FB"/>
                </a:solidFill>
                <a:latin typeface="Arial"/>
                <a:ea typeface="Arial"/>
                <a:cs typeface="Arial"/>
              </a:rPr>
              <a:t>Pattern analysis</a:t>
            </a:r>
          </a:p>
        </p:txBody>
      </p:sp>
      <p:sp>
        <p:nvSpPr>
          <p:cNvPr id="26" name="Straight Connector 25">
            <a:extLst xmlns:a="http://schemas.openxmlformats.org/drawingml/2006/main">
              <a:ext uri="{FF2B5EF4-FFF2-40B4-BE49-F238E27FC236}">
                <a16:creationId xmlns:a16="http://schemas.microsoft.com/office/drawing/2014/main" id="{3B0EDEDD-B11D-432E-A6C7-628A341C8717}"/>
              </a:ext>
            </a:extLst>
          </p:cNvPr>
          <p:cNvSpPr>
            <a:spLocks xmlns:a="http://schemas.openxmlformats.org/drawingml/2006/main" noGrp="1"/>
          </p:cNvSpPr>
          <p:nvPr/>
        </p:nvSpPr>
        <p:spPr>
          <a:xfrm xmlns:a="http://schemas.openxmlformats.org/drawingml/2006/main">
            <a:off x="5314950" y="2771775"/>
            <a:ext cx="15621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27" name="Rectangle 26">
            <a:extLst xmlns:a="http://schemas.openxmlformats.org/drawingml/2006/main">
              <a:ext uri="{FF2B5EF4-FFF2-40B4-BE49-F238E27FC236}">
                <a16:creationId xmlns:a16="http://schemas.microsoft.com/office/drawing/2014/main" id="{838CCBBC-94E0-4B9B-A6AD-B49573702781}"/>
              </a:ext>
            </a:extLst>
          </p:cNvPr>
          <p:cNvSpPr>
            <a:spLocks xmlns:a="http://schemas.openxmlformats.org/drawingml/2006/main" noGrp="1"/>
          </p:cNvSpPr>
          <p:nvPr/>
        </p:nvSpPr>
        <p:spPr>
          <a:xfrm xmlns:a="http://schemas.openxmlformats.org/drawingml/2006/main">
            <a:off x="5257800" y="2886075"/>
            <a:ext cx="16764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825" b="1" i="0">
                <a:solidFill>
                  <a:srgbClr val="9AAFC2"/>
                </a:solidFill>
                <a:latin typeface="Arial"/>
                <a:ea typeface="Arial"/>
                <a:cs typeface="Arial"/>
              </a:defRPr>
            </a:defPPr>
            <a:lvl1pPr algn="ctr">
              <a:buNone/>
              <a:defRPr sz="825" b="1" i="0">
                <a:solidFill>
                  <a:srgbClr val="9AAFC2"/>
                </a:solidFill>
                <a:latin typeface="Arial"/>
                <a:ea typeface="Arial"/>
                <a:cs typeface="Arial"/>
              </a:defRPr>
            </a:lvl1pPr>
            <a:lvl2pPr algn="ctr">
              <a:buNone/>
              <a:defRPr sz="825" b="1" i="0">
                <a:solidFill>
                  <a:srgbClr val="9AAFC2"/>
                </a:solidFill>
                <a:latin typeface="Arial"/>
                <a:ea typeface="Arial"/>
                <a:cs typeface="Arial"/>
              </a:defRPr>
            </a:lvl2pPr>
            <a:lvl3pPr algn="ctr">
              <a:buNone/>
              <a:defRPr sz="825" b="1" i="0">
                <a:solidFill>
                  <a:srgbClr val="9AAFC2"/>
                </a:solidFill>
                <a:latin typeface="Arial"/>
                <a:ea typeface="Arial"/>
                <a:cs typeface="Arial"/>
              </a:defRPr>
            </a:lvl3pPr>
            <a:lvl4pPr algn="ctr">
              <a:buNone/>
              <a:defRPr sz="825" b="1" i="0">
                <a:solidFill>
                  <a:srgbClr val="9AAFC2"/>
                </a:solidFill>
                <a:latin typeface="Arial"/>
                <a:ea typeface="Arial"/>
                <a:cs typeface="Arial"/>
              </a:defRPr>
            </a:lvl4pPr>
            <a:lvl5pPr algn="ctr">
              <a:buNone/>
              <a:defRPr sz="825" b="1" i="0">
                <a:solidFill>
                  <a:srgbClr val="9AAFC2"/>
                </a:solidFill>
                <a:latin typeface="Arial"/>
                <a:ea typeface="Arial"/>
                <a:cs typeface="Arial"/>
              </a:defRPr>
            </a:lvl5pPr>
            <a:lvl6pPr algn="ctr">
              <a:buNone/>
              <a:defRPr sz="825" b="1" i="0">
                <a:solidFill>
                  <a:srgbClr val="9AAFC2"/>
                </a:solidFill>
                <a:latin typeface="Arial"/>
                <a:ea typeface="Arial"/>
                <a:cs typeface="Arial"/>
              </a:defRPr>
            </a:lvl6pPr>
            <a:lvl7pPr algn="ctr">
              <a:buNone/>
              <a:defRPr sz="825" b="1" i="0">
                <a:solidFill>
                  <a:srgbClr val="9AAFC2"/>
                </a:solidFill>
                <a:latin typeface="Arial"/>
                <a:ea typeface="Arial"/>
                <a:cs typeface="Arial"/>
              </a:defRPr>
            </a:lvl7pPr>
            <a:lvl8pPr algn="ctr">
              <a:buNone/>
              <a:defRPr sz="825" b="1" i="0">
                <a:solidFill>
                  <a:srgbClr val="9AAFC2"/>
                </a:solidFill>
                <a:latin typeface="Arial"/>
                <a:ea typeface="Arial"/>
                <a:cs typeface="Arial"/>
              </a:defRPr>
            </a:lvl8pPr>
            <a:lvl9pPr algn="ctr">
              <a:buNone/>
              <a:defRPr sz="825" b="1" i="0">
                <a:solidFill>
                  <a:srgbClr val="9AAFC2"/>
                </a:solidFill>
                <a:latin typeface="Arial"/>
                <a:ea typeface="Arial"/>
                <a:cs typeface="Arial"/>
              </a:defRPr>
            </a:lvl9pPr>
          </a:lstStyle>
          <a:p xmlns:a="http://schemas.openxmlformats.org/drawingml/2006/main">
            <a:pPr algn="ctr">
              <a:buNone/>
              <a:defRPr sz="825" b="1" i="0">
                <a:solidFill>
                  <a:srgbClr val="9AAFC2"/>
                </a:solidFill>
                <a:latin typeface="Arial"/>
                <a:ea typeface="Arial"/>
                <a:cs typeface="Arial"/>
              </a:defRPr>
            </a:pPr>
            <a:r>
              <a:rPr sz="825" b="1" i="0">
                <a:solidFill>
                  <a:srgbClr val="9AAFC2"/>
                </a:solidFill>
                <a:latin typeface="Arial"/>
                <a:ea typeface="Arial"/>
                <a:cs typeface="Arial"/>
              </a:rPr>
              <a:t>INPUT</a:t>
            </a:r>
          </a:p>
        </p:txBody>
      </p:sp>
      <p:sp>
        <p:nvSpPr>
          <p:cNvPr id="28" name="Rectangle 27">
            <a:extLst xmlns:a="http://schemas.openxmlformats.org/drawingml/2006/main">
              <a:ext uri="{FF2B5EF4-FFF2-40B4-BE49-F238E27FC236}">
                <a16:creationId xmlns:a16="http://schemas.microsoft.com/office/drawing/2014/main" id="{D4B6CF79-5448-48B4-8952-A79E78059DBF}"/>
              </a:ext>
            </a:extLst>
          </p:cNvPr>
          <p:cNvSpPr>
            <a:spLocks xmlns:a="http://schemas.openxmlformats.org/drawingml/2006/main" noGrp="1"/>
          </p:cNvSpPr>
          <p:nvPr/>
        </p:nvSpPr>
        <p:spPr>
          <a:xfrm xmlns:a="http://schemas.openxmlformats.org/drawingml/2006/main">
            <a:off x="5238750" y="30861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050" b="0" i="0">
                <a:solidFill>
                  <a:srgbClr val="D5E0E9"/>
                </a:solidFill>
                <a:latin typeface="Arial"/>
                <a:ea typeface="Arial"/>
                <a:cs typeface="Arial"/>
              </a:defRPr>
            </a:defPPr>
            <a:lvl1pPr algn="ctr">
              <a:buNone/>
              <a:defRPr sz="1050" b="0" i="0">
                <a:solidFill>
                  <a:srgbClr val="D5E0E9"/>
                </a:solidFill>
                <a:latin typeface="Arial"/>
                <a:ea typeface="Arial"/>
                <a:cs typeface="Arial"/>
              </a:defRPr>
            </a:lvl1pPr>
            <a:lvl2pPr algn="ctr">
              <a:buNone/>
              <a:defRPr sz="1050" b="0" i="0">
                <a:solidFill>
                  <a:srgbClr val="D5E0E9"/>
                </a:solidFill>
                <a:latin typeface="Arial"/>
                <a:ea typeface="Arial"/>
                <a:cs typeface="Arial"/>
              </a:defRPr>
            </a:lvl2pPr>
            <a:lvl3pPr algn="ctr">
              <a:buNone/>
              <a:defRPr sz="1050" b="0" i="0">
                <a:solidFill>
                  <a:srgbClr val="D5E0E9"/>
                </a:solidFill>
                <a:latin typeface="Arial"/>
                <a:ea typeface="Arial"/>
                <a:cs typeface="Arial"/>
              </a:defRPr>
            </a:lvl3pPr>
            <a:lvl4pPr algn="ctr">
              <a:buNone/>
              <a:defRPr sz="1050" b="0" i="0">
                <a:solidFill>
                  <a:srgbClr val="D5E0E9"/>
                </a:solidFill>
                <a:latin typeface="Arial"/>
                <a:ea typeface="Arial"/>
                <a:cs typeface="Arial"/>
              </a:defRPr>
            </a:lvl4pPr>
            <a:lvl5pPr algn="ctr">
              <a:buNone/>
              <a:defRPr sz="1050" b="0" i="0">
                <a:solidFill>
                  <a:srgbClr val="D5E0E9"/>
                </a:solidFill>
                <a:latin typeface="Arial"/>
                <a:ea typeface="Arial"/>
                <a:cs typeface="Arial"/>
              </a:defRPr>
            </a:lvl5pPr>
            <a:lvl6pPr algn="ctr">
              <a:buNone/>
              <a:defRPr sz="1050" b="0" i="0">
                <a:solidFill>
                  <a:srgbClr val="D5E0E9"/>
                </a:solidFill>
                <a:latin typeface="Arial"/>
                <a:ea typeface="Arial"/>
                <a:cs typeface="Arial"/>
              </a:defRPr>
            </a:lvl6pPr>
            <a:lvl7pPr algn="ctr">
              <a:buNone/>
              <a:defRPr sz="1050" b="0" i="0">
                <a:solidFill>
                  <a:srgbClr val="D5E0E9"/>
                </a:solidFill>
                <a:latin typeface="Arial"/>
                <a:ea typeface="Arial"/>
                <a:cs typeface="Arial"/>
              </a:defRPr>
            </a:lvl7pPr>
            <a:lvl8pPr algn="ctr">
              <a:buNone/>
              <a:defRPr sz="1050" b="0" i="0">
                <a:solidFill>
                  <a:srgbClr val="D5E0E9"/>
                </a:solidFill>
                <a:latin typeface="Arial"/>
                <a:ea typeface="Arial"/>
                <a:cs typeface="Arial"/>
              </a:defRPr>
            </a:lvl8pPr>
            <a:lvl9pPr algn="ctr">
              <a:buNone/>
              <a:defRPr sz="1050" b="0" i="0">
                <a:solidFill>
                  <a:srgbClr val="D5E0E9"/>
                </a:solidFill>
                <a:latin typeface="Arial"/>
                <a:ea typeface="Arial"/>
                <a:cs typeface="Arial"/>
              </a:defRPr>
            </a:lvl9pPr>
          </a:lstStyle>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graph + RuleConfig</a:t>
            </a:r>
          </a:p>
        </p:txBody>
      </p:sp>
      <p:sp>
        <p:nvSpPr>
          <p:cNvPr id="29" name="Rectangle 28">
            <a:extLst xmlns:a="http://schemas.openxmlformats.org/drawingml/2006/main">
              <a:ext uri="{FF2B5EF4-FFF2-40B4-BE49-F238E27FC236}">
                <a16:creationId xmlns:a16="http://schemas.microsoft.com/office/drawing/2014/main" id="{2BAB5D62-8DB5-4942-A5F2-F4EF4F7C855C}"/>
              </a:ext>
            </a:extLst>
          </p:cNvPr>
          <p:cNvSpPr>
            <a:spLocks xmlns:a="http://schemas.openxmlformats.org/drawingml/2006/main" noGrp="1"/>
          </p:cNvSpPr>
          <p:nvPr/>
        </p:nvSpPr>
        <p:spPr>
          <a:xfrm xmlns:a="http://schemas.openxmlformats.org/drawingml/2006/main">
            <a:off x="5257800" y="3524250"/>
            <a:ext cx="1676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825" b="1" i="0">
                <a:solidFill>
                  <a:srgbClr val="FFBE69"/>
                </a:solidFill>
                <a:latin typeface="Arial"/>
                <a:ea typeface="Arial"/>
                <a:cs typeface="Arial"/>
              </a:defRPr>
            </a:defPPr>
            <a:lvl1pPr algn="ctr">
              <a:buNone/>
              <a:defRPr sz="825" b="1" i="0">
                <a:solidFill>
                  <a:srgbClr val="FFBE69"/>
                </a:solidFill>
                <a:latin typeface="Arial"/>
                <a:ea typeface="Arial"/>
                <a:cs typeface="Arial"/>
              </a:defRPr>
            </a:lvl1pPr>
            <a:lvl2pPr algn="ctr">
              <a:buNone/>
              <a:defRPr sz="825" b="1" i="0">
                <a:solidFill>
                  <a:srgbClr val="FFBE69"/>
                </a:solidFill>
                <a:latin typeface="Arial"/>
                <a:ea typeface="Arial"/>
                <a:cs typeface="Arial"/>
              </a:defRPr>
            </a:lvl2pPr>
            <a:lvl3pPr algn="ctr">
              <a:buNone/>
              <a:defRPr sz="825" b="1" i="0">
                <a:solidFill>
                  <a:srgbClr val="FFBE69"/>
                </a:solidFill>
                <a:latin typeface="Arial"/>
                <a:ea typeface="Arial"/>
                <a:cs typeface="Arial"/>
              </a:defRPr>
            </a:lvl3pPr>
            <a:lvl4pPr algn="ctr">
              <a:buNone/>
              <a:defRPr sz="825" b="1" i="0">
                <a:solidFill>
                  <a:srgbClr val="FFBE69"/>
                </a:solidFill>
                <a:latin typeface="Arial"/>
                <a:ea typeface="Arial"/>
                <a:cs typeface="Arial"/>
              </a:defRPr>
            </a:lvl4pPr>
            <a:lvl5pPr algn="ctr">
              <a:buNone/>
              <a:defRPr sz="825" b="1" i="0">
                <a:solidFill>
                  <a:srgbClr val="FFBE69"/>
                </a:solidFill>
                <a:latin typeface="Arial"/>
                <a:ea typeface="Arial"/>
                <a:cs typeface="Arial"/>
              </a:defRPr>
            </a:lvl5pPr>
            <a:lvl6pPr algn="ctr">
              <a:buNone/>
              <a:defRPr sz="825" b="1" i="0">
                <a:solidFill>
                  <a:srgbClr val="FFBE69"/>
                </a:solidFill>
                <a:latin typeface="Arial"/>
                <a:ea typeface="Arial"/>
                <a:cs typeface="Arial"/>
              </a:defRPr>
            </a:lvl6pPr>
            <a:lvl7pPr algn="ctr">
              <a:buNone/>
              <a:defRPr sz="825" b="1" i="0">
                <a:solidFill>
                  <a:srgbClr val="FFBE69"/>
                </a:solidFill>
                <a:latin typeface="Arial"/>
                <a:ea typeface="Arial"/>
                <a:cs typeface="Arial"/>
              </a:defRPr>
            </a:lvl7pPr>
            <a:lvl8pPr algn="ctr">
              <a:buNone/>
              <a:defRPr sz="825" b="1" i="0">
                <a:solidFill>
                  <a:srgbClr val="FFBE69"/>
                </a:solidFill>
                <a:latin typeface="Arial"/>
                <a:ea typeface="Arial"/>
                <a:cs typeface="Arial"/>
              </a:defRPr>
            </a:lvl8pPr>
            <a:lvl9pPr algn="ctr">
              <a:buNone/>
              <a:defRPr sz="825" b="1" i="0">
                <a:solidFill>
                  <a:srgbClr val="FFBE69"/>
                </a:solidFill>
                <a:latin typeface="Arial"/>
                <a:ea typeface="Arial"/>
                <a:cs typeface="Arial"/>
              </a:defRPr>
            </a:lvl9pPr>
          </a:lstStyle>
          <a:p xmlns:a="http://schemas.openxmlformats.org/drawingml/2006/main">
            <a:pPr algn="ctr">
              <a:buNone/>
              <a:defRPr sz="825" b="1" i="0">
                <a:solidFill>
                  <a:srgbClr val="FFBE69"/>
                </a:solidFill>
                <a:latin typeface="Arial"/>
                <a:ea typeface="Arial"/>
                <a:cs typeface="Arial"/>
              </a:defRPr>
            </a:pPr>
            <a:r>
              <a:rPr sz="825" b="1" i="0">
                <a:solidFill>
                  <a:srgbClr val="FFBE69"/>
                </a:solidFill>
                <a:latin typeface="Arial"/>
                <a:ea typeface="Arial"/>
                <a:cs typeface="Arial"/>
              </a:rPr>
              <a:t>OUTPUT</a:t>
            </a:r>
          </a:p>
        </p:txBody>
      </p:sp>
      <p:sp>
        <p:nvSpPr>
          <p:cNvPr id="30" name="Rectangle 29">
            <a:extLst xmlns:a="http://schemas.openxmlformats.org/drawingml/2006/main">
              <a:ext uri="{FF2B5EF4-FFF2-40B4-BE49-F238E27FC236}">
                <a16:creationId xmlns:a16="http://schemas.microsoft.com/office/drawing/2014/main" id="{99B02C97-B066-4599-91B9-5A7319B1CDC9}"/>
              </a:ext>
            </a:extLst>
          </p:cNvPr>
          <p:cNvSpPr>
            <a:spLocks xmlns:a="http://schemas.openxmlformats.org/drawingml/2006/main" noGrp="1"/>
          </p:cNvSpPr>
          <p:nvPr/>
        </p:nvSpPr>
        <p:spPr>
          <a:xfrm xmlns:a="http://schemas.openxmlformats.org/drawingml/2006/main">
            <a:off x="5238750" y="37052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050" b="0" i="0">
                <a:solidFill>
                  <a:srgbClr val="D5E0E9"/>
                </a:solidFill>
                <a:latin typeface="Arial"/>
                <a:ea typeface="Arial"/>
                <a:cs typeface="Arial"/>
              </a:defRPr>
            </a:defPPr>
            <a:lvl1pPr algn="ctr">
              <a:buNone/>
              <a:defRPr sz="1050" b="0" i="0">
                <a:solidFill>
                  <a:srgbClr val="D5E0E9"/>
                </a:solidFill>
                <a:latin typeface="Arial"/>
                <a:ea typeface="Arial"/>
                <a:cs typeface="Arial"/>
              </a:defRPr>
            </a:lvl1pPr>
            <a:lvl2pPr algn="ctr">
              <a:buNone/>
              <a:defRPr sz="1050" b="0" i="0">
                <a:solidFill>
                  <a:srgbClr val="D5E0E9"/>
                </a:solidFill>
                <a:latin typeface="Arial"/>
                <a:ea typeface="Arial"/>
                <a:cs typeface="Arial"/>
              </a:defRPr>
            </a:lvl2pPr>
            <a:lvl3pPr algn="ctr">
              <a:buNone/>
              <a:defRPr sz="1050" b="0" i="0">
                <a:solidFill>
                  <a:srgbClr val="D5E0E9"/>
                </a:solidFill>
                <a:latin typeface="Arial"/>
                <a:ea typeface="Arial"/>
                <a:cs typeface="Arial"/>
              </a:defRPr>
            </a:lvl3pPr>
            <a:lvl4pPr algn="ctr">
              <a:buNone/>
              <a:defRPr sz="1050" b="0" i="0">
                <a:solidFill>
                  <a:srgbClr val="D5E0E9"/>
                </a:solidFill>
                <a:latin typeface="Arial"/>
                <a:ea typeface="Arial"/>
                <a:cs typeface="Arial"/>
              </a:defRPr>
            </a:lvl4pPr>
            <a:lvl5pPr algn="ctr">
              <a:buNone/>
              <a:defRPr sz="1050" b="0" i="0">
                <a:solidFill>
                  <a:srgbClr val="D5E0E9"/>
                </a:solidFill>
                <a:latin typeface="Arial"/>
                <a:ea typeface="Arial"/>
                <a:cs typeface="Arial"/>
              </a:defRPr>
            </a:lvl5pPr>
            <a:lvl6pPr algn="ctr">
              <a:buNone/>
              <a:defRPr sz="1050" b="0" i="0">
                <a:solidFill>
                  <a:srgbClr val="D5E0E9"/>
                </a:solidFill>
                <a:latin typeface="Arial"/>
                <a:ea typeface="Arial"/>
                <a:cs typeface="Arial"/>
              </a:defRPr>
            </a:lvl6pPr>
            <a:lvl7pPr algn="ctr">
              <a:buNone/>
              <a:defRPr sz="1050" b="0" i="0">
                <a:solidFill>
                  <a:srgbClr val="D5E0E9"/>
                </a:solidFill>
                <a:latin typeface="Arial"/>
                <a:ea typeface="Arial"/>
                <a:cs typeface="Arial"/>
              </a:defRPr>
            </a:lvl7pPr>
            <a:lvl8pPr algn="ctr">
              <a:buNone/>
              <a:defRPr sz="1050" b="0" i="0">
                <a:solidFill>
                  <a:srgbClr val="D5E0E9"/>
                </a:solidFill>
                <a:latin typeface="Arial"/>
                <a:ea typeface="Arial"/>
                <a:cs typeface="Arial"/>
              </a:defRPr>
            </a:lvl8pPr>
            <a:lvl9pPr algn="ctr">
              <a:buNone/>
              <a:defRPr sz="1050" b="0" i="0">
                <a:solidFill>
                  <a:srgbClr val="D5E0E9"/>
                </a:solidFill>
                <a:latin typeface="Arial"/>
                <a:ea typeface="Arial"/>
                <a:cs typeface="Arial"/>
              </a:defRPr>
            </a:lvl9pPr>
          </a:lstStyle>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Finding list</a:t>
            </a:r>
          </a:p>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evidence + thresholds</a:t>
            </a:r>
          </a:p>
        </p:txBody>
      </p:sp>
      <p:sp>
        <p:nvSpPr>
          <p:cNvPr id="31" name="state-detail-4">
            <a:extLst xmlns:a="http://schemas.openxmlformats.org/drawingml/2006/main">
              <a:ext uri="{FF2B5EF4-FFF2-40B4-BE49-F238E27FC236}">
                <a16:creationId xmlns:a16="http://schemas.microsoft.com/office/drawing/2014/main" id="{907A423F-C3C6-4965-9008-B405126DDE40}"/>
              </a:ext>
            </a:extLst>
          </p:cNvPr>
          <p:cNvSpPr>
            <a:spLocks xmlns:a="http://schemas.openxmlformats.org/drawingml/2006/main" noGrp="1"/>
          </p:cNvSpPr>
          <p:nvPr/>
        </p:nvSpPr>
        <p:spPr>
          <a:xfrm xmlns:a="http://schemas.openxmlformats.org/drawingml/2006/main">
            <a:off x="7391400" y="1790700"/>
            <a:ext cx="1943100" cy="2457450"/>
          </a:xfrm>
          <a:prstGeom xmlns:a="http://schemas.openxmlformats.org/drawingml/2006/main" prst="roundRect">
            <a:avLst>
              <a:gd name="adj" fmla="val 6373"/>
            </a:avLst>
          </a:prstGeom>
          <a:solidFill xmlns:a="http://schemas.openxmlformats.org/drawingml/2006/main">
            <a:srgbClr val="101D2D"/>
          </a:solidFill>
          <a:ln xmlns:a="http://schemas.openxmlformats.org/drawingml/2006/main" w="12383">
            <a:solidFill>
              <a:srgbClr val="75DCC2"/>
            </a:solidFill>
            <a:prstDash val="solid"/>
          </a:ln>
        </p:spPr>
      </p:sp>
      <p:sp>
        <p:nvSpPr>
          <p:cNvPr id="32" name="Rectangle 31">
            <a:extLst xmlns:a="http://schemas.openxmlformats.org/drawingml/2006/main">
              <a:ext uri="{FF2B5EF4-FFF2-40B4-BE49-F238E27FC236}">
                <a16:creationId xmlns:a16="http://schemas.microsoft.com/office/drawing/2014/main" id="{B5E9F16E-4D10-42C6-87F6-F54F8F3B8662}"/>
              </a:ext>
            </a:extLst>
          </p:cNvPr>
          <p:cNvSpPr>
            <a:spLocks xmlns:a="http://schemas.openxmlformats.org/drawingml/2006/main" noGrp="1"/>
          </p:cNvSpPr>
          <p:nvPr/>
        </p:nvSpPr>
        <p:spPr>
          <a:xfrm xmlns:a="http://schemas.openxmlformats.org/drawingml/2006/main">
            <a:off x="7524750" y="1914525"/>
            <a:ext cx="361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75DCC2"/>
                </a:solidFill>
                <a:latin typeface="Arial"/>
                <a:ea typeface="Arial"/>
                <a:cs typeface="Arial"/>
              </a:defRPr>
            </a:defPPr>
            <a:lvl1pPr algn="l">
              <a:buNone/>
              <a:defRPr sz="975" b="1" i="0">
                <a:solidFill>
                  <a:srgbClr val="75DCC2"/>
                </a:solidFill>
                <a:latin typeface="Arial"/>
                <a:ea typeface="Arial"/>
                <a:cs typeface="Arial"/>
              </a:defRPr>
            </a:lvl1pPr>
            <a:lvl2pPr algn="l">
              <a:buNone/>
              <a:defRPr sz="975" b="1" i="0">
                <a:solidFill>
                  <a:srgbClr val="75DCC2"/>
                </a:solidFill>
                <a:latin typeface="Arial"/>
                <a:ea typeface="Arial"/>
                <a:cs typeface="Arial"/>
              </a:defRPr>
            </a:lvl2pPr>
            <a:lvl3pPr algn="l">
              <a:buNone/>
              <a:defRPr sz="975" b="1" i="0">
                <a:solidFill>
                  <a:srgbClr val="75DCC2"/>
                </a:solidFill>
                <a:latin typeface="Arial"/>
                <a:ea typeface="Arial"/>
                <a:cs typeface="Arial"/>
              </a:defRPr>
            </a:lvl3pPr>
            <a:lvl4pPr algn="l">
              <a:buNone/>
              <a:defRPr sz="975" b="1" i="0">
                <a:solidFill>
                  <a:srgbClr val="75DCC2"/>
                </a:solidFill>
                <a:latin typeface="Arial"/>
                <a:ea typeface="Arial"/>
                <a:cs typeface="Arial"/>
              </a:defRPr>
            </a:lvl4pPr>
            <a:lvl5pPr algn="l">
              <a:buNone/>
              <a:defRPr sz="975" b="1" i="0">
                <a:solidFill>
                  <a:srgbClr val="75DCC2"/>
                </a:solidFill>
                <a:latin typeface="Arial"/>
                <a:ea typeface="Arial"/>
                <a:cs typeface="Arial"/>
              </a:defRPr>
            </a:lvl5pPr>
            <a:lvl6pPr algn="l">
              <a:buNone/>
              <a:defRPr sz="975" b="1" i="0">
                <a:solidFill>
                  <a:srgbClr val="75DCC2"/>
                </a:solidFill>
                <a:latin typeface="Arial"/>
                <a:ea typeface="Arial"/>
                <a:cs typeface="Arial"/>
              </a:defRPr>
            </a:lvl6pPr>
            <a:lvl7pPr algn="l">
              <a:buNone/>
              <a:defRPr sz="975" b="1" i="0">
                <a:solidFill>
                  <a:srgbClr val="75DCC2"/>
                </a:solidFill>
                <a:latin typeface="Arial"/>
                <a:ea typeface="Arial"/>
                <a:cs typeface="Arial"/>
              </a:defRPr>
            </a:lvl7pPr>
            <a:lvl8pPr algn="l">
              <a:buNone/>
              <a:defRPr sz="975" b="1" i="0">
                <a:solidFill>
                  <a:srgbClr val="75DCC2"/>
                </a:solidFill>
                <a:latin typeface="Arial"/>
                <a:ea typeface="Arial"/>
                <a:cs typeface="Arial"/>
              </a:defRPr>
            </a:lvl8pPr>
            <a:lvl9pPr algn="l">
              <a:buNone/>
              <a:defRPr sz="975" b="1" i="0">
                <a:solidFill>
                  <a:srgbClr val="75DCC2"/>
                </a:solidFill>
                <a:latin typeface="Arial"/>
                <a:ea typeface="Arial"/>
                <a:cs typeface="Arial"/>
              </a:defRPr>
            </a:lvl9pPr>
          </a:lstStyle>
          <a:p xmlns:a="http://schemas.openxmlformats.org/drawingml/2006/main">
            <a:pPr algn="l">
              <a:buNone/>
              <a:defRPr sz="975" b="1" i="0">
                <a:solidFill>
                  <a:srgbClr val="75DCC2"/>
                </a:solidFill>
                <a:latin typeface="Arial"/>
                <a:ea typeface="Arial"/>
                <a:cs typeface="Arial"/>
              </a:defRPr>
            </a:pPr>
            <a:r>
              <a:rPr sz="975" b="1" i="0">
                <a:solidFill>
                  <a:srgbClr val="75DCC2"/>
                </a:solidFill>
                <a:latin typeface="Arial"/>
                <a:ea typeface="Arial"/>
                <a:cs typeface="Arial"/>
              </a:rPr>
              <a:t>04</a:t>
            </a:r>
          </a:p>
        </p:txBody>
      </p:sp>
      <p:sp>
        <p:nvSpPr>
          <p:cNvPr id="33" name="Rectangle 32">
            <a:extLst xmlns:a="http://schemas.openxmlformats.org/drawingml/2006/main">
              <a:ext uri="{FF2B5EF4-FFF2-40B4-BE49-F238E27FC236}">
                <a16:creationId xmlns:a16="http://schemas.microsoft.com/office/drawing/2014/main" id="{52DC80F6-58E6-4DA1-8F37-0383C00C7610}"/>
              </a:ext>
            </a:extLst>
          </p:cNvPr>
          <p:cNvSpPr>
            <a:spLocks xmlns:a="http://schemas.openxmlformats.org/drawingml/2006/main" noGrp="1"/>
          </p:cNvSpPr>
          <p:nvPr/>
        </p:nvSpPr>
        <p:spPr>
          <a:xfrm xmlns:a="http://schemas.openxmlformats.org/drawingml/2006/main">
            <a:off x="7505700" y="22193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350" b="1" i="0">
                <a:solidFill>
                  <a:srgbClr val="F4F7FB"/>
                </a:solidFill>
                <a:latin typeface="Arial"/>
                <a:ea typeface="Arial"/>
                <a:cs typeface="Arial"/>
              </a:defRPr>
            </a:defPPr>
            <a:lvl1pPr algn="ctr">
              <a:buNone/>
              <a:defRPr sz="1350" b="1" i="0">
                <a:solidFill>
                  <a:srgbClr val="F4F7FB"/>
                </a:solidFill>
                <a:latin typeface="Arial"/>
                <a:ea typeface="Arial"/>
                <a:cs typeface="Arial"/>
              </a:defRPr>
            </a:lvl1pPr>
            <a:lvl2pPr algn="ctr">
              <a:buNone/>
              <a:defRPr sz="1350" b="1" i="0">
                <a:solidFill>
                  <a:srgbClr val="F4F7FB"/>
                </a:solidFill>
                <a:latin typeface="Arial"/>
                <a:ea typeface="Arial"/>
                <a:cs typeface="Arial"/>
              </a:defRPr>
            </a:lvl2pPr>
            <a:lvl3pPr algn="ctr">
              <a:buNone/>
              <a:defRPr sz="1350" b="1" i="0">
                <a:solidFill>
                  <a:srgbClr val="F4F7FB"/>
                </a:solidFill>
                <a:latin typeface="Arial"/>
                <a:ea typeface="Arial"/>
                <a:cs typeface="Arial"/>
              </a:defRPr>
            </a:lvl3pPr>
            <a:lvl4pPr algn="ctr">
              <a:buNone/>
              <a:defRPr sz="1350" b="1" i="0">
                <a:solidFill>
                  <a:srgbClr val="F4F7FB"/>
                </a:solidFill>
                <a:latin typeface="Arial"/>
                <a:ea typeface="Arial"/>
                <a:cs typeface="Arial"/>
              </a:defRPr>
            </a:lvl4pPr>
            <a:lvl5pPr algn="ctr">
              <a:buNone/>
              <a:defRPr sz="1350" b="1" i="0">
                <a:solidFill>
                  <a:srgbClr val="F4F7FB"/>
                </a:solidFill>
                <a:latin typeface="Arial"/>
                <a:ea typeface="Arial"/>
                <a:cs typeface="Arial"/>
              </a:defRPr>
            </a:lvl5pPr>
            <a:lvl6pPr algn="ctr">
              <a:buNone/>
              <a:defRPr sz="1350" b="1" i="0">
                <a:solidFill>
                  <a:srgbClr val="F4F7FB"/>
                </a:solidFill>
                <a:latin typeface="Arial"/>
                <a:ea typeface="Arial"/>
                <a:cs typeface="Arial"/>
              </a:defRPr>
            </a:lvl6pPr>
            <a:lvl7pPr algn="ctr">
              <a:buNone/>
              <a:defRPr sz="1350" b="1" i="0">
                <a:solidFill>
                  <a:srgbClr val="F4F7FB"/>
                </a:solidFill>
                <a:latin typeface="Arial"/>
                <a:ea typeface="Arial"/>
                <a:cs typeface="Arial"/>
              </a:defRPr>
            </a:lvl7pPr>
            <a:lvl8pPr algn="ctr">
              <a:buNone/>
              <a:defRPr sz="1350" b="1" i="0">
                <a:solidFill>
                  <a:srgbClr val="F4F7FB"/>
                </a:solidFill>
                <a:latin typeface="Arial"/>
                <a:ea typeface="Arial"/>
                <a:cs typeface="Arial"/>
              </a:defRPr>
            </a:lvl8pPr>
            <a:lvl9pPr algn="ctr">
              <a:buNone/>
              <a:defRPr sz="1350" b="1" i="0">
                <a:solidFill>
                  <a:srgbClr val="F4F7FB"/>
                </a:solidFill>
                <a:latin typeface="Arial"/>
                <a:ea typeface="Arial"/>
                <a:cs typeface="Arial"/>
              </a:defRPr>
            </a:lvl9pPr>
          </a:lstStyle>
          <a:p xmlns:a="http://schemas.openxmlformats.org/drawingml/2006/main">
            <a:pPr algn="ctr">
              <a:buNone/>
              <a:defRPr sz="1350" b="1" i="0">
                <a:solidFill>
                  <a:srgbClr val="F4F7FB"/>
                </a:solidFill>
                <a:latin typeface="Arial"/>
                <a:ea typeface="Arial"/>
                <a:cs typeface="Arial"/>
              </a:defRPr>
            </a:pPr>
            <a:r>
              <a:rPr sz="1350" b="1" i="0">
                <a:solidFill>
                  <a:srgbClr val="F4F7FB"/>
                </a:solidFill>
                <a:latin typeface="Arial"/>
                <a:ea typeface="Arial"/>
                <a:cs typeface="Arial"/>
              </a:rPr>
              <a:t>Explanation</a:t>
            </a:r>
          </a:p>
        </p:txBody>
      </p:sp>
      <p:sp>
        <p:nvSpPr>
          <p:cNvPr id="34" name="Straight Connector 33">
            <a:extLst xmlns:a="http://schemas.openxmlformats.org/drawingml/2006/main">
              <a:ext uri="{FF2B5EF4-FFF2-40B4-BE49-F238E27FC236}">
                <a16:creationId xmlns:a16="http://schemas.microsoft.com/office/drawing/2014/main" id="{1F1B200B-A245-4A28-B409-94B1C00DB233}"/>
              </a:ext>
            </a:extLst>
          </p:cNvPr>
          <p:cNvSpPr>
            <a:spLocks xmlns:a="http://schemas.openxmlformats.org/drawingml/2006/main" noGrp="1"/>
          </p:cNvSpPr>
          <p:nvPr/>
        </p:nvSpPr>
        <p:spPr>
          <a:xfrm xmlns:a="http://schemas.openxmlformats.org/drawingml/2006/main">
            <a:off x="7581900" y="2771775"/>
            <a:ext cx="15621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35" name="Rectangle 34">
            <a:extLst xmlns:a="http://schemas.openxmlformats.org/drawingml/2006/main">
              <a:ext uri="{FF2B5EF4-FFF2-40B4-BE49-F238E27FC236}">
                <a16:creationId xmlns:a16="http://schemas.microsoft.com/office/drawing/2014/main" id="{10DF5A75-6DD5-4944-AE5A-5F1C4F1CCC0F}"/>
              </a:ext>
            </a:extLst>
          </p:cNvPr>
          <p:cNvSpPr>
            <a:spLocks xmlns:a="http://schemas.openxmlformats.org/drawingml/2006/main" noGrp="1"/>
          </p:cNvSpPr>
          <p:nvPr/>
        </p:nvSpPr>
        <p:spPr>
          <a:xfrm xmlns:a="http://schemas.openxmlformats.org/drawingml/2006/main">
            <a:off x="7524750" y="2886075"/>
            <a:ext cx="16764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825" b="1" i="0">
                <a:solidFill>
                  <a:srgbClr val="9AAFC2"/>
                </a:solidFill>
                <a:latin typeface="Arial"/>
                <a:ea typeface="Arial"/>
                <a:cs typeface="Arial"/>
              </a:defRPr>
            </a:defPPr>
            <a:lvl1pPr algn="ctr">
              <a:buNone/>
              <a:defRPr sz="825" b="1" i="0">
                <a:solidFill>
                  <a:srgbClr val="9AAFC2"/>
                </a:solidFill>
                <a:latin typeface="Arial"/>
                <a:ea typeface="Arial"/>
                <a:cs typeface="Arial"/>
              </a:defRPr>
            </a:lvl1pPr>
            <a:lvl2pPr algn="ctr">
              <a:buNone/>
              <a:defRPr sz="825" b="1" i="0">
                <a:solidFill>
                  <a:srgbClr val="9AAFC2"/>
                </a:solidFill>
                <a:latin typeface="Arial"/>
                <a:ea typeface="Arial"/>
                <a:cs typeface="Arial"/>
              </a:defRPr>
            </a:lvl2pPr>
            <a:lvl3pPr algn="ctr">
              <a:buNone/>
              <a:defRPr sz="825" b="1" i="0">
                <a:solidFill>
                  <a:srgbClr val="9AAFC2"/>
                </a:solidFill>
                <a:latin typeface="Arial"/>
                <a:ea typeface="Arial"/>
                <a:cs typeface="Arial"/>
              </a:defRPr>
            </a:lvl3pPr>
            <a:lvl4pPr algn="ctr">
              <a:buNone/>
              <a:defRPr sz="825" b="1" i="0">
                <a:solidFill>
                  <a:srgbClr val="9AAFC2"/>
                </a:solidFill>
                <a:latin typeface="Arial"/>
                <a:ea typeface="Arial"/>
                <a:cs typeface="Arial"/>
              </a:defRPr>
            </a:lvl4pPr>
            <a:lvl5pPr algn="ctr">
              <a:buNone/>
              <a:defRPr sz="825" b="1" i="0">
                <a:solidFill>
                  <a:srgbClr val="9AAFC2"/>
                </a:solidFill>
                <a:latin typeface="Arial"/>
                <a:ea typeface="Arial"/>
                <a:cs typeface="Arial"/>
              </a:defRPr>
            </a:lvl5pPr>
            <a:lvl6pPr algn="ctr">
              <a:buNone/>
              <a:defRPr sz="825" b="1" i="0">
                <a:solidFill>
                  <a:srgbClr val="9AAFC2"/>
                </a:solidFill>
                <a:latin typeface="Arial"/>
                <a:ea typeface="Arial"/>
                <a:cs typeface="Arial"/>
              </a:defRPr>
            </a:lvl6pPr>
            <a:lvl7pPr algn="ctr">
              <a:buNone/>
              <a:defRPr sz="825" b="1" i="0">
                <a:solidFill>
                  <a:srgbClr val="9AAFC2"/>
                </a:solidFill>
                <a:latin typeface="Arial"/>
                <a:ea typeface="Arial"/>
                <a:cs typeface="Arial"/>
              </a:defRPr>
            </a:lvl7pPr>
            <a:lvl8pPr algn="ctr">
              <a:buNone/>
              <a:defRPr sz="825" b="1" i="0">
                <a:solidFill>
                  <a:srgbClr val="9AAFC2"/>
                </a:solidFill>
                <a:latin typeface="Arial"/>
                <a:ea typeface="Arial"/>
                <a:cs typeface="Arial"/>
              </a:defRPr>
            </a:lvl8pPr>
            <a:lvl9pPr algn="ctr">
              <a:buNone/>
              <a:defRPr sz="825" b="1" i="0">
                <a:solidFill>
                  <a:srgbClr val="9AAFC2"/>
                </a:solidFill>
                <a:latin typeface="Arial"/>
                <a:ea typeface="Arial"/>
                <a:cs typeface="Arial"/>
              </a:defRPr>
            </a:lvl9pPr>
          </a:lstStyle>
          <a:p xmlns:a="http://schemas.openxmlformats.org/drawingml/2006/main">
            <a:pPr algn="ctr">
              <a:buNone/>
              <a:defRPr sz="825" b="1" i="0">
                <a:solidFill>
                  <a:srgbClr val="9AAFC2"/>
                </a:solidFill>
                <a:latin typeface="Arial"/>
                <a:ea typeface="Arial"/>
                <a:cs typeface="Arial"/>
              </a:defRPr>
            </a:pPr>
            <a:r>
              <a:rPr sz="825" b="1" i="0">
                <a:solidFill>
                  <a:srgbClr val="9AAFC2"/>
                </a:solidFill>
                <a:latin typeface="Arial"/>
                <a:ea typeface="Arial"/>
                <a:cs typeface="Arial"/>
              </a:rPr>
              <a:t>INPUT</a:t>
            </a:r>
          </a:p>
        </p:txBody>
      </p:sp>
      <p:sp>
        <p:nvSpPr>
          <p:cNvPr id="36" name="Rectangle 35">
            <a:extLst xmlns:a="http://schemas.openxmlformats.org/drawingml/2006/main">
              <a:ext uri="{FF2B5EF4-FFF2-40B4-BE49-F238E27FC236}">
                <a16:creationId xmlns:a16="http://schemas.microsoft.com/office/drawing/2014/main" id="{A6BA7647-DBCB-4C7F-9A6F-0854060B8254}"/>
              </a:ext>
            </a:extLst>
          </p:cNvPr>
          <p:cNvSpPr>
            <a:spLocks xmlns:a="http://schemas.openxmlformats.org/drawingml/2006/main" noGrp="1"/>
          </p:cNvSpPr>
          <p:nvPr/>
        </p:nvSpPr>
        <p:spPr>
          <a:xfrm xmlns:a="http://schemas.openxmlformats.org/drawingml/2006/main">
            <a:off x="7505700" y="30861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050" b="0" i="0">
                <a:solidFill>
                  <a:srgbClr val="D5E0E9"/>
                </a:solidFill>
                <a:latin typeface="Arial"/>
                <a:ea typeface="Arial"/>
                <a:cs typeface="Arial"/>
              </a:defRPr>
            </a:defPPr>
            <a:lvl1pPr algn="ctr">
              <a:buNone/>
              <a:defRPr sz="1050" b="0" i="0">
                <a:solidFill>
                  <a:srgbClr val="D5E0E9"/>
                </a:solidFill>
                <a:latin typeface="Arial"/>
                <a:ea typeface="Arial"/>
                <a:cs typeface="Arial"/>
              </a:defRPr>
            </a:lvl1pPr>
            <a:lvl2pPr algn="ctr">
              <a:buNone/>
              <a:defRPr sz="1050" b="0" i="0">
                <a:solidFill>
                  <a:srgbClr val="D5E0E9"/>
                </a:solidFill>
                <a:latin typeface="Arial"/>
                <a:ea typeface="Arial"/>
                <a:cs typeface="Arial"/>
              </a:defRPr>
            </a:lvl2pPr>
            <a:lvl3pPr algn="ctr">
              <a:buNone/>
              <a:defRPr sz="1050" b="0" i="0">
                <a:solidFill>
                  <a:srgbClr val="D5E0E9"/>
                </a:solidFill>
                <a:latin typeface="Arial"/>
                <a:ea typeface="Arial"/>
                <a:cs typeface="Arial"/>
              </a:defRPr>
            </a:lvl3pPr>
            <a:lvl4pPr algn="ctr">
              <a:buNone/>
              <a:defRPr sz="1050" b="0" i="0">
                <a:solidFill>
                  <a:srgbClr val="D5E0E9"/>
                </a:solidFill>
                <a:latin typeface="Arial"/>
                <a:ea typeface="Arial"/>
                <a:cs typeface="Arial"/>
              </a:defRPr>
            </a:lvl4pPr>
            <a:lvl5pPr algn="ctr">
              <a:buNone/>
              <a:defRPr sz="1050" b="0" i="0">
                <a:solidFill>
                  <a:srgbClr val="D5E0E9"/>
                </a:solidFill>
                <a:latin typeface="Arial"/>
                <a:ea typeface="Arial"/>
                <a:cs typeface="Arial"/>
              </a:defRPr>
            </a:lvl5pPr>
            <a:lvl6pPr algn="ctr">
              <a:buNone/>
              <a:defRPr sz="1050" b="0" i="0">
                <a:solidFill>
                  <a:srgbClr val="D5E0E9"/>
                </a:solidFill>
                <a:latin typeface="Arial"/>
                <a:ea typeface="Arial"/>
                <a:cs typeface="Arial"/>
              </a:defRPr>
            </a:lvl6pPr>
            <a:lvl7pPr algn="ctr">
              <a:buNone/>
              <a:defRPr sz="1050" b="0" i="0">
                <a:solidFill>
                  <a:srgbClr val="D5E0E9"/>
                </a:solidFill>
                <a:latin typeface="Arial"/>
                <a:ea typeface="Arial"/>
                <a:cs typeface="Arial"/>
              </a:defRPr>
            </a:lvl7pPr>
            <a:lvl8pPr algn="ctr">
              <a:buNone/>
              <a:defRPr sz="1050" b="0" i="0">
                <a:solidFill>
                  <a:srgbClr val="D5E0E9"/>
                </a:solidFill>
                <a:latin typeface="Arial"/>
                <a:ea typeface="Arial"/>
                <a:cs typeface="Arial"/>
              </a:defRPr>
            </a:lvl8pPr>
            <a:lvl9pPr algn="ctr">
              <a:buNone/>
              <a:defRPr sz="1050" b="0" i="0">
                <a:solidFill>
                  <a:srgbClr val="D5E0E9"/>
                </a:solidFill>
                <a:latin typeface="Arial"/>
                <a:ea typeface="Arial"/>
                <a:cs typeface="Arial"/>
              </a:defRPr>
            </a:lvl9pPr>
          </a:lstStyle>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counts + graph summary</a:t>
            </a:r>
          </a:p>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 findings</a:t>
            </a:r>
          </a:p>
        </p:txBody>
      </p:sp>
      <p:sp>
        <p:nvSpPr>
          <p:cNvPr id="37" name="Rectangle 36">
            <a:extLst xmlns:a="http://schemas.openxmlformats.org/drawingml/2006/main">
              <a:ext uri="{FF2B5EF4-FFF2-40B4-BE49-F238E27FC236}">
                <a16:creationId xmlns:a16="http://schemas.microsoft.com/office/drawing/2014/main" id="{2F3C3434-F92C-42A6-88D3-D6FE125A4EB6}"/>
              </a:ext>
            </a:extLst>
          </p:cNvPr>
          <p:cNvSpPr>
            <a:spLocks xmlns:a="http://schemas.openxmlformats.org/drawingml/2006/main" noGrp="1"/>
          </p:cNvSpPr>
          <p:nvPr/>
        </p:nvSpPr>
        <p:spPr>
          <a:xfrm xmlns:a="http://schemas.openxmlformats.org/drawingml/2006/main">
            <a:off x="7524750" y="3524250"/>
            <a:ext cx="1676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825" b="1" i="0">
                <a:solidFill>
                  <a:srgbClr val="75DCC2"/>
                </a:solidFill>
                <a:latin typeface="Arial"/>
                <a:ea typeface="Arial"/>
                <a:cs typeface="Arial"/>
              </a:defRPr>
            </a:defPPr>
            <a:lvl1pPr algn="ctr">
              <a:buNone/>
              <a:defRPr sz="825" b="1" i="0">
                <a:solidFill>
                  <a:srgbClr val="75DCC2"/>
                </a:solidFill>
                <a:latin typeface="Arial"/>
                <a:ea typeface="Arial"/>
                <a:cs typeface="Arial"/>
              </a:defRPr>
            </a:lvl1pPr>
            <a:lvl2pPr algn="ctr">
              <a:buNone/>
              <a:defRPr sz="825" b="1" i="0">
                <a:solidFill>
                  <a:srgbClr val="75DCC2"/>
                </a:solidFill>
                <a:latin typeface="Arial"/>
                <a:ea typeface="Arial"/>
                <a:cs typeface="Arial"/>
              </a:defRPr>
            </a:lvl2pPr>
            <a:lvl3pPr algn="ctr">
              <a:buNone/>
              <a:defRPr sz="825" b="1" i="0">
                <a:solidFill>
                  <a:srgbClr val="75DCC2"/>
                </a:solidFill>
                <a:latin typeface="Arial"/>
                <a:ea typeface="Arial"/>
                <a:cs typeface="Arial"/>
              </a:defRPr>
            </a:lvl3pPr>
            <a:lvl4pPr algn="ctr">
              <a:buNone/>
              <a:defRPr sz="825" b="1" i="0">
                <a:solidFill>
                  <a:srgbClr val="75DCC2"/>
                </a:solidFill>
                <a:latin typeface="Arial"/>
                <a:ea typeface="Arial"/>
                <a:cs typeface="Arial"/>
              </a:defRPr>
            </a:lvl4pPr>
            <a:lvl5pPr algn="ctr">
              <a:buNone/>
              <a:defRPr sz="825" b="1" i="0">
                <a:solidFill>
                  <a:srgbClr val="75DCC2"/>
                </a:solidFill>
                <a:latin typeface="Arial"/>
                <a:ea typeface="Arial"/>
                <a:cs typeface="Arial"/>
              </a:defRPr>
            </a:lvl5pPr>
            <a:lvl6pPr algn="ctr">
              <a:buNone/>
              <a:defRPr sz="825" b="1" i="0">
                <a:solidFill>
                  <a:srgbClr val="75DCC2"/>
                </a:solidFill>
                <a:latin typeface="Arial"/>
                <a:ea typeface="Arial"/>
                <a:cs typeface="Arial"/>
              </a:defRPr>
            </a:lvl6pPr>
            <a:lvl7pPr algn="ctr">
              <a:buNone/>
              <a:defRPr sz="825" b="1" i="0">
                <a:solidFill>
                  <a:srgbClr val="75DCC2"/>
                </a:solidFill>
                <a:latin typeface="Arial"/>
                <a:ea typeface="Arial"/>
                <a:cs typeface="Arial"/>
              </a:defRPr>
            </a:lvl7pPr>
            <a:lvl8pPr algn="ctr">
              <a:buNone/>
              <a:defRPr sz="825" b="1" i="0">
                <a:solidFill>
                  <a:srgbClr val="75DCC2"/>
                </a:solidFill>
                <a:latin typeface="Arial"/>
                <a:ea typeface="Arial"/>
                <a:cs typeface="Arial"/>
              </a:defRPr>
            </a:lvl8pPr>
            <a:lvl9pPr algn="ctr">
              <a:buNone/>
              <a:defRPr sz="825" b="1" i="0">
                <a:solidFill>
                  <a:srgbClr val="75DCC2"/>
                </a:solidFill>
                <a:latin typeface="Arial"/>
                <a:ea typeface="Arial"/>
                <a:cs typeface="Arial"/>
              </a:defRPr>
            </a:lvl9pPr>
          </a:lstStyle>
          <a:p xmlns:a="http://schemas.openxmlformats.org/drawingml/2006/main">
            <a:pPr algn="ctr">
              <a:buNone/>
              <a:defRPr sz="825" b="1" i="0">
                <a:solidFill>
                  <a:srgbClr val="75DCC2"/>
                </a:solidFill>
                <a:latin typeface="Arial"/>
                <a:ea typeface="Arial"/>
                <a:cs typeface="Arial"/>
              </a:defRPr>
            </a:pPr>
            <a:r>
              <a:rPr sz="825" b="1" i="0">
                <a:solidFill>
                  <a:srgbClr val="75DCC2"/>
                </a:solidFill>
                <a:latin typeface="Arial"/>
                <a:ea typeface="Arial"/>
                <a:cs typeface="Arial"/>
              </a:rPr>
              <a:t>OUTPUT</a:t>
            </a:r>
          </a:p>
        </p:txBody>
      </p:sp>
      <p:sp>
        <p:nvSpPr>
          <p:cNvPr id="38" name="Rectangle 37">
            <a:extLst xmlns:a="http://schemas.openxmlformats.org/drawingml/2006/main">
              <a:ext uri="{FF2B5EF4-FFF2-40B4-BE49-F238E27FC236}">
                <a16:creationId xmlns:a16="http://schemas.microsoft.com/office/drawing/2014/main" id="{C0E60C6D-C152-47A5-9128-59EEB6B77C51}"/>
              </a:ext>
            </a:extLst>
          </p:cNvPr>
          <p:cNvSpPr>
            <a:spLocks xmlns:a="http://schemas.openxmlformats.org/drawingml/2006/main" noGrp="1"/>
          </p:cNvSpPr>
          <p:nvPr/>
        </p:nvSpPr>
        <p:spPr>
          <a:xfrm xmlns:a="http://schemas.openxmlformats.org/drawingml/2006/main">
            <a:off x="7505700" y="37052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050" b="0" i="0">
                <a:solidFill>
                  <a:srgbClr val="D5E0E9"/>
                </a:solidFill>
                <a:latin typeface="Arial"/>
                <a:ea typeface="Arial"/>
                <a:cs typeface="Arial"/>
              </a:defRPr>
            </a:defPPr>
            <a:lvl1pPr algn="ctr">
              <a:buNone/>
              <a:defRPr sz="1050" b="0" i="0">
                <a:solidFill>
                  <a:srgbClr val="D5E0E9"/>
                </a:solidFill>
                <a:latin typeface="Arial"/>
                <a:ea typeface="Arial"/>
                <a:cs typeface="Arial"/>
              </a:defRPr>
            </a:lvl1pPr>
            <a:lvl2pPr algn="ctr">
              <a:buNone/>
              <a:defRPr sz="1050" b="0" i="0">
                <a:solidFill>
                  <a:srgbClr val="D5E0E9"/>
                </a:solidFill>
                <a:latin typeface="Arial"/>
                <a:ea typeface="Arial"/>
                <a:cs typeface="Arial"/>
              </a:defRPr>
            </a:lvl2pPr>
            <a:lvl3pPr algn="ctr">
              <a:buNone/>
              <a:defRPr sz="1050" b="0" i="0">
                <a:solidFill>
                  <a:srgbClr val="D5E0E9"/>
                </a:solidFill>
                <a:latin typeface="Arial"/>
                <a:ea typeface="Arial"/>
                <a:cs typeface="Arial"/>
              </a:defRPr>
            </a:lvl3pPr>
            <a:lvl4pPr algn="ctr">
              <a:buNone/>
              <a:defRPr sz="1050" b="0" i="0">
                <a:solidFill>
                  <a:srgbClr val="D5E0E9"/>
                </a:solidFill>
                <a:latin typeface="Arial"/>
                <a:ea typeface="Arial"/>
                <a:cs typeface="Arial"/>
              </a:defRPr>
            </a:lvl4pPr>
            <a:lvl5pPr algn="ctr">
              <a:buNone/>
              <a:defRPr sz="1050" b="0" i="0">
                <a:solidFill>
                  <a:srgbClr val="D5E0E9"/>
                </a:solidFill>
                <a:latin typeface="Arial"/>
                <a:ea typeface="Arial"/>
                <a:cs typeface="Arial"/>
              </a:defRPr>
            </a:lvl5pPr>
            <a:lvl6pPr algn="ctr">
              <a:buNone/>
              <a:defRPr sz="1050" b="0" i="0">
                <a:solidFill>
                  <a:srgbClr val="D5E0E9"/>
                </a:solidFill>
                <a:latin typeface="Arial"/>
                <a:ea typeface="Arial"/>
                <a:cs typeface="Arial"/>
              </a:defRPr>
            </a:lvl6pPr>
            <a:lvl7pPr algn="ctr">
              <a:buNone/>
              <a:defRPr sz="1050" b="0" i="0">
                <a:solidFill>
                  <a:srgbClr val="D5E0E9"/>
                </a:solidFill>
                <a:latin typeface="Arial"/>
                <a:ea typeface="Arial"/>
                <a:cs typeface="Arial"/>
              </a:defRPr>
            </a:lvl7pPr>
            <a:lvl8pPr algn="ctr">
              <a:buNone/>
              <a:defRPr sz="1050" b="0" i="0">
                <a:solidFill>
                  <a:srgbClr val="D5E0E9"/>
                </a:solidFill>
                <a:latin typeface="Arial"/>
                <a:ea typeface="Arial"/>
                <a:cs typeface="Arial"/>
              </a:defRPr>
            </a:lvl8pPr>
            <a:lvl9pPr algn="ctr">
              <a:buNone/>
              <a:defRPr sz="1050" b="0" i="0">
                <a:solidFill>
                  <a:srgbClr val="D5E0E9"/>
                </a:solidFill>
                <a:latin typeface="Arial"/>
                <a:ea typeface="Arial"/>
                <a:cs typeface="Arial"/>
              </a:defRPr>
            </a:lvl9pPr>
          </a:lstStyle>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Human-readable</a:t>
            </a:r>
          </a:p>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summary</a:t>
            </a:r>
          </a:p>
        </p:txBody>
      </p:sp>
      <p:sp>
        <p:nvSpPr>
          <p:cNvPr id="39" name="state-detail-5">
            <a:extLst xmlns:a="http://schemas.openxmlformats.org/drawingml/2006/main">
              <a:ext uri="{FF2B5EF4-FFF2-40B4-BE49-F238E27FC236}">
                <a16:creationId xmlns:a16="http://schemas.microsoft.com/office/drawing/2014/main" id="{1E2C1C8C-75F7-4A24-96CD-3306C47BF722}"/>
              </a:ext>
            </a:extLst>
          </p:cNvPr>
          <p:cNvSpPr>
            <a:spLocks xmlns:a="http://schemas.openxmlformats.org/drawingml/2006/main" noGrp="1"/>
          </p:cNvSpPr>
          <p:nvPr/>
        </p:nvSpPr>
        <p:spPr>
          <a:xfrm xmlns:a="http://schemas.openxmlformats.org/drawingml/2006/main">
            <a:off x="9658350" y="1790700"/>
            <a:ext cx="1943100" cy="2457450"/>
          </a:xfrm>
          <a:prstGeom xmlns:a="http://schemas.openxmlformats.org/drawingml/2006/main" prst="roundRect">
            <a:avLst>
              <a:gd name="adj" fmla="val 6373"/>
            </a:avLst>
          </a:prstGeom>
          <a:solidFill xmlns:a="http://schemas.openxmlformats.org/drawingml/2006/main">
            <a:srgbClr val="101D2D"/>
          </a:solidFill>
          <a:ln xmlns:a="http://schemas.openxmlformats.org/drawingml/2006/main" w="12383">
            <a:solidFill>
              <a:srgbClr val="FFBE69"/>
            </a:solidFill>
            <a:prstDash val="solid"/>
          </a:ln>
        </p:spPr>
      </p:sp>
      <p:sp>
        <p:nvSpPr>
          <p:cNvPr id="40" name="Rectangle 39">
            <a:extLst xmlns:a="http://schemas.openxmlformats.org/drawingml/2006/main">
              <a:ext uri="{FF2B5EF4-FFF2-40B4-BE49-F238E27FC236}">
                <a16:creationId xmlns:a16="http://schemas.microsoft.com/office/drawing/2014/main" id="{3E94D496-20D8-46DA-AEE3-5245FF216980}"/>
              </a:ext>
            </a:extLst>
          </p:cNvPr>
          <p:cNvSpPr>
            <a:spLocks xmlns:a="http://schemas.openxmlformats.org/drawingml/2006/main" noGrp="1"/>
          </p:cNvSpPr>
          <p:nvPr/>
        </p:nvSpPr>
        <p:spPr>
          <a:xfrm xmlns:a="http://schemas.openxmlformats.org/drawingml/2006/main">
            <a:off x="9791700" y="1914525"/>
            <a:ext cx="361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FFBE69"/>
                </a:solidFill>
                <a:latin typeface="Arial"/>
                <a:ea typeface="Arial"/>
                <a:cs typeface="Arial"/>
              </a:defRPr>
            </a:defPPr>
            <a:lvl1pPr algn="l">
              <a:buNone/>
              <a:defRPr sz="975" b="1" i="0">
                <a:solidFill>
                  <a:srgbClr val="FFBE69"/>
                </a:solidFill>
                <a:latin typeface="Arial"/>
                <a:ea typeface="Arial"/>
                <a:cs typeface="Arial"/>
              </a:defRPr>
            </a:lvl1pPr>
            <a:lvl2pPr algn="l">
              <a:buNone/>
              <a:defRPr sz="975" b="1" i="0">
                <a:solidFill>
                  <a:srgbClr val="FFBE69"/>
                </a:solidFill>
                <a:latin typeface="Arial"/>
                <a:ea typeface="Arial"/>
                <a:cs typeface="Arial"/>
              </a:defRPr>
            </a:lvl2pPr>
            <a:lvl3pPr algn="l">
              <a:buNone/>
              <a:defRPr sz="975" b="1" i="0">
                <a:solidFill>
                  <a:srgbClr val="FFBE69"/>
                </a:solidFill>
                <a:latin typeface="Arial"/>
                <a:ea typeface="Arial"/>
                <a:cs typeface="Arial"/>
              </a:defRPr>
            </a:lvl3pPr>
            <a:lvl4pPr algn="l">
              <a:buNone/>
              <a:defRPr sz="975" b="1" i="0">
                <a:solidFill>
                  <a:srgbClr val="FFBE69"/>
                </a:solidFill>
                <a:latin typeface="Arial"/>
                <a:ea typeface="Arial"/>
                <a:cs typeface="Arial"/>
              </a:defRPr>
            </a:lvl4pPr>
            <a:lvl5pPr algn="l">
              <a:buNone/>
              <a:defRPr sz="975" b="1" i="0">
                <a:solidFill>
                  <a:srgbClr val="FFBE69"/>
                </a:solidFill>
                <a:latin typeface="Arial"/>
                <a:ea typeface="Arial"/>
                <a:cs typeface="Arial"/>
              </a:defRPr>
            </a:lvl5pPr>
            <a:lvl6pPr algn="l">
              <a:buNone/>
              <a:defRPr sz="975" b="1" i="0">
                <a:solidFill>
                  <a:srgbClr val="FFBE69"/>
                </a:solidFill>
                <a:latin typeface="Arial"/>
                <a:ea typeface="Arial"/>
                <a:cs typeface="Arial"/>
              </a:defRPr>
            </a:lvl6pPr>
            <a:lvl7pPr algn="l">
              <a:buNone/>
              <a:defRPr sz="975" b="1" i="0">
                <a:solidFill>
                  <a:srgbClr val="FFBE69"/>
                </a:solidFill>
                <a:latin typeface="Arial"/>
                <a:ea typeface="Arial"/>
                <a:cs typeface="Arial"/>
              </a:defRPr>
            </a:lvl7pPr>
            <a:lvl8pPr algn="l">
              <a:buNone/>
              <a:defRPr sz="975" b="1" i="0">
                <a:solidFill>
                  <a:srgbClr val="FFBE69"/>
                </a:solidFill>
                <a:latin typeface="Arial"/>
                <a:ea typeface="Arial"/>
                <a:cs typeface="Arial"/>
              </a:defRPr>
            </a:lvl8pPr>
            <a:lvl9pPr algn="l">
              <a:buNone/>
              <a:defRPr sz="975" b="1" i="0">
                <a:solidFill>
                  <a:srgbClr val="FFBE69"/>
                </a:solidFill>
                <a:latin typeface="Arial"/>
                <a:ea typeface="Arial"/>
                <a:cs typeface="Arial"/>
              </a:defRPr>
            </a:lvl9pPr>
          </a:lstStyle>
          <a:p xmlns:a="http://schemas.openxmlformats.org/drawingml/2006/main">
            <a:pPr algn="l">
              <a:buNone/>
              <a:defRPr sz="975" b="1" i="0">
                <a:solidFill>
                  <a:srgbClr val="FFBE69"/>
                </a:solidFill>
                <a:latin typeface="Arial"/>
                <a:ea typeface="Arial"/>
                <a:cs typeface="Arial"/>
              </a:defRPr>
            </a:pPr>
            <a:r>
              <a:rPr sz="975" b="1" i="0">
                <a:solidFill>
                  <a:srgbClr val="FFBE69"/>
                </a:solidFill>
                <a:latin typeface="Arial"/>
                <a:ea typeface="Arial"/>
                <a:cs typeface="Arial"/>
              </a:rPr>
              <a:t>05</a:t>
            </a:r>
          </a:p>
        </p:txBody>
      </p:sp>
      <p:sp>
        <p:nvSpPr>
          <p:cNvPr id="41" name="Rectangle 40">
            <a:extLst xmlns:a="http://schemas.openxmlformats.org/drawingml/2006/main">
              <a:ext uri="{FF2B5EF4-FFF2-40B4-BE49-F238E27FC236}">
                <a16:creationId xmlns:a16="http://schemas.microsoft.com/office/drawing/2014/main" id="{8D366147-1743-49A8-9B75-998C4F95CCB8}"/>
              </a:ext>
            </a:extLst>
          </p:cNvPr>
          <p:cNvSpPr>
            <a:spLocks xmlns:a="http://schemas.openxmlformats.org/drawingml/2006/main" noGrp="1"/>
          </p:cNvSpPr>
          <p:nvPr/>
        </p:nvSpPr>
        <p:spPr>
          <a:xfrm xmlns:a="http://schemas.openxmlformats.org/drawingml/2006/main">
            <a:off x="9772650" y="22193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350" b="1" i="0">
                <a:solidFill>
                  <a:srgbClr val="F4F7FB"/>
                </a:solidFill>
                <a:latin typeface="Arial"/>
                <a:ea typeface="Arial"/>
                <a:cs typeface="Arial"/>
              </a:defRPr>
            </a:defPPr>
            <a:lvl1pPr algn="ctr">
              <a:buNone/>
              <a:defRPr sz="1350" b="1" i="0">
                <a:solidFill>
                  <a:srgbClr val="F4F7FB"/>
                </a:solidFill>
                <a:latin typeface="Arial"/>
                <a:ea typeface="Arial"/>
                <a:cs typeface="Arial"/>
              </a:defRPr>
            </a:lvl1pPr>
            <a:lvl2pPr algn="ctr">
              <a:buNone/>
              <a:defRPr sz="1350" b="1" i="0">
                <a:solidFill>
                  <a:srgbClr val="F4F7FB"/>
                </a:solidFill>
                <a:latin typeface="Arial"/>
                <a:ea typeface="Arial"/>
                <a:cs typeface="Arial"/>
              </a:defRPr>
            </a:lvl2pPr>
            <a:lvl3pPr algn="ctr">
              <a:buNone/>
              <a:defRPr sz="1350" b="1" i="0">
                <a:solidFill>
                  <a:srgbClr val="F4F7FB"/>
                </a:solidFill>
                <a:latin typeface="Arial"/>
                <a:ea typeface="Arial"/>
                <a:cs typeface="Arial"/>
              </a:defRPr>
            </a:lvl3pPr>
            <a:lvl4pPr algn="ctr">
              <a:buNone/>
              <a:defRPr sz="1350" b="1" i="0">
                <a:solidFill>
                  <a:srgbClr val="F4F7FB"/>
                </a:solidFill>
                <a:latin typeface="Arial"/>
                <a:ea typeface="Arial"/>
                <a:cs typeface="Arial"/>
              </a:defRPr>
            </a:lvl4pPr>
            <a:lvl5pPr algn="ctr">
              <a:buNone/>
              <a:defRPr sz="1350" b="1" i="0">
                <a:solidFill>
                  <a:srgbClr val="F4F7FB"/>
                </a:solidFill>
                <a:latin typeface="Arial"/>
                <a:ea typeface="Arial"/>
                <a:cs typeface="Arial"/>
              </a:defRPr>
            </a:lvl5pPr>
            <a:lvl6pPr algn="ctr">
              <a:buNone/>
              <a:defRPr sz="1350" b="1" i="0">
                <a:solidFill>
                  <a:srgbClr val="F4F7FB"/>
                </a:solidFill>
                <a:latin typeface="Arial"/>
                <a:ea typeface="Arial"/>
                <a:cs typeface="Arial"/>
              </a:defRPr>
            </a:lvl6pPr>
            <a:lvl7pPr algn="ctr">
              <a:buNone/>
              <a:defRPr sz="1350" b="1" i="0">
                <a:solidFill>
                  <a:srgbClr val="F4F7FB"/>
                </a:solidFill>
                <a:latin typeface="Arial"/>
                <a:ea typeface="Arial"/>
                <a:cs typeface="Arial"/>
              </a:defRPr>
            </a:lvl7pPr>
            <a:lvl8pPr algn="ctr">
              <a:buNone/>
              <a:defRPr sz="1350" b="1" i="0">
                <a:solidFill>
                  <a:srgbClr val="F4F7FB"/>
                </a:solidFill>
                <a:latin typeface="Arial"/>
                <a:ea typeface="Arial"/>
                <a:cs typeface="Arial"/>
              </a:defRPr>
            </a:lvl8pPr>
            <a:lvl9pPr algn="ctr">
              <a:buNone/>
              <a:defRPr sz="1350" b="1" i="0">
                <a:solidFill>
                  <a:srgbClr val="F4F7FB"/>
                </a:solidFill>
                <a:latin typeface="Arial"/>
                <a:ea typeface="Arial"/>
                <a:cs typeface="Arial"/>
              </a:defRPr>
            </a:lvl9pPr>
          </a:lstStyle>
          <a:p xmlns:a="http://schemas.openxmlformats.org/drawingml/2006/main">
            <a:pPr algn="ctr">
              <a:buNone/>
              <a:defRPr sz="1350" b="1" i="0">
                <a:solidFill>
                  <a:srgbClr val="F4F7FB"/>
                </a:solidFill>
                <a:latin typeface="Arial"/>
                <a:ea typeface="Arial"/>
                <a:cs typeface="Arial"/>
              </a:defRPr>
            </a:pPr>
            <a:r>
              <a:rPr sz="1350" b="1" i="0">
                <a:solidFill>
                  <a:srgbClr val="F4F7FB"/>
                </a:solidFill>
                <a:latin typeface="Arial"/>
                <a:ea typeface="Arial"/>
                <a:cs typeface="Arial"/>
              </a:rPr>
              <a:t>Evaluation</a:t>
            </a:r>
          </a:p>
        </p:txBody>
      </p:sp>
      <p:sp>
        <p:nvSpPr>
          <p:cNvPr id="42" name="Straight Connector 41">
            <a:extLst xmlns:a="http://schemas.openxmlformats.org/drawingml/2006/main">
              <a:ext uri="{FF2B5EF4-FFF2-40B4-BE49-F238E27FC236}">
                <a16:creationId xmlns:a16="http://schemas.microsoft.com/office/drawing/2014/main" id="{2B91703E-CA43-4C12-AACD-47FB9ED889D2}"/>
              </a:ext>
            </a:extLst>
          </p:cNvPr>
          <p:cNvSpPr>
            <a:spLocks xmlns:a="http://schemas.openxmlformats.org/drawingml/2006/main" noGrp="1"/>
          </p:cNvSpPr>
          <p:nvPr/>
        </p:nvSpPr>
        <p:spPr>
          <a:xfrm xmlns:a="http://schemas.openxmlformats.org/drawingml/2006/main">
            <a:off x="9848850" y="2771775"/>
            <a:ext cx="15621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43" name="Rectangle 42">
            <a:extLst xmlns:a="http://schemas.openxmlformats.org/drawingml/2006/main">
              <a:ext uri="{FF2B5EF4-FFF2-40B4-BE49-F238E27FC236}">
                <a16:creationId xmlns:a16="http://schemas.microsoft.com/office/drawing/2014/main" id="{7EC20652-AB7C-40D1-A218-F5A17D26E2A1}"/>
              </a:ext>
            </a:extLst>
          </p:cNvPr>
          <p:cNvSpPr>
            <a:spLocks xmlns:a="http://schemas.openxmlformats.org/drawingml/2006/main" noGrp="1"/>
          </p:cNvSpPr>
          <p:nvPr/>
        </p:nvSpPr>
        <p:spPr>
          <a:xfrm xmlns:a="http://schemas.openxmlformats.org/drawingml/2006/main">
            <a:off x="9791700" y="2886075"/>
            <a:ext cx="16764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825" b="1" i="0">
                <a:solidFill>
                  <a:srgbClr val="9AAFC2"/>
                </a:solidFill>
                <a:latin typeface="Arial"/>
                <a:ea typeface="Arial"/>
                <a:cs typeface="Arial"/>
              </a:defRPr>
            </a:defPPr>
            <a:lvl1pPr algn="ctr">
              <a:buNone/>
              <a:defRPr sz="825" b="1" i="0">
                <a:solidFill>
                  <a:srgbClr val="9AAFC2"/>
                </a:solidFill>
                <a:latin typeface="Arial"/>
                <a:ea typeface="Arial"/>
                <a:cs typeface="Arial"/>
              </a:defRPr>
            </a:lvl1pPr>
            <a:lvl2pPr algn="ctr">
              <a:buNone/>
              <a:defRPr sz="825" b="1" i="0">
                <a:solidFill>
                  <a:srgbClr val="9AAFC2"/>
                </a:solidFill>
                <a:latin typeface="Arial"/>
                <a:ea typeface="Arial"/>
                <a:cs typeface="Arial"/>
              </a:defRPr>
            </a:lvl2pPr>
            <a:lvl3pPr algn="ctr">
              <a:buNone/>
              <a:defRPr sz="825" b="1" i="0">
                <a:solidFill>
                  <a:srgbClr val="9AAFC2"/>
                </a:solidFill>
                <a:latin typeface="Arial"/>
                <a:ea typeface="Arial"/>
                <a:cs typeface="Arial"/>
              </a:defRPr>
            </a:lvl3pPr>
            <a:lvl4pPr algn="ctr">
              <a:buNone/>
              <a:defRPr sz="825" b="1" i="0">
                <a:solidFill>
                  <a:srgbClr val="9AAFC2"/>
                </a:solidFill>
                <a:latin typeface="Arial"/>
                <a:ea typeface="Arial"/>
                <a:cs typeface="Arial"/>
              </a:defRPr>
            </a:lvl4pPr>
            <a:lvl5pPr algn="ctr">
              <a:buNone/>
              <a:defRPr sz="825" b="1" i="0">
                <a:solidFill>
                  <a:srgbClr val="9AAFC2"/>
                </a:solidFill>
                <a:latin typeface="Arial"/>
                <a:ea typeface="Arial"/>
                <a:cs typeface="Arial"/>
              </a:defRPr>
            </a:lvl5pPr>
            <a:lvl6pPr algn="ctr">
              <a:buNone/>
              <a:defRPr sz="825" b="1" i="0">
                <a:solidFill>
                  <a:srgbClr val="9AAFC2"/>
                </a:solidFill>
                <a:latin typeface="Arial"/>
                <a:ea typeface="Arial"/>
                <a:cs typeface="Arial"/>
              </a:defRPr>
            </a:lvl6pPr>
            <a:lvl7pPr algn="ctr">
              <a:buNone/>
              <a:defRPr sz="825" b="1" i="0">
                <a:solidFill>
                  <a:srgbClr val="9AAFC2"/>
                </a:solidFill>
                <a:latin typeface="Arial"/>
                <a:ea typeface="Arial"/>
                <a:cs typeface="Arial"/>
              </a:defRPr>
            </a:lvl7pPr>
            <a:lvl8pPr algn="ctr">
              <a:buNone/>
              <a:defRPr sz="825" b="1" i="0">
                <a:solidFill>
                  <a:srgbClr val="9AAFC2"/>
                </a:solidFill>
                <a:latin typeface="Arial"/>
                <a:ea typeface="Arial"/>
                <a:cs typeface="Arial"/>
              </a:defRPr>
            </a:lvl8pPr>
            <a:lvl9pPr algn="ctr">
              <a:buNone/>
              <a:defRPr sz="825" b="1" i="0">
                <a:solidFill>
                  <a:srgbClr val="9AAFC2"/>
                </a:solidFill>
                <a:latin typeface="Arial"/>
                <a:ea typeface="Arial"/>
                <a:cs typeface="Arial"/>
              </a:defRPr>
            </a:lvl9pPr>
          </a:lstStyle>
          <a:p xmlns:a="http://schemas.openxmlformats.org/drawingml/2006/main">
            <a:pPr algn="ctr">
              <a:buNone/>
              <a:defRPr sz="825" b="1" i="0">
                <a:solidFill>
                  <a:srgbClr val="9AAFC2"/>
                </a:solidFill>
                <a:latin typeface="Arial"/>
                <a:ea typeface="Arial"/>
                <a:cs typeface="Arial"/>
              </a:defRPr>
            </a:pPr>
            <a:r>
              <a:rPr sz="825" b="1" i="0">
                <a:solidFill>
                  <a:srgbClr val="9AAFC2"/>
                </a:solidFill>
                <a:latin typeface="Arial"/>
                <a:ea typeface="Arial"/>
                <a:cs typeface="Arial"/>
              </a:rPr>
              <a:t>INPUT</a:t>
            </a:r>
          </a:p>
        </p:txBody>
      </p:sp>
      <p:sp>
        <p:nvSpPr>
          <p:cNvPr id="44" name="Rectangle 43">
            <a:extLst xmlns:a="http://schemas.openxmlformats.org/drawingml/2006/main">
              <a:ext uri="{FF2B5EF4-FFF2-40B4-BE49-F238E27FC236}">
                <a16:creationId xmlns:a16="http://schemas.microsoft.com/office/drawing/2014/main" id="{3789D0FB-8902-44A4-AF86-6223A841BE95}"/>
              </a:ext>
            </a:extLst>
          </p:cNvPr>
          <p:cNvSpPr>
            <a:spLocks xmlns:a="http://schemas.openxmlformats.org/drawingml/2006/main" noGrp="1"/>
          </p:cNvSpPr>
          <p:nvPr/>
        </p:nvSpPr>
        <p:spPr>
          <a:xfrm xmlns:a="http://schemas.openxmlformats.org/drawingml/2006/main">
            <a:off x="9772650" y="30861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050" b="0" i="0">
                <a:solidFill>
                  <a:srgbClr val="D5E0E9"/>
                </a:solidFill>
                <a:latin typeface="Arial"/>
                <a:ea typeface="Arial"/>
                <a:cs typeface="Arial"/>
              </a:defRPr>
            </a:defPPr>
            <a:lvl1pPr algn="ctr">
              <a:buNone/>
              <a:defRPr sz="1050" b="0" i="0">
                <a:solidFill>
                  <a:srgbClr val="D5E0E9"/>
                </a:solidFill>
                <a:latin typeface="Arial"/>
                <a:ea typeface="Arial"/>
                <a:cs typeface="Arial"/>
              </a:defRPr>
            </a:lvl1pPr>
            <a:lvl2pPr algn="ctr">
              <a:buNone/>
              <a:defRPr sz="1050" b="0" i="0">
                <a:solidFill>
                  <a:srgbClr val="D5E0E9"/>
                </a:solidFill>
                <a:latin typeface="Arial"/>
                <a:ea typeface="Arial"/>
                <a:cs typeface="Arial"/>
              </a:defRPr>
            </a:lvl2pPr>
            <a:lvl3pPr algn="ctr">
              <a:buNone/>
              <a:defRPr sz="1050" b="0" i="0">
                <a:solidFill>
                  <a:srgbClr val="D5E0E9"/>
                </a:solidFill>
                <a:latin typeface="Arial"/>
                <a:ea typeface="Arial"/>
                <a:cs typeface="Arial"/>
              </a:defRPr>
            </a:lvl3pPr>
            <a:lvl4pPr algn="ctr">
              <a:buNone/>
              <a:defRPr sz="1050" b="0" i="0">
                <a:solidFill>
                  <a:srgbClr val="D5E0E9"/>
                </a:solidFill>
                <a:latin typeface="Arial"/>
                <a:ea typeface="Arial"/>
                <a:cs typeface="Arial"/>
              </a:defRPr>
            </a:lvl4pPr>
            <a:lvl5pPr algn="ctr">
              <a:buNone/>
              <a:defRPr sz="1050" b="0" i="0">
                <a:solidFill>
                  <a:srgbClr val="D5E0E9"/>
                </a:solidFill>
                <a:latin typeface="Arial"/>
                <a:ea typeface="Arial"/>
                <a:cs typeface="Arial"/>
              </a:defRPr>
            </a:lvl5pPr>
            <a:lvl6pPr algn="ctr">
              <a:buNone/>
              <a:defRPr sz="1050" b="0" i="0">
                <a:solidFill>
                  <a:srgbClr val="D5E0E9"/>
                </a:solidFill>
                <a:latin typeface="Arial"/>
                <a:ea typeface="Arial"/>
                <a:cs typeface="Arial"/>
              </a:defRPr>
            </a:lvl6pPr>
            <a:lvl7pPr algn="ctr">
              <a:buNone/>
              <a:defRPr sz="1050" b="0" i="0">
                <a:solidFill>
                  <a:srgbClr val="D5E0E9"/>
                </a:solidFill>
                <a:latin typeface="Arial"/>
                <a:ea typeface="Arial"/>
                <a:cs typeface="Arial"/>
              </a:defRPr>
            </a:lvl7pPr>
            <a:lvl8pPr algn="ctr">
              <a:buNone/>
              <a:defRPr sz="1050" b="0" i="0">
                <a:solidFill>
                  <a:srgbClr val="D5E0E9"/>
                </a:solidFill>
                <a:latin typeface="Arial"/>
                <a:ea typeface="Arial"/>
                <a:cs typeface="Arial"/>
              </a:defRPr>
            </a:lvl8pPr>
            <a:lvl9pPr algn="ctr">
              <a:buNone/>
              <a:defRPr sz="1050" b="0" i="0">
                <a:solidFill>
                  <a:srgbClr val="D5E0E9"/>
                </a:solidFill>
                <a:latin typeface="Arial"/>
                <a:ea typeface="Arial"/>
                <a:cs typeface="Arial"/>
              </a:defRPr>
            </a:lvl9pPr>
          </a:lstStyle>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accepted labels</a:t>
            </a:r>
          </a:p>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 completed findings</a:t>
            </a:r>
          </a:p>
        </p:txBody>
      </p:sp>
      <p:sp>
        <p:nvSpPr>
          <p:cNvPr id="45" name="Rectangle 44">
            <a:extLst xmlns:a="http://schemas.openxmlformats.org/drawingml/2006/main">
              <a:ext uri="{FF2B5EF4-FFF2-40B4-BE49-F238E27FC236}">
                <a16:creationId xmlns:a16="http://schemas.microsoft.com/office/drawing/2014/main" id="{4DBB94A4-E07A-4136-99A2-8E8B3CEC1435}"/>
              </a:ext>
            </a:extLst>
          </p:cNvPr>
          <p:cNvSpPr>
            <a:spLocks xmlns:a="http://schemas.openxmlformats.org/drawingml/2006/main" noGrp="1"/>
          </p:cNvSpPr>
          <p:nvPr/>
        </p:nvSpPr>
        <p:spPr>
          <a:xfrm xmlns:a="http://schemas.openxmlformats.org/drawingml/2006/main">
            <a:off x="9791700" y="3524250"/>
            <a:ext cx="1676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825" b="1" i="0">
                <a:solidFill>
                  <a:srgbClr val="FFBE69"/>
                </a:solidFill>
                <a:latin typeface="Arial"/>
                <a:ea typeface="Arial"/>
                <a:cs typeface="Arial"/>
              </a:defRPr>
            </a:defPPr>
            <a:lvl1pPr algn="ctr">
              <a:buNone/>
              <a:defRPr sz="825" b="1" i="0">
                <a:solidFill>
                  <a:srgbClr val="FFBE69"/>
                </a:solidFill>
                <a:latin typeface="Arial"/>
                <a:ea typeface="Arial"/>
                <a:cs typeface="Arial"/>
              </a:defRPr>
            </a:lvl1pPr>
            <a:lvl2pPr algn="ctr">
              <a:buNone/>
              <a:defRPr sz="825" b="1" i="0">
                <a:solidFill>
                  <a:srgbClr val="FFBE69"/>
                </a:solidFill>
                <a:latin typeface="Arial"/>
                <a:ea typeface="Arial"/>
                <a:cs typeface="Arial"/>
              </a:defRPr>
            </a:lvl2pPr>
            <a:lvl3pPr algn="ctr">
              <a:buNone/>
              <a:defRPr sz="825" b="1" i="0">
                <a:solidFill>
                  <a:srgbClr val="FFBE69"/>
                </a:solidFill>
                <a:latin typeface="Arial"/>
                <a:ea typeface="Arial"/>
                <a:cs typeface="Arial"/>
              </a:defRPr>
            </a:lvl3pPr>
            <a:lvl4pPr algn="ctr">
              <a:buNone/>
              <a:defRPr sz="825" b="1" i="0">
                <a:solidFill>
                  <a:srgbClr val="FFBE69"/>
                </a:solidFill>
                <a:latin typeface="Arial"/>
                <a:ea typeface="Arial"/>
                <a:cs typeface="Arial"/>
              </a:defRPr>
            </a:lvl4pPr>
            <a:lvl5pPr algn="ctr">
              <a:buNone/>
              <a:defRPr sz="825" b="1" i="0">
                <a:solidFill>
                  <a:srgbClr val="FFBE69"/>
                </a:solidFill>
                <a:latin typeface="Arial"/>
                <a:ea typeface="Arial"/>
                <a:cs typeface="Arial"/>
              </a:defRPr>
            </a:lvl5pPr>
            <a:lvl6pPr algn="ctr">
              <a:buNone/>
              <a:defRPr sz="825" b="1" i="0">
                <a:solidFill>
                  <a:srgbClr val="FFBE69"/>
                </a:solidFill>
                <a:latin typeface="Arial"/>
                <a:ea typeface="Arial"/>
                <a:cs typeface="Arial"/>
              </a:defRPr>
            </a:lvl6pPr>
            <a:lvl7pPr algn="ctr">
              <a:buNone/>
              <a:defRPr sz="825" b="1" i="0">
                <a:solidFill>
                  <a:srgbClr val="FFBE69"/>
                </a:solidFill>
                <a:latin typeface="Arial"/>
                <a:ea typeface="Arial"/>
                <a:cs typeface="Arial"/>
              </a:defRPr>
            </a:lvl7pPr>
            <a:lvl8pPr algn="ctr">
              <a:buNone/>
              <a:defRPr sz="825" b="1" i="0">
                <a:solidFill>
                  <a:srgbClr val="FFBE69"/>
                </a:solidFill>
                <a:latin typeface="Arial"/>
                <a:ea typeface="Arial"/>
                <a:cs typeface="Arial"/>
              </a:defRPr>
            </a:lvl8pPr>
            <a:lvl9pPr algn="ctr">
              <a:buNone/>
              <a:defRPr sz="825" b="1" i="0">
                <a:solidFill>
                  <a:srgbClr val="FFBE69"/>
                </a:solidFill>
                <a:latin typeface="Arial"/>
                <a:ea typeface="Arial"/>
                <a:cs typeface="Arial"/>
              </a:defRPr>
            </a:lvl9pPr>
          </a:lstStyle>
          <a:p xmlns:a="http://schemas.openxmlformats.org/drawingml/2006/main">
            <a:pPr algn="ctr">
              <a:buNone/>
              <a:defRPr sz="825" b="1" i="0">
                <a:solidFill>
                  <a:srgbClr val="FFBE69"/>
                </a:solidFill>
                <a:latin typeface="Arial"/>
                <a:ea typeface="Arial"/>
                <a:cs typeface="Arial"/>
              </a:defRPr>
            </a:pPr>
            <a:r>
              <a:rPr sz="825" b="1" i="0">
                <a:solidFill>
                  <a:srgbClr val="FFBE69"/>
                </a:solidFill>
                <a:latin typeface="Arial"/>
                <a:ea typeface="Arial"/>
                <a:cs typeface="Arial"/>
              </a:rPr>
              <a:t>OUTPUT</a:t>
            </a:r>
          </a:p>
        </p:txBody>
      </p:sp>
      <p:sp>
        <p:nvSpPr>
          <p:cNvPr id="46" name="Rectangle 45">
            <a:extLst xmlns:a="http://schemas.openxmlformats.org/drawingml/2006/main">
              <a:ext uri="{FF2B5EF4-FFF2-40B4-BE49-F238E27FC236}">
                <a16:creationId xmlns:a16="http://schemas.microsoft.com/office/drawing/2014/main" id="{C610AA26-3842-4422-95BE-00D17B3F0351}"/>
              </a:ext>
            </a:extLst>
          </p:cNvPr>
          <p:cNvSpPr>
            <a:spLocks xmlns:a="http://schemas.openxmlformats.org/drawingml/2006/main" noGrp="1"/>
          </p:cNvSpPr>
          <p:nvPr/>
        </p:nvSpPr>
        <p:spPr>
          <a:xfrm xmlns:a="http://schemas.openxmlformats.org/drawingml/2006/main">
            <a:off x="9772650" y="37052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050" b="0" i="0">
                <a:solidFill>
                  <a:srgbClr val="D5E0E9"/>
                </a:solidFill>
                <a:latin typeface="Arial"/>
                <a:ea typeface="Arial"/>
                <a:cs typeface="Arial"/>
              </a:defRPr>
            </a:defPPr>
            <a:lvl1pPr algn="ctr">
              <a:buNone/>
              <a:defRPr sz="1050" b="0" i="0">
                <a:solidFill>
                  <a:srgbClr val="D5E0E9"/>
                </a:solidFill>
                <a:latin typeface="Arial"/>
                <a:ea typeface="Arial"/>
                <a:cs typeface="Arial"/>
              </a:defRPr>
            </a:lvl1pPr>
            <a:lvl2pPr algn="ctr">
              <a:buNone/>
              <a:defRPr sz="1050" b="0" i="0">
                <a:solidFill>
                  <a:srgbClr val="D5E0E9"/>
                </a:solidFill>
                <a:latin typeface="Arial"/>
                <a:ea typeface="Arial"/>
                <a:cs typeface="Arial"/>
              </a:defRPr>
            </a:lvl2pPr>
            <a:lvl3pPr algn="ctr">
              <a:buNone/>
              <a:defRPr sz="1050" b="0" i="0">
                <a:solidFill>
                  <a:srgbClr val="D5E0E9"/>
                </a:solidFill>
                <a:latin typeface="Arial"/>
                <a:ea typeface="Arial"/>
                <a:cs typeface="Arial"/>
              </a:defRPr>
            </a:lvl3pPr>
            <a:lvl4pPr algn="ctr">
              <a:buNone/>
              <a:defRPr sz="1050" b="0" i="0">
                <a:solidFill>
                  <a:srgbClr val="D5E0E9"/>
                </a:solidFill>
                <a:latin typeface="Arial"/>
                <a:ea typeface="Arial"/>
                <a:cs typeface="Arial"/>
              </a:defRPr>
            </a:lvl4pPr>
            <a:lvl5pPr algn="ctr">
              <a:buNone/>
              <a:defRPr sz="1050" b="0" i="0">
                <a:solidFill>
                  <a:srgbClr val="D5E0E9"/>
                </a:solidFill>
                <a:latin typeface="Arial"/>
                <a:ea typeface="Arial"/>
                <a:cs typeface="Arial"/>
              </a:defRPr>
            </a:lvl5pPr>
            <a:lvl6pPr algn="ctr">
              <a:buNone/>
              <a:defRPr sz="1050" b="0" i="0">
                <a:solidFill>
                  <a:srgbClr val="D5E0E9"/>
                </a:solidFill>
                <a:latin typeface="Arial"/>
                <a:ea typeface="Arial"/>
                <a:cs typeface="Arial"/>
              </a:defRPr>
            </a:lvl6pPr>
            <a:lvl7pPr algn="ctr">
              <a:buNone/>
              <a:defRPr sz="1050" b="0" i="0">
                <a:solidFill>
                  <a:srgbClr val="D5E0E9"/>
                </a:solidFill>
                <a:latin typeface="Arial"/>
                <a:ea typeface="Arial"/>
                <a:cs typeface="Arial"/>
              </a:defRPr>
            </a:lvl7pPr>
            <a:lvl8pPr algn="ctr">
              <a:buNone/>
              <a:defRPr sz="1050" b="0" i="0">
                <a:solidFill>
                  <a:srgbClr val="D5E0E9"/>
                </a:solidFill>
                <a:latin typeface="Arial"/>
                <a:ea typeface="Arial"/>
                <a:cs typeface="Arial"/>
              </a:defRPr>
            </a:lvl8pPr>
            <a:lvl9pPr algn="ctr">
              <a:buNone/>
              <a:defRPr sz="1050" b="0" i="0">
                <a:solidFill>
                  <a:srgbClr val="D5E0E9"/>
                </a:solidFill>
                <a:latin typeface="Arial"/>
                <a:ea typeface="Arial"/>
                <a:cs typeface="Arial"/>
              </a:defRPr>
            </a:lvl9pPr>
          </a:lstStyle>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Metrics or</a:t>
            </a:r>
          </a:p>
          <a:p xmlns:a="http://schemas.openxmlformats.org/drawingml/2006/main">
            <a:pPr algn="ctr">
              <a:buNone/>
              <a:defRPr sz="1050" b="0" i="0">
                <a:solidFill>
                  <a:srgbClr val="D5E0E9"/>
                </a:solidFill>
                <a:latin typeface="Arial"/>
                <a:ea typeface="Arial"/>
                <a:cs typeface="Arial"/>
              </a:defRPr>
            </a:pPr>
            <a:r>
              <a:rPr sz="1050" b="0" i="0">
                <a:solidFill>
                  <a:srgbClr val="D5E0E9"/>
                </a:solidFill>
                <a:latin typeface="Arial"/>
                <a:ea typeface="Arial"/>
                <a:cs typeface="Arial"/>
              </a:rPr>
              <a:t>unavailable status</a:t>
            </a:r>
          </a:p>
        </p:txBody>
      </p:sp>
      <p:sp>
        <p:nvSpPr>
          <p:cNvPr id="51" name="Rectangle: Rounded Corners 50">
            <a:extLst xmlns:a="http://schemas.openxmlformats.org/drawingml/2006/main">
              <a:ext uri="{FF2B5EF4-FFF2-40B4-BE49-F238E27FC236}">
                <a16:creationId xmlns:a16="http://schemas.microsoft.com/office/drawing/2014/main" id="{EDB9C4CC-659C-4C78-B031-1D5BB5F30B35}"/>
              </a:ext>
            </a:extLst>
          </p:cNvPr>
          <p:cNvSpPr>
            <a:spLocks xmlns:a="http://schemas.openxmlformats.org/drawingml/2006/main" noGrp="1"/>
          </p:cNvSpPr>
          <p:nvPr/>
        </p:nvSpPr>
        <p:spPr>
          <a:xfrm xmlns:a="http://schemas.openxmlformats.org/drawingml/2006/main">
            <a:off x="590550" y="4438650"/>
            <a:ext cx="5067300" cy="1371600"/>
          </a:xfrm>
          <a:prstGeom xmlns:a="http://schemas.openxmlformats.org/drawingml/2006/main" prst="roundRect">
            <a:avLst>
              <a:gd name="adj" fmla="val 9028"/>
            </a:avLst>
          </a:prstGeom>
          <a:solidFill xmlns:a="http://schemas.openxmlformats.org/drawingml/2006/main">
            <a:srgbClr val="102336"/>
          </a:solidFill>
          <a:ln xmlns:a="http://schemas.openxmlformats.org/drawingml/2006/main" w="10478">
            <a:solidFill>
              <a:srgbClr val="79B9E8"/>
            </a:solidFill>
            <a:prstDash val="solid"/>
          </a:ln>
        </p:spPr>
      </p:sp>
      <p:sp>
        <p:nvSpPr>
          <p:cNvPr id="52" name="Rectangle 51">
            <a:extLst xmlns:a="http://schemas.openxmlformats.org/drawingml/2006/main">
              <a:ext uri="{FF2B5EF4-FFF2-40B4-BE49-F238E27FC236}">
                <a16:creationId xmlns:a16="http://schemas.microsoft.com/office/drawing/2014/main" id="{CC417D2E-FB5C-41BD-973B-3AF2ACBB4916}"/>
              </a:ext>
            </a:extLst>
          </p:cNvPr>
          <p:cNvSpPr>
            <a:spLocks xmlns:a="http://schemas.openxmlformats.org/drawingml/2006/main" noGrp="1"/>
          </p:cNvSpPr>
          <p:nvPr/>
        </p:nvSpPr>
        <p:spPr>
          <a:xfrm xmlns:a="http://schemas.openxmlformats.org/drawingml/2006/main">
            <a:off x="762000" y="4572000"/>
            <a:ext cx="433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00" b="1" i="0">
                <a:solidFill>
                  <a:srgbClr val="79B9E8"/>
                </a:solidFill>
                <a:latin typeface="Arial"/>
                <a:ea typeface="Arial"/>
                <a:cs typeface="Arial"/>
              </a:defRPr>
            </a:defPPr>
            <a:lvl1pPr algn="l">
              <a:buNone/>
              <a:defRPr sz="900" b="1" i="0">
                <a:solidFill>
                  <a:srgbClr val="79B9E8"/>
                </a:solidFill>
                <a:latin typeface="Arial"/>
                <a:ea typeface="Arial"/>
                <a:cs typeface="Arial"/>
              </a:defRPr>
            </a:lvl1pPr>
            <a:lvl2pPr algn="l">
              <a:buNone/>
              <a:defRPr sz="900" b="1" i="0">
                <a:solidFill>
                  <a:srgbClr val="79B9E8"/>
                </a:solidFill>
                <a:latin typeface="Arial"/>
                <a:ea typeface="Arial"/>
                <a:cs typeface="Arial"/>
              </a:defRPr>
            </a:lvl2pPr>
            <a:lvl3pPr algn="l">
              <a:buNone/>
              <a:defRPr sz="900" b="1" i="0">
                <a:solidFill>
                  <a:srgbClr val="79B9E8"/>
                </a:solidFill>
                <a:latin typeface="Arial"/>
                <a:ea typeface="Arial"/>
                <a:cs typeface="Arial"/>
              </a:defRPr>
            </a:lvl3pPr>
            <a:lvl4pPr algn="l">
              <a:buNone/>
              <a:defRPr sz="900" b="1" i="0">
                <a:solidFill>
                  <a:srgbClr val="79B9E8"/>
                </a:solidFill>
                <a:latin typeface="Arial"/>
                <a:ea typeface="Arial"/>
                <a:cs typeface="Arial"/>
              </a:defRPr>
            </a:lvl4pPr>
            <a:lvl5pPr algn="l">
              <a:buNone/>
              <a:defRPr sz="900" b="1" i="0">
                <a:solidFill>
                  <a:srgbClr val="79B9E8"/>
                </a:solidFill>
                <a:latin typeface="Arial"/>
                <a:ea typeface="Arial"/>
                <a:cs typeface="Arial"/>
              </a:defRPr>
            </a:lvl5pPr>
            <a:lvl6pPr algn="l">
              <a:buNone/>
              <a:defRPr sz="900" b="1" i="0">
                <a:solidFill>
                  <a:srgbClr val="79B9E8"/>
                </a:solidFill>
                <a:latin typeface="Arial"/>
                <a:ea typeface="Arial"/>
                <a:cs typeface="Arial"/>
              </a:defRPr>
            </a:lvl6pPr>
            <a:lvl7pPr algn="l">
              <a:buNone/>
              <a:defRPr sz="900" b="1" i="0">
                <a:solidFill>
                  <a:srgbClr val="79B9E8"/>
                </a:solidFill>
                <a:latin typeface="Arial"/>
                <a:ea typeface="Arial"/>
                <a:cs typeface="Arial"/>
              </a:defRPr>
            </a:lvl7pPr>
            <a:lvl8pPr algn="l">
              <a:buNone/>
              <a:defRPr sz="900" b="1" i="0">
                <a:solidFill>
                  <a:srgbClr val="79B9E8"/>
                </a:solidFill>
                <a:latin typeface="Arial"/>
                <a:ea typeface="Arial"/>
                <a:cs typeface="Arial"/>
              </a:defRPr>
            </a:lvl8pPr>
            <a:lvl9pPr algn="l">
              <a:buNone/>
              <a:defRPr sz="900" b="1" i="0">
                <a:solidFill>
                  <a:srgbClr val="79B9E8"/>
                </a:solidFill>
                <a:latin typeface="Arial"/>
                <a:ea typeface="Arial"/>
                <a:cs typeface="Arial"/>
              </a:defRPr>
            </a:lvl9pPr>
          </a:lstStyle>
          <a:p xmlns:a="http://schemas.openxmlformats.org/drawingml/2006/main">
            <a:pPr algn="l">
              <a:buNone/>
              <a:defRPr sz="900" b="1" i="0">
                <a:solidFill>
                  <a:srgbClr val="79B9E8"/>
                </a:solidFill>
                <a:latin typeface="Arial"/>
                <a:ea typeface="Arial"/>
                <a:cs typeface="Arial"/>
              </a:defRPr>
            </a:pPr>
            <a:r>
              <a:rPr sz="900" b="1" i="0">
                <a:solidFill>
                  <a:srgbClr val="79B9E8"/>
                </a:solidFill>
                <a:latin typeface="Arial"/>
                <a:ea typeface="Arial"/>
                <a:cs typeface="Arial"/>
              </a:rPr>
              <a:t>EVIDENCE CARRIED BY GRAPH EDGES</a:t>
            </a:r>
          </a:p>
        </p:txBody>
      </p:sp>
      <p:sp>
        <p:nvSpPr>
          <p:cNvPr id="53" name="Rectangle 52">
            <a:extLst xmlns:a="http://schemas.openxmlformats.org/drawingml/2006/main">
              <a:ext uri="{FF2B5EF4-FFF2-40B4-BE49-F238E27FC236}">
                <a16:creationId xmlns:a16="http://schemas.microsoft.com/office/drawing/2014/main" id="{393A044B-ECD6-44E0-ACC6-DBBA9AD5DA09}"/>
              </a:ext>
            </a:extLst>
          </p:cNvPr>
          <p:cNvSpPr>
            <a:spLocks xmlns:a="http://schemas.openxmlformats.org/drawingml/2006/main" noGrp="1"/>
          </p:cNvSpPr>
          <p:nvPr/>
        </p:nvSpPr>
        <p:spPr>
          <a:xfrm xmlns:a="http://schemas.openxmlformats.org/drawingml/2006/main">
            <a:off x="762000" y="4876800"/>
            <a:ext cx="457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00" b="0" i="0">
                <a:solidFill>
                  <a:srgbClr val="D5E0E9"/>
                </a:solidFill>
                <a:latin typeface="Arial"/>
                <a:ea typeface="Arial"/>
                <a:cs typeface="Arial"/>
              </a:defRPr>
            </a:defPPr>
            <a:lvl1pPr algn="l">
              <a:buNone/>
              <a:defRPr sz="1200" b="0" i="0">
                <a:solidFill>
                  <a:srgbClr val="D5E0E9"/>
                </a:solidFill>
                <a:latin typeface="Arial"/>
                <a:ea typeface="Arial"/>
                <a:cs typeface="Arial"/>
              </a:defRPr>
            </a:lvl1pPr>
            <a:lvl2pPr algn="l">
              <a:buNone/>
              <a:defRPr sz="1200" b="0" i="0">
                <a:solidFill>
                  <a:srgbClr val="D5E0E9"/>
                </a:solidFill>
                <a:latin typeface="Arial"/>
                <a:ea typeface="Arial"/>
                <a:cs typeface="Arial"/>
              </a:defRPr>
            </a:lvl2pPr>
            <a:lvl3pPr algn="l">
              <a:buNone/>
              <a:defRPr sz="1200" b="0" i="0">
                <a:solidFill>
                  <a:srgbClr val="D5E0E9"/>
                </a:solidFill>
                <a:latin typeface="Arial"/>
                <a:ea typeface="Arial"/>
                <a:cs typeface="Arial"/>
              </a:defRPr>
            </a:lvl3pPr>
            <a:lvl4pPr algn="l">
              <a:buNone/>
              <a:defRPr sz="1200" b="0" i="0">
                <a:solidFill>
                  <a:srgbClr val="D5E0E9"/>
                </a:solidFill>
                <a:latin typeface="Arial"/>
                <a:ea typeface="Arial"/>
                <a:cs typeface="Arial"/>
              </a:defRPr>
            </a:lvl4pPr>
            <a:lvl5pPr algn="l">
              <a:buNone/>
              <a:defRPr sz="1200" b="0" i="0">
                <a:solidFill>
                  <a:srgbClr val="D5E0E9"/>
                </a:solidFill>
                <a:latin typeface="Arial"/>
                <a:ea typeface="Arial"/>
                <a:cs typeface="Arial"/>
              </a:defRPr>
            </a:lvl5pPr>
            <a:lvl6pPr algn="l">
              <a:buNone/>
              <a:defRPr sz="1200" b="0" i="0">
                <a:solidFill>
                  <a:srgbClr val="D5E0E9"/>
                </a:solidFill>
                <a:latin typeface="Arial"/>
                <a:ea typeface="Arial"/>
                <a:cs typeface="Arial"/>
              </a:defRPr>
            </a:lvl6pPr>
            <a:lvl7pPr algn="l">
              <a:buNone/>
              <a:defRPr sz="1200" b="0" i="0">
                <a:solidFill>
                  <a:srgbClr val="D5E0E9"/>
                </a:solidFill>
                <a:latin typeface="Arial"/>
                <a:ea typeface="Arial"/>
                <a:cs typeface="Arial"/>
              </a:defRPr>
            </a:lvl7pPr>
            <a:lvl8pPr algn="l">
              <a:buNone/>
              <a:defRPr sz="1200" b="0" i="0">
                <a:solidFill>
                  <a:srgbClr val="D5E0E9"/>
                </a:solidFill>
                <a:latin typeface="Arial"/>
                <a:ea typeface="Arial"/>
                <a:cs typeface="Arial"/>
              </a:defRPr>
            </a:lvl8pPr>
            <a:lvl9pPr algn="l">
              <a:buNone/>
              <a:defRPr sz="1200" b="0" i="0">
                <a:solidFill>
                  <a:srgbClr val="D5E0E9"/>
                </a:solidFill>
                <a:latin typeface="Arial"/>
                <a:ea typeface="Arial"/>
                <a:cs typeface="Arial"/>
              </a:defRPr>
            </a:lvl9pPr>
          </a:lstStyle>
          <a:p xmlns:a="http://schemas.openxmlformats.org/drawingml/2006/main">
            <a:pPr algn="l">
              <a:buNone/>
              <a:defRPr sz="1200" b="0" i="0">
                <a:solidFill>
                  <a:srgbClr val="D5E0E9"/>
                </a:solidFill>
                <a:latin typeface="Arial"/>
                <a:ea typeface="Arial"/>
                <a:cs typeface="Arial"/>
              </a:defRPr>
            </a:pPr>
            <a:r>
              <a:rPr sz="1200" b="0" i="0">
                <a:solidFill>
                  <a:srgbClr val="D5E0E9"/>
                </a:solidFill>
                <a:latin typeface="Arial"/>
                <a:ea typeface="Arial"/>
                <a:cs typeface="Arial"/>
              </a:rPr>
              <a:t>Account IDs are nodes. Each accepted transfer is a directed edge keyed by transaction ID.</a:t>
            </a:r>
          </a:p>
        </p:txBody>
      </p:sp>
      <p:sp>
        <p:nvSpPr>
          <p:cNvPr id="54" name="Rectangle 53">
            <a:extLst xmlns:a="http://schemas.openxmlformats.org/drawingml/2006/main">
              <a:ext uri="{FF2B5EF4-FFF2-40B4-BE49-F238E27FC236}">
                <a16:creationId xmlns:a16="http://schemas.microsoft.com/office/drawing/2014/main" id="{58E5C054-5D92-4977-9544-225B5B9A1829}"/>
              </a:ext>
            </a:extLst>
          </p:cNvPr>
          <p:cNvSpPr>
            <a:spLocks xmlns:a="http://schemas.openxmlformats.org/drawingml/2006/main" noGrp="1"/>
          </p:cNvSpPr>
          <p:nvPr/>
        </p:nvSpPr>
        <p:spPr>
          <a:xfrm xmlns:a="http://schemas.openxmlformats.org/drawingml/2006/main">
            <a:off x="762000" y="532447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1" i="0">
                <a:solidFill>
                  <a:srgbClr val="B8F7E5"/>
                </a:solidFill>
                <a:latin typeface="Arial"/>
                <a:ea typeface="Arial"/>
                <a:cs typeface="Arial"/>
              </a:defRPr>
            </a:defPPr>
            <a:lvl1pPr algn="l">
              <a:buNone/>
              <a:defRPr sz="1125" b="1" i="0">
                <a:solidFill>
                  <a:srgbClr val="B8F7E5"/>
                </a:solidFill>
                <a:latin typeface="Arial"/>
                <a:ea typeface="Arial"/>
                <a:cs typeface="Arial"/>
              </a:defRPr>
            </a:lvl1pPr>
            <a:lvl2pPr algn="l">
              <a:buNone/>
              <a:defRPr sz="1125" b="1" i="0">
                <a:solidFill>
                  <a:srgbClr val="B8F7E5"/>
                </a:solidFill>
                <a:latin typeface="Arial"/>
                <a:ea typeface="Arial"/>
                <a:cs typeface="Arial"/>
              </a:defRPr>
            </a:lvl2pPr>
            <a:lvl3pPr algn="l">
              <a:buNone/>
              <a:defRPr sz="1125" b="1" i="0">
                <a:solidFill>
                  <a:srgbClr val="B8F7E5"/>
                </a:solidFill>
                <a:latin typeface="Arial"/>
                <a:ea typeface="Arial"/>
                <a:cs typeface="Arial"/>
              </a:defRPr>
            </a:lvl3pPr>
            <a:lvl4pPr algn="l">
              <a:buNone/>
              <a:defRPr sz="1125" b="1" i="0">
                <a:solidFill>
                  <a:srgbClr val="B8F7E5"/>
                </a:solidFill>
                <a:latin typeface="Arial"/>
                <a:ea typeface="Arial"/>
                <a:cs typeface="Arial"/>
              </a:defRPr>
            </a:lvl4pPr>
            <a:lvl5pPr algn="l">
              <a:buNone/>
              <a:defRPr sz="1125" b="1" i="0">
                <a:solidFill>
                  <a:srgbClr val="B8F7E5"/>
                </a:solidFill>
                <a:latin typeface="Arial"/>
                <a:ea typeface="Arial"/>
                <a:cs typeface="Arial"/>
              </a:defRPr>
            </a:lvl5pPr>
            <a:lvl6pPr algn="l">
              <a:buNone/>
              <a:defRPr sz="1125" b="1" i="0">
                <a:solidFill>
                  <a:srgbClr val="B8F7E5"/>
                </a:solidFill>
                <a:latin typeface="Arial"/>
                <a:ea typeface="Arial"/>
                <a:cs typeface="Arial"/>
              </a:defRPr>
            </a:lvl6pPr>
            <a:lvl7pPr algn="l">
              <a:buNone/>
              <a:defRPr sz="1125" b="1" i="0">
                <a:solidFill>
                  <a:srgbClr val="B8F7E5"/>
                </a:solidFill>
                <a:latin typeface="Arial"/>
                <a:ea typeface="Arial"/>
                <a:cs typeface="Arial"/>
              </a:defRPr>
            </a:lvl7pPr>
            <a:lvl8pPr algn="l">
              <a:buNone/>
              <a:defRPr sz="1125" b="1" i="0">
                <a:solidFill>
                  <a:srgbClr val="B8F7E5"/>
                </a:solidFill>
                <a:latin typeface="Arial"/>
                <a:ea typeface="Arial"/>
                <a:cs typeface="Arial"/>
              </a:defRPr>
            </a:lvl8pPr>
            <a:lvl9pPr algn="l">
              <a:buNone/>
              <a:defRPr sz="1125" b="1" i="0">
                <a:solidFill>
                  <a:srgbClr val="B8F7E5"/>
                </a:solidFill>
                <a:latin typeface="Arial"/>
                <a:ea typeface="Arial"/>
                <a:cs typeface="Arial"/>
              </a:defRPr>
            </a:lvl9pPr>
          </a:lstStyle>
          <a:p xmlns:a="http://schemas.openxmlformats.org/drawingml/2006/main">
            <a:pPr algn="l">
              <a:buNone/>
              <a:defRPr sz="1125" b="1" i="0">
                <a:solidFill>
                  <a:srgbClr val="B8F7E5"/>
                </a:solidFill>
                <a:latin typeface="Arial"/>
                <a:ea typeface="Arial"/>
                <a:cs typeface="Arial"/>
              </a:defRPr>
            </a:pPr>
            <a:r>
              <a:rPr sz="1125" b="1" i="0">
                <a:solidFill>
                  <a:srgbClr val="B8F7E5"/>
                </a:solidFill>
                <a:latin typeface="Arial"/>
                <a:ea typeface="Arial"/>
                <a:cs typeface="Arial"/>
              </a:rPr>
              <a:t>Edge fields: amount · transaction type · time · source row</a:t>
            </a:r>
          </a:p>
        </p:txBody>
      </p:sp>
      <p:sp>
        <p:nvSpPr>
          <p:cNvPr id="55" name="Rectangle: Rounded Corners 54">
            <a:extLst xmlns:a="http://schemas.openxmlformats.org/drawingml/2006/main">
              <a:ext uri="{FF2B5EF4-FFF2-40B4-BE49-F238E27FC236}">
                <a16:creationId xmlns:a16="http://schemas.microsoft.com/office/drawing/2014/main" id="{F0D9C373-927E-425E-9E31-7DE1336B626A}"/>
              </a:ext>
            </a:extLst>
          </p:cNvPr>
          <p:cNvSpPr>
            <a:spLocks xmlns:a="http://schemas.openxmlformats.org/drawingml/2006/main" noGrp="1"/>
          </p:cNvSpPr>
          <p:nvPr/>
        </p:nvSpPr>
        <p:spPr>
          <a:xfrm xmlns:a="http://schemas.openxmlformats.org/drawingml/2006/main">
            <a:off x="5886450" y="4438650"/>
            <a:ext cx="5715000" cy="1371600"/>
          </a:xfrm>
          <a:prstGeom xmlns:a="http://schemas.openxmlformats.org/drawingml/2006/main" prst="roundRect">
            <a:avLst>
              <a:gd name="adj" fmla="val 9028"/>
            </a:avLst>
          </a:prstGeom>
          <a:solidFill xmlns:a="http://schemas.openxmlformats.org/drawingml/2006/main">
            <a:srgbClr val="27241F"/>
          </a:solidFill>
          <a:ln xmlns:a="http://schemas.openxmlformats.org/drawingml/2006/main" w="10478">
            <a:solidFill>
              <a:srgbClr val="FFBE69"/>
            </a:solidFill>
            <a:prstDash val="solid"/>
          </a:ln>
        </p:spPr>
      </p:sp>
      <p:sp>
        <p:nvSpPr>
          <p:cNvPr id="56" name="Rectangle 55">
            <a:extLst xmlns:a="http://schemas.openxmlformats.org/drawingml/2006/main">
              <a:ext uri="{FF2B5EF4-FFF2-40B4-BE49-F238E27FC236}">
                <a16:creationId xmlns:a16="http://schemas.microsoft.com/office/drawing/2014/main" id="{C81CD694-AF8A-48D8-B42F-CC1F99A07671}"/>
              </a:ext>
            </a:extLst>
          </p:cNvPr>
          <p:cNvSpPr>
            <a:spLocks xmlns:a="http://schemas.openxmlformats.org/drawingml/2006/main" noGrp="1"/>
          </p:cNvSpPr>
          <p:nvPr/>
        </p:nvSpPr>
        <p:spPr>
          <a:xfrm xmlns:a="http://schemas.openxmlformats.org/drawingml/2006/main">
            <a:off x="6057900" y="4572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00" b="1" i="0">
                <a:solidFill>
                  <a:srgbClr val="FFBE69"/>
                </a:solidFill>
                <a:latin typeface="Arial"/>
                <a:ea typeface="Arial"/>
                <a:cs typeface="Arial"/>
              </a:defRPr>
            </a:defPPr>
            <a:lvl1pPr algn="l">
              <a:buNone/>
              <a:defRPr sz="900" b="1" i="0">
                <a:solidFill>
                  <a:srgbClr val="FFBE69"/>
                </a:solidFill>
                <a:latin typeface="Arial"/>
                <a:ea typeface="Arial"/>
                <a:cs typeface="Arial"/>
              </a:defRPr>
            </a:lvl1pPr>
            <a:lvl2pPr algn="l">
              <a:buNone/>
              <a:defRPr sz="900" b="1" i="0">
                <a:solidFill>
                  <a:srgbClr val="FFBE69"/>
                </a:solidFill>
                <a:latin typeface="Arial"/>
                <a:ea typeface="Arial"/>
                <a:cs typeface="Arial"/>
              </a:defRPr>
            </a:lvl2pPr>
            <a:lvl3pPr algn="l">
              <a:buNone/>
              <a:defRPr sz="900" b="1" i="0">
                <a:solidFill>
                  <a:srgbClr val="FFBE69"/>
                </a:solidFill>
                <a:latin typeface="Arial"/>
                <a:ea typeface="Arial"/>
                <a:cs typeface="Arial"/>
              </a:defRPr>
            </a:lvl3pPr>
            <a:lvl4pPr algn="l">
              <a:buNone/>
              <a:defRPr sz="900" b="1" i="0">
                <a:solidFill>
                  <a:srgbClr val="FFBE69"/>
                </a:solidFill>
                <a:latin typeface="Arial"/>
                <a:ea typeface="Arial"/>
                <a:cs typeface="Arial"/>
              </a:defRPr>
            </a:lvl4pPr>
            <a:lvl5pPr algn="l">
              <a:buNone/>
              <a:defRPr sz="900" b="1" i="0">
                <a:solidFill>
                  <a:srgbClr val="FFBE69"/>
                </a:solidFill>
                <a:latin typeface="Arial"/>
                <a:ea typeface="Arial"/>
                <a:cs typeface="Arial"/>
              </a:defRPr>
            </a:lvl5pPr>
            <a:lvl6pPr algn="l">
              <a:buNone/>
              <a:defRPr sz="900" b="1" i="0">
                <a:solidFill>
                  <a:srgbClr val="FFBE69"/>
                </a:solidFill>
                <a:latin typeface="Arial"/>
                <a:ea typeface="Arial"/>
                <a:cs typeface="Arial"/>
              </a:defRPr>
            </a:lvl6pPr>
            <a:lvl7pPr algn="l">
              <a:buNone/>
              <a:defRPr sz="900" b="1" i="0">
                <a:solidFill>
                  <a:srgbClr val="FFBE69"/>
                </a:solidFill>
                <a:latin typeface="Arial"/>
                <a:ea typeface="Arial"/>
                <a:cs typeface="Arial"/>
              </a:defRPr>
            </a:lvl7pPr>
            <a:lvl8pPr algn="l">
              <a:buNone/>
              <a:defRPr sz="900" b="1" i="0">
                <a:solidFill>
                  <a:srgbClr val="FFBE69"/>
                </a:solidFill>
                <a:latin typeface="Arial"/>
                <a:ea typeface="Arial"/>
                <a:cs typeface="Arial"/>
              </a:defRPr>
            </a:lvl8pPr>
            <a:lvl9pPr algn="l">
              <a:buNone/>
              <a:defRPr sz="900" b="1" i="0">
                <a:solidFill>
                  <a:srgbClr val="FFBE69"/>
                </a:solidFill>
                <a:latin typeface="Arial"/>
                <a:ea typeface="Arial"/>
                <a:cs typeface="Arial"/>
              </a:defRPr>
            </a:lvl9pPr>
          </a:lstStyle>
          <a:p xmlns:a="http://schemas.openxmlformats.org/drawingml/2006/main">
            <a:pPr algn="l">
              <a:buNone/>
              <a:defRPr sz="900" b="1" i="0">
                <a:solidFill>
                  <a:srgbClr val="FFBE69"/>
                </a:solidFill>
                <a:latin typeface="Arial"/>
                <a:ea typeface="Arial"/>
                <a:cs typeface="Arial"/>
              </a:defRPr>
            </a:pPr>
            <a:r>
              <a:rPr sz="900" b="1" i="0">
                <a:solidFill>
                  <a:srgbClr val="FFBE69"/>
                </a:solidFill>
                <a:latin typeface="Arial"/>
                <a:ea typeface="Arial"/>
                <a:cs typeface="Arial"/>
              </a:rPr>
              <a:t>EVIDENCE CARRIED BY EACH FINDING</a:t>
            </a:r>
          </a:p>
        </p:txBody>
      </p:sp>
      <p:sp>
        <p:nvSpPr>
          <p:cNvPr id="57" name="Rectangle 56">
            <a:extLst xmlns:a="http://schemas.openxmlformats.org/drawingml/2006/main">
              <a:ext uri="{FF2B5EF4-FFF2-40B4-BE49-F238E27FC236}">
                <a16:creationId xmlns:a16="http://schemas.microsoft.com/office/drawing/2014/main" id="{5D5BF4EC-5FA6-4091-BB86-B9FF893AB83E}"/>
              </a:ext>
            </a:extLst>
          </p:cNvPr>
          <p:cNvSpPr>
            <a:spLocks xmlns:a="http://schemas.openxmlformats.org/drawingml/2006/main" noGrp="1"/>
          </p:cNvSpPr>
          <p:nvPr/>
        </p:nvSpPr>
        <p:spPr>
          <a:xfrm xmlns:a="http://schemas.openxmlformats.org/drawingml/2006/main">
            <a:off x="6057900" y="4876800"/>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0" i="0">
                <a:solidFill>
                  <a:srgbClr val="D5E0E9"/>
                </a:solidFill>
                <a:latin typeface="Arial"/>
                <a:ea typeface="Arial"/>
                <a:cs typeface="Arial"/>
              </a:defRPr>
            </a:defPPr>
            <a:lvl1pPr algn="l">
              <a:buNone/>
              <a:defRPr sz="1125" b="0" i="0">
                <a:solidFill>
                  <a:srgbClr val="D5E0E9"/>
                </a:solidFill>
                <a:latin typeface="Arial"/>
                <a:ea typeface="Arial"/>
                <a:cs typeface="Arial"/>
              </a:defRPr>
            </a:lvl1pPr>
            <a:lvl2pPr algn="l">
              <a:buNone/>
              <a:defRPr sz="1125" b="0" i="0">
                <a:solidFill>
                  <a:srgbClr val="D5E0E9"/>
                </a:solidFill>
                <a:latin typeface="Arial"/>
                <a:ea typeface="Arial"/>
                <a:cs typeface="Arial"/>
              </a:defRPr>
            </a:lvl2pPr>
            <a:lvl3pPr algn="l">
              <a:buNone/>
              <a:defRPr sz="1125" b="0" i="0">
                <a:solidFill>
                  <a:srgbClr val="D5E0E9"/>
                </a:solidFill>
                <a:latin typeface="Arial"/>
                <a:ea typeface="Arial"/>
                <a:cs typeface="Arial"/>
              </a:defRPr>
            </a:lvl3pPr>
            <a:lvl4pPr algn="l">
              <a:buNone/>
              <a:defRPr sz="1125" b="0" i="0">
                <a:solidFill>
                  <a:srgbClr val="D5E0E9"/>
                </a:solidFill>
                <a:latin typeface="Arial"/>
                <a:ea typeface="Arial"/>
                <a:cs typeface="Arial"/>
              </a:defRPr>
            </a:lvl4pPr>
            <a:lvl5pPr algn="l">
              <a:buNone/>
              <a:defRPr sz="1125" b="0" i="0">
                <a:solidFill>
                  <a:srgbClr val="D5E0E9"/>
                </a:solidFill>
                <a:latin typeface="Arial"/>
                <a:ea typeface="Arial"/>
                <a:cs typeface="Arial"/>
              </a:defRPr>
            </a:lvl5pPr>
            <a:lvl6pPr algn="l">
              <a:buNone/>
              <a:defRPr sz="1125" b="0" i="0">
                <a:solidFill>
                  <a:srgbClr val="D5E0E9"/>
                </a:solidFill>
                <a:latin typeface="Arial"/>
                <a:ea typeface="Arial"/>
                <a:cs typeface="Arial"/>
              </a:defRPr>
            </a:lvl6pPr>
            <a:lvl7pPr algn="l">
              <a:buNone/>
              <a:defRPr sz="1125" b="0" i="0">
                <a:solidFill>
                  <a:srgbClr val="D5E0E9"/>
                </a:solidFill>
                <a:latin typeface="Arial"/>
                <a:ea typeface="Arial"/>
                <a:cs typeface="Arial"/>
              </a:defRPr>
            </a:lvl7pPr>
            <a:lvl8pPr algn="l">
              <a:buNone/>
              <a:defRPr sz="1125" b="0" i="0">
                <a:solidFill>
                  <a:srgbClr val="D5E0E9"/>
                </a:solidFill>
                <a:latin typeface="Arial"/>
                <a:ea typeface="Arial"/>
                <a:cs typeface="Arial"/>
              </a:defRPr>
            </a:lvl8pPr>
            <a:lvl9pPr algn="l">
              <a:buNone/>
              <a:defRPr sz="1125" b="0" i="0">
                <a:solidFill>
                  <a:srgbClr val="D5E0E9"/>
                </a:solidFill>
                <a:latin typeface="Arial"/>
                <a:ea typeface="Arial"/>
                <a:cs typeface="Arial"/>
              </a:defRPr>
            </a:lvl9pPr>
          </a:lstStyle>
          <a:p xmlns:a="http://schemas.openxmlformats.org/drawingml/2006/main">
            <a:pPr algn="l">
              <a:buNone/>
              <a:defRPr sz="1125" b="0" i="0">
                <a:solidFill>
                  <a:srgbClr val="D5E0E9"/>
                </a:solidFill>
                <a:latin typeface="Arial"/>
                <a:ea typeface="Arial"/>
                <a:cs typeface="Arial"/>
              </a:defRPr>
            </a:pPr>
            <a:r>
              <a:rPr sz="1125" b="0" i="0">
                <a:solidFill>
                  <a:srgbClr val="D5E0E9"/>
                </a:solidFill>
                <a:latin typeface="Arial"/>
                <a:ea typeface="Arial"/>
                <a:cs typeface="Arial"/>
              </a:rPr>
              <a:t>Unique finding ID · rule · accounts · supporting transaction IDs · times</a:t>
            </a:r>
          </a:p>
        </p:txBody>
      </p:sp>
      <p:sp>
        <p:nvSpPr>
          <p:cNvPr id="58" name="Rectangle 57">
            <a:extLst xmlns:a="http://schemas.openxmlformats.org/drawingml/2006/main">
              <a:ext uri="{FF2B5EF4-FFF2-40B4-BE49-F238E27FC236}">
                <a16:creationId xmlns:a16="http://schemas.microsoft.com/office/drawing/2014/main" id="{1641FB30-FB13-43E5-97E1-859817E894F7}"/>
              </a:ext>
            </a:extLst>
          </p:cNvPr>
          <p:cNvSpPr>
            <a:spLocks xmlns:a="http://schemas.openxmlformats.org/drawingml/2006/main" noGrp="1"/>
          </p:cNvSpPr>
          <p:nvPr/>
        </p:nvSpPr>
        <p:spPr>
          <a:xfrm xmlns:a="http://schemas.openxmlformats.org/drawingml/2006/main">
            <a:off x="6057900" y="5248275"/>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0" i="0">
                <a:solidFill>
                  <a:srgbClr val="D5E0E9"/>
                </a:solidFill>
                <a:latin typeface="Arial"/>
                <a:ea typeface="Arial"/>
                <a:cs typeface="Arial"/>
              </a:defRPr>
            </a:defPPr>
            <a:lvl1pPr algn="l">
              <a:buNone/>
              <a:defRPr sz="1125" b="0" i="0">
                <a:solidFill>
                  <a:srgbClr val="D5E0E9"/>
                </a:solidFill>
                <a:latin typeface="Arial"/>
                <a:ea typeface="Arial"/>
                <a:cs typeface="Arial"/>
              </a:defRPr>
            </a:lvl1pPr>
            <a:lvl2pPr algn="l">
              <a:buNone/>
              <a:defRPr sz="1125" b="0" i="0">
                <a:solidFill>
                  <a:srgbClr val="D5E0E9"/>
                </a:solidFill>
                <a:latin typeface="Arial"/>
                <a:ea typeface="Arial"/>
                <a:cs typeface="Arial"/>
              </a:defRPr>
            </a:lvl2pPr>
            <a:lvl3pPr algn="l">
              <a:buNone/>
              <a:defRPr sz="1125" b="0" i="0">
                <a:solidFill>
                  <a:srgbClr val="D5E0E9"/>
                </a:solidFill>
                <a:latin typeface="Arial"/>
                <a:ea typeface="Arial"/>
                <a:cs typeface="Arial"/>
              </a:defRPr>
            </a:lvl3pPr>
            <a:lvl4pPr algn="l">
              <a:buNone/>
              <a:defRPr sz="1125" b="0" i="0">
                <a:solidFill>
                  <a:srgbClr val="D5E0E9"/>
                </a:solidFill>
                <a:latin typeface="Arial"/>
                <a:ea typeface="Arial"/>
                <a:cs typeface="Arial"/>
              </a:defRPr>
            </a:lvl4pPr>
            <a:lvl5pPr algn="l">
              <a:buNone/>
              <a:defRPr sz="1125" b="0" i="0">
                <a:solidFill>
                  <a:srgbClr val="D5E0E9"/>
                </a:solidFill>
                <a:latin typeface="Arial"/>
                <a:ea typeface="Arial"/>
                <a:cs typeface="Arial"/>
              </a:defRPr>
            </a:lvl5pPr>
            <a:lvl6pPr algn="l">
              <a:buNone/>
              <a:defRPr sz="1125" b="0" i="0">
                <a:solidFill>
                  <a:srgbClr val="D5E0E9"/>
                </a:solidFill>
                <a:latin typeface="Arial"/>
                <a:ea typeface="Arial"/>
                <a:cs typeface="Arial"/>
              </a:defRPr>
            </a:lvl6pPr>
            <a:lvl7pPr algn="l">
              <a:buNone/>
              <a:defRPr sz="1125" b="0" i="0">
                <a:solidFill>
                  <a:srgbClr val="D5E0E9"/>
                </a:solidFill>
                <a:latin typeface="Arial"/>
                <a:ea typeface="Arial"/>
                <a:cs typeface="Arial"/>
              </a:defRPr>
            </a:lvl7pPr>
            <a:lvl8pPr algn="l">
              <a:buNone/>
              <a:defRPr sz="1125" b="0" i="0">
                <a:solidFill>
                  <a:srgbClr val="D5E0E9"/>
                </a:solidFill>
                <a:latin typeface="Arial"/>
                <a:ea typeface="Arial"/>
                <a:cs typeface="Arial"/>
              </a:defRPr>
            </a:lvl8pPr>
            <a:lvl9pPr algn="l">
              <a:buNone/>
              <a:defRPr sz="1125" b="0" i="0">
                <a:solidFill>
                  <a:srgbClr val="D5E0E9"/>
                </a:solidFill>
                <a:latin typeface="Arial"/>
                <a:ea typeface="Arial"/>
                <a:cs typeface="Arial"/>
              </a:defRPr>
            </a:lvl9pPr>
          </a:lstStyle>
          <a:p xmlns:a="http://schemas.openxmlformats.org/drawingml/2006/main">
            <a:pPr algn="l">
              <a:buNone/>
              <a:defRPr sz="1125" b="0" i="0">
                <a:solidFill>
                  <a:srgbClr val="D5E0E9"/>
                </a:solidFill>
                <a:latin typeface="Arial"/>
                <a:ea typeface="Arial"/>
                <a:cs typeface="Arial"/>
              </a:defRPr>
            </a:pPr>
            <a:r>
              <a:rPr sz="1125" b="0" i="0">
                <a:solidFill>
                  <a:srgbClr val="D5E0E9"/>
                </a:solidFill>
                <a:latin typeface="Arial"/>
                <a:ea typeface="Arial"/>
                <a:cs typeface="Arial"/>
              </a:rPr>
              <a:t>Configured thresholds · measured values · explanation · human-review status</a:t>
            </a:r>
          </a:p>
        </p:txBody>
      </p:sp>
      <p:sp>
        <p:nvSpPr>
          <p:cNvPr id="59" name="Rectangle 58">
            <a:extLst xmlns:a="http://schemas.openxmlformats.org/drawingml/2006/main">
              <a:ext uri="{FF2B5EF4-FFF2-40B4-BE49-F238E27FC236}">
                <a16:creationId xmlns:a16="http://schemas.microsoft.com/office/drawing/2014/main" id="{C905880A-83DD-49E1-9AA9-63EF167EC8C3}"/>
              </a:ext>
            </a:extLst>
          </p:cNvPr>
          <p:cNvSpPr>
            <a:spLocks xmlns:a="http://schemas.openxmlformats.org/drawingml/2006/main" noGrp="1"/>
          </p:cNvSpPr>
          <p:nvPr/>
        </p:nvSpPr>
        <p:spPr>
          <a:xfrm xmlns:a="http://schemas.openxmlformats.org/drawingml/2006/main">
            <a:off x="6057900" y="5572125"/>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BE69"/>
                </a:solidFill>
                <a:latin typeface="Arial"/>
                <a:ea typeface="Arial"/>
                <a:cs typeface="Arial"/>
              </a:defRPr>
            </a:defPPr>
            <a:lvl1pPr algn="l">
              <a:buNone/>
              <a:defRPr sz="975" b="1" i="0">
                <a:solidFill>
                  <a:srgbClr val="FFBE69"/>
                </a:solidFill>
                <a:latin typeface="Arial"/>
                <a:ea typeface="Arial"/>
                <a:cs typeface="Arial"/>
              </a:defRPr>
            </a:lvl1pPr>
            <a:lvl2pPr algn="l">
              <a:buNone/>
              <a:defRPr sz="975" b="1" i="0">
                <a:solidFill>
                  <a:srgbClr val="FFBE69"/>
                </a:solidFill>
                <a:latin typeface="Arial"/>
                <a:ea typeface="Arial"/>
                <a:cs typeface="Arial"/>
              </a:defRPr>
            </a:lvl2pPr>
            <a:lvl3pPr algn="l">
              <a:buNone/>
              <a:defRPr sz="975" b="1" i="0">
                <a:solidFill>
                  <a:srgbClr val="FFBE69"/>
                </a:solidFill>
                <a:latin typeface="Arial"/>
                <a:ea typeface="Arial"/>
                <a:cs typeface="Arial"/>
              </a:defRPr>
            </a:lvl3pPr>
            <a:lvl4pPr algn="l">
              <a:buNone/>
              <a:defRPr sz="975" b="1" i="0">
                <a:solidFill>
                  <a:srgbClr val="FFBE69"/>
                </a:solidFill>
                <a:latin typeface="Arial"/>
                <a:ea typeface="Arial"/>
                <a:cs typeface="Arial"/>
              </a:defRPr>
            </a:lvl4pPr>
            <a:lvl5pPr algn="l">
              <a:buNone/>
              <a:defRPr sz="975" b="1" i="0">
                <a:solidFill>
                  <a:srgbClr val="FFBE69"/>
                </a:solidFill>
                <a:latin typeface="Arial"/>
                <a:ea typeface="Arial"/>
                <a:cs typeface="Arial"/>
              </a:defRPr>
            </a:lvl5pPr>
            <a:lvl6pPr algn="l">
              <a:buNone/>
              <a:defRPr sz="975" b="1" i="0">
                <a:solidFill>
                  <a:srgbClr val="FFBE69"/>
                </a:solidFill>
                <a:latin typeface="Arial"/>
                <a:ea typeface="Arial"/>
                <a:cs typeface="Arial"/>
              </a:defRPr>
            </a:lvl6pPr>
            <a:lvl7pPr algn="l">
              <a:buNone/>
              <a:defRPr sz="975" b="1" i="0">
                <a:solidFill>
                  <a:srgbClr val="FFBE69"/>
                </a:solidFill>
                <a:latin typeface="Arial"/>
                <a:ea typeface="Arial"/>
                <a:cs typeface="Arial"/>
              </a:defRPr>
            </a:lvl7pPr>
            <a:lvl8pPr algn="l">
              <a:buNone/>
              <a:defRPr sz="975" b="1" i="0">
                <a:solidFill>
                  <a:srgbClr val="FFBE69"/>
                </a:solidFill>
                <a:latin typeface="Arial"/>
                <a:ea typeface="Arial"/>
                <a:cs typeface="Arial"/>
              </a:defRPr>
            </a:lvl8pPr>
            <a:lvl9pPr algn="l">
              <a:buNone/>
              <a:defRPr sz="975" b="1" i="0">
                <a:solidFill>
                  <a:srgbClr val="FFBE69"/>
                </a:solidFill>
                <a:latin typeface="Arial"/>
                <a:ea typeface="Arial"/>
                <a:cs typeface="Arial"/>
              </a:defRPr>
            </a:lvl9pPr>
          </a:lstStyle>
          <a:p xmlns:a="http://schemas.openxmlformats.org/drawingml/2006/main">
            <a:pPr algn="l">
              <a:buNone/>
              <a:defRPr sz="975" b="1" i="0">
                <a:solidFill>
                  <a:srgbClr val="FFBE69"/>
                </a:solidFill>
                <a:latin typeface="Arial"/>
                <a:ea typeface="Arial"/>
                <a:cs typeface="Arial"/>
              </a:defRPr>
            </a:pPr>
            <a:r>
              <a:rPr sz="975" b="1" i="0">
                <a:solidFill>
                  <a:srgbClr val="FFBE69"/>
                </a:solidFill>
                <a:latin typeface="Arial"/>
                <a:ea typeface="Arial"/>
                <a:cs typeface="Arial"/>
              </a:rPr>
              <a:t>Labels stay in evaluation. Ollama sees only selected-finding evidence.</a:t>
            </a:r>
          </a:p>
        </p:txBody>
      </p:sp>
    </p:spTree>
    <p:extLst>
      <p:ext uri="{BB962C8B-B14F-4D97-AF65-F5344CB8AC3E}">
        <p14:creationId xmlns:p14="http://schemas.microsoft.com/office/powerpoint/2010/main" val="1633076572"/>
      </p:ext>
    </p:extLst>
  </p:cSld>
</p:sld>
</file>

<file path=ppt/slides/slide6.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9" name="Rectangle 38">
            <a:extLst xmlns:a="http://schemas.openxmlformats.org/drawingml/2006/main">
              <a:ext uri="{FF2B5EF4-FFF2-40B4-BE49-F238E27FC236}">
                <a16:creationId xmlns:a16="http://schemas.microsoft.com/office/drawing/2014/main" id="{B4742B5C-2457-4D3F-B964-E5A66C9F3F13}"/>
              </a:ext>
            </a:extLst>
          </p:cNvPr>
          <p:cNvSpPr>
            <a:spLocks xmlns:a="http://schemas.openxmlformats.org/drawingml/2006/main" noGrp="1"/>
          </p:cNvSpPr>
          <p:nvPr/>
        </p:nvSpPr>
        <p:spPr>
          <a:xfrm xmlns:a="http://schemas.openxmlformats.org/drawingml/2006/main">
            <a:off x="590550" y="3429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38E0C1"/>
                </a:solidFill>
                <a:latin typeface="Arial"/>
                <a:ea typeface="Arial"/>
                <a:cs typeface="Arial"/>
              </a:defRPr>
            </a:defPPr>
            <a:lvl1pPr algn="l">
              <a:buNone/>
              <a:defRPr sz="975" b="1" i="0">
                <a:solidFill>
                  <a:srgbClr val="38E0C1"/>
                </a:solidFill>
                <a:latin typeface="Arial"/>
                <a:ea typeface="Arial"/>
                <a:cs typeface="Arial"/>
              </a:defRPr>
            </a:lvl1pPr>
            <a:lvl2pPr algn="l">
              <a:buNone/>
              <a:defRPr sz="975" b="1" i="0">
                <a:solidFill>
                  <a:srgbClr val="38E0C1"/>
                </a:solidFill>
                <a:latin typeface="Arial"/>
                <a:ea typeface="Arial"/>
                <a:cs typeface="Arial"/>
              </a:defRPr>
            </a:lvl2pPr>
            <a:lvl3pPr algn="l">
              <a:buNone/>
              <a:defRPr sz="975" b="1" i="0">
                <a:solidFill>
                  <a:srgbClr val="38E0C1"/>
                </a:solidFill>
                <a:latin typeface="Arial"/>
                <a:ea typeface="Arial"/>
                <a:cs typeface="Arial"/>
              </a:defRPr>
            </a:lvl3pPr>
            <a:lvl4pPr algn="l">
              <a:buNone/>
              <a:defRPr sz="975" b="1" i="0">
                <a:solidFill>
                  <a:srgbClr val="38E0C1"/>
                </a:solidFill>
                <a:latin typeface="Arial"/>
                <a:ea typeface="Arial"/>
                <a:cs typeface="Arial"/>
              </a:defRPr>
            </a:lvl4pPr>
            <a:lvl5pPr algn="l">
              <a:buNone/>
              <a:defRPr sz="975" b="1" i="0">
                <a:solidFill>
                  <a:srgbClr val="38E0C1"/>
                </a:solidFill>
                <a:latin typeface="Arial"/>
                <a:ea typeface="Arial"/>
                <a:cs typeface="Arial"/>
              </a:defRPr>
            </a:lvl5pPr>
            <a:lvl6pPr algn="l">
              <a:buNone/>
              <a:defRPr sz="975" b="1" i="0">
                <a:solidFill>
                  <a:srgbClr val="38E0C1"/>
                </a:solidFill>
                <a:latin typeface="Arial"/>
                <a:ea typeface="Arial"/>
                <a:cs typeface="Arial"/>
              </a:defRPr>
            </a:lvl6pPr>
            <a:lvl7pPr algn="l">
              <a:buNone/>
              <a:defRPr sz="975" b="1" i="0">
                <a:solidFill>
                  <a:srgbClr val="38E0C1"/>
                </a:solidFill>
                <a:latin typeface="Arial"/>
                <a:ea typeface="Arial"/>
                <a:cs typeface="Arial"/>
              </a:defRPr>
            </a:lvl7pPr>
            <a:lvl8pPr algn="l">
              <a:buNone/>
              <a:defRPr sz="975" b="1" i="0">
                <a:solidFill>
                  <a:srgbClr val="38E0C1"/>
                </a:solidFill>
                <a:latin typeface="Arial"/>
                <a:ea typeface="Arial"/>
                <a:cs typeface="Arial"/>
              </a:defRPr>
            </a:lvl8pPr>
            <a:lvl9pPr algn="l">
              <a:buNone/>
              <a:defRPr sz="975" b="1" i="0">
                <a:solidFill>
                  <a:srgbClr val="38E0C1"/>
                </a:solidFill>
                <a:latin typeface="Arial"/>
                <a:ea typeface="Arial"/>
                <a:cs typeface="Arial"/>
              </a:defRPr>
            </a:lvl9pPr>
          </a:lstStyle>
          <a:p xmlns:a="http://schemas.openxmlformats.org/drawingml/2006/main">
            <a:pPr algn="l">
              <a:buNone/>
              <a:defRPr sz="975" b="1" i="0">
                <a:solidFill>
                  <a:srgbClr val="38E0C1"/>
                </a:solidFill>
                <a:latin typeface="Arial"/>
                <a:ea typeface="Arial"/>
                <a:cs typeface="Arial"/>
              </a:defRPr>
            </a:pPr>
            <a:r>
              <a:rPr sz="975" b="1" i="0">
                <a:solidFill>
                  <a:srgbClr val="38E0C1"/>
                </a:solidFill>
                <a:latin typeface="Arial"/>
                <a:ea typeface="Arial"/>
                <a:cs typeface="Arial"/>
              </a:rPr>
              <a:t>A DETERMINISTIC PYTHON TEAM</a:t>
            </a:r>
          </a:p>
        </p:txBody>
      </p:sp>
      <p:sp>
        <p:nvSpPr>
          <p:cNvPr id="2" name="Rectangle 1">
            <a:extLst xmlns:a="http://schemas.openxmlformats.org/drawingml/2006/main">
              <a:ext uri="{FF2B5EF4-FFF2-40B4-BE49-F238E27FC236}">
                <a16:creationId xmlns:a16="http://schemas.microsoft.com/office/drawing/2014/main" id="{D89E7E46-E2A0-4DEB-B128-F4124CB367F3}"/>
              </a:ext>
            </a:extLst>
          </p:cNvPr>
          <p:cNvSpPr>
            <a:spLocks xmlns:a="http://schemas.openxmlformats.org/drawingml/2006/main" noGrp="1"/>
          </p:cNvSpPr>
          <p:nvPr/>
        </p:nvSpPr>
        <p:spPr>
          <a:xfrm xmlns:a="http://schemas.openxmlformats.org/drawingml/2006/main">
            <a:off x="590550" y="6096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3000" b="1" i="0">
                <a:solidFill>
                  <a:srgbClr val="F4F7FB"/>
                </a:solidFill>
                <a:latin typeface="Arial"/>
                <a:ea typeface="Arial"/>
                <a:cs typeface="Arial"/>
              </a:defRPr>
            </a:defPPr>
            <a:lvl1pPr algn="l">
              <a:buNone/>
              <a:defRPr sz="3000" b="1" i="0">
                <a:solidFill>
                  <a:srgbClr val="F4F7FB"/>
                </a:solidFill>
                <a:latin typeface="Arial"/>
                <a:ea typeface="Arial"/>
                <a:cs typeface="Arial"/>
              </a:defRPr>
            </a:lvl1pPr>
            <a:lvl2pPr algn="l">
              <a:buNone/>
              <a:defRPr sz="3000" b="1" i="0">
                <a:solidFill>
                  <a:srgbClr val="F4F7FB"/>
                </a:solidFill>
                <a:latin typeface="Arial"/>
                <a:ea typeface="Arial"/>
                <a:cs typeface="Arial"/>
              </a:defRPr>
            </a:lvl2pPr>
            <a:lvl3pPr algn="l">
              <a:buNone/>
              <a:defRPr sz="3000" b="1" i="0">
                <a:solidFill>
                  <a:srgbClr val="F4F7FB"/>
                </a:solidFill>
                <a:latin typeface="Arial"/>
                <a:ea typeface="Arial"/>
                <a:cs typeface="Arial"/>
              </a:defRPr>
            </a:lvl3pPr>
            <a:lvl4pPr algn="l">
              <a:buNone/>
              <a:defRPr sz="3000" b="1" i="0">
                <a:solidFill>
                  <a:srgbClr val="F4F7FB"/>
                </a:solidFill>
                <a:latin typeface="Arial"/>
                <a:ea typeface="Arial"/>
                <a:cs typeface="Arial"/>
              </a:defRPr>
            </a:lvl4pPr>
            <a:lvl5pPr algn="l">
              <a:buNone/>
              <a:defRPr sz="3000" b="1" i="0">
                <a:solidFill>
                  <a:srgbClr val="F4F7FB"/>
                </a:solidFill>
                <a:latin typeface="Arial"/>
                <a:ea typeface="Arial"/>
                <a:cs typeface="Arial"/>
              </a:defRPr>
            </a:lvl5pPr>
            <a:lvl6pPr algn="l">
              <a:buNone/>
              <a:defRPr sz="3000" b="1" i="0">
                <a:solidFill>
                  <a:srgbClr val="F4F7FB"/>
                </a:solidFill>
                <a:latin typeface="Arial"/>
                <a:ea typeface="Arial"/>
                <a:cs typeface="Arial"/>
              </a:defRPr>
            </a:lvl6pPr>
            <a:lvl7pPr algn="l">
              <a:buNone/>
              <a:defRPr sz="3000" b="1" i="0">
                <a:solidFill>
                  <a:srgbClr val="F4F7FB"/>
                </a:solidFill>
                <a:latin typeface="Arial"/>
                <a:ea typeface="Arial"/>
                <a:cs typeface="Arial"/>
              </a:defRPr>
            </a:lvl7pPr>
            <a:lvl8pPr algn="l">
              <a:buNone/>
              <a:defRPr sz="3000" b="1" i="0">
                <a:solidFill>
                  <a:srgbClr val="F4F7FB"/>
                </a:solidFill>
                <a:latin typeface="Arial"/>
                <a:ea typeface="Arial"/>
                <a:cs typeface="Arial"/>
              </a:defRPr>
            </a:lvl8pPr>
            <a:lvl9pPr algn="l">
              <a:buNone/>
              <a:defRPr sz="3000" b="1" i="0">
                <a:solidFill>
                  <a:srgbClr val="F4F7FB"/>
                </a:solidFill>
                <a:latin typeface="Arial"/>
                <a:ea typeface="Arial"/>
                <a:cs typeface="Arial"/>
              </a:defRPr>
            </a:lvl9pPr>
          </a:lstStyle>
          <a:p xmlns:a="http://schemas.openxmlformats.org/drawingml/2006/main">
            <a:pPr algn="l">
              <a:buNone/>
              <a:defRPr sz="3000" b="1" i="0">
                <a:solidFill>
                  <a:srgbClr val="F4F7FB"/>
                </a:solidFill>
                <a:latin typeface="Arial"/>
                <a:ea typeface="Arial"/>
                <a:cs typeface="Arial"/>
              </a:defRPr>
            </a:pPr>
            <a:r>
              <a:rPr sz="3000" b="1" i="0">
                <a:solidFill>
                  <a:srgbClr val="F4F7FB"/>
                </a:solidFill>
                <a:latin typeface="Arial"/>
                <a:ea typeface="Arial"/>
                <a:cs typeface="Arial"/>
              </a:rPr>
              <a:t>Agent responsibilities</a:t>
            </a:r>
          </a:p>
        </p:txBody>
      </p:sp>
      <p:sp>
        <p:nvSpPr>
          <p:cNvPr id="3" name="Straight Connector 2">
            <a:extLst xmlns:a="http://schemas.openxmlformats.org/drawingml/2006/main">
              <a:ext uri="{FF2B5EF4-FFF2-40B4-BE49-F238E27FC236}">
                <a16:creationId xmlns:a16="http://schemas.microsoft.com/office/drawing/2014/main" id="{4C0F93F9-5C7B-4850-90E8-0C4501E40133}"/>
              </a:ext>
            </a:extLst>
          </p:cNvPr>
          <p:cNvSpPr>
            <a:spLocks xmlns:a="http://schemas.openxmlformats.org/drawingml/2006/main" noGrp="1"/>
          </p:cNvSpPr>
          <p:nvPr/>
        </p:nvSpPr>
        <p:spPr>
          <a:xfrm xmlns:a="http://schemas.openxmlformats.org/drawingml/2006/main">
            <a:off x="590550" y="6286500"/>
            <a:ext cx="110109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4" name="Rectangle 3">
            <a:extLst xmlns:a="http://schemas.openxmlformats.org/drawingml/2006/main">
              <a:ext uri="{FF2B5EF4-FFF2-40B4-BE49-F238E27FC236}">
                <a16:creationId xmlns:a16="http://schemas.microsoft.com/office/drawing/2014/main" id="{C51E4AF4-1AB9-4DBA-8365-DA1F459ED620}"/>
              </a:ext>
            </a:extLst>
          </p:cNvPr>
          <p:cNvSpPr>
            <a:spLocks xmlns:a="http://schemas.openxmlformats.org/drawingml/2006/main" noGrp="1"/>
          </p:cNvSpPr>
          <p:nvPr/>
        </p:nvSpPr>
        <p:spPr>
          <a:xfrm xmlns:a="http://schemas.openxmlformats.org/drawingml/2006/main">
            <a:off x="590550" y="6438900"/>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0" i="0">
                <a:solidFill>
                  <a:srgbClr val="9AAFC2"/>
                </a:solidFill>
                <a:latin typeface="Arial"/>
                <a:ea typeface="Arial"/>
                <a:cs typeface="Arial"/>
              </a:defRPr>
            </a:defPPr>
            <a:lvl1pPr algn="l">
              <a:buNone/>
              <a:defRPr sz="975" b="0" i="0">
                <a:solidFill>
                  <a:srgbClr val="9AAFC2"/>
                </a:solidFill>
                <a:latin typeface="Arial"/>
                <a:ea typeface="Arial"/>
                <a:cs typeface="Arial"/>
              </a:defRPr>
            </a:lvl1pPr>
            <a:lvl2pPr algn="l">
              <a:buNone/>
              <a:defRPr sz="975" b="0" i="0">
                <a:solidFill>
                  <a:srgbClr val="9AAFC2"/>
                </a:solidFill>
                <a:latin typeface="Arial"/>
                <a:ea typeface="Arial"/>
                <a:cs typeface="Arial"/>
              </a:defRPr>
            </a:lvl2pPr>
            <a:lvl3pPr algn="l">
              <a:buNone/>
              <a:defRPr sz="975" b="0" i="0">
                <a:solidFill>
                  <a:srgbClr val="9AAFC2"/>
                </a:solidFill>
                <a:latin typeface="Arial"/>
                <a:ea typeface="Arial"/>
                <a:cs typeface="Arial"/>
              </a:defRPr>
            </a:lvl3pPr>
            <a:lvl4pPr algn="l">
              <a:buNone/>
              <a:defRPr sz="975" b="0" i="0">
                <a:solidFill>
                  <a:srgbClr val="9AAFC2"/>
                </a:solidFill>
                <a:latin typeface="Arial"/>
                <a:ea typeface="Arial"/>
                <a:cs typeface="Arial"/>
              </a:defRPr>
            </a:lvl4pPr>
            <a:lvl5pPr algn="l">
              <a:buNone/>
              <a:defRPr sz="975" b="0" i="0">
                <a:solidFill>
                  <a:srgbClr val="9AAFC2"/>
                </a:solidFill>
                <a:latin typeface="Arial"/>
                <a:ea typeface="Arial"/>
                <a:cs typeface="Arial"/>
              </a:defRPr>
            </a:lvl5pPr>
            <a:lvl6pPr algn="l">
              <a:buNone/>
              <a:defRPr sz="975" b="0" i="0">
                <a:solidFill>
                  <a:srgbClr val="9AAFC2"/>
                </a:solidFill>
                <a:latin typeface="Arial"/>
                <a:ea typeface="Arial"/>
                <a:cs typeface="Arial"/>
              </a:defRPr>
            </a:lvl6pPr>
            <a:lvl7pPr algn="l">
              <a:buNone/>
              <a:defRPr sz="975" b="0" i="0">
                <a:solidFill>
                  <a:srgbClr val="9AAFC2"/>
                </a:solidFill>
                <a:latin typeface="Arial"/>
                <a:ea typeface="Arial"/>
                <a:cs typeface="Arial"/>
              </a:defRPr>
            </a:lvl7pPr>
            <a:lvl8pPr algn="l">
              <a:buNone/>
              <a:defRPr sz="975" b="0" i="0">
                <a:solidFill>
                  <a:srgbClr val="9AAFC2"/>
                </a:solidFill>
                <a:latin typeface="Arial"/>
                <a:ea typeface="Arial"/>
                <a:cs typeface="Arial"/>
              </a:defRPr>
            </a:lvl8pPr>
            <a:lvl9pPr algn="l">
              <a:buNone/>
              <a:defRPr sz="975" b="0" i="0">
                <a:solidFill>
                  <a:srgbClr val="9AAFC2"/>
                </a:solidFill>
                <a:latin typeface="Arial"/>
                <a:ea typeface="Arial"/>
                <a:cs typeface="Arial"/>
              </a:defRPr>
            </a:lvl9pPr>
          </a:lstStyle>
          <a:p xmlns:a="http://schemas.openxmlformats.org/drawingml/2006/main">
            <a:pPr algn="l">
              <a:buNone/>
              <a:defRPr sz="975" b="0" i="0">
                <a:solidFill>
                  <a:srgbClr val="9AAFC2"/>
                </a:solidFill>
                <a:latin typeface="Arial"/>
                <a:ea typeface="Arial"/>
                <a:cs typeface="Arial"/>
              </a:defRPr>
            </a:pPr>
            <a:r>
              <a:rPr sz="975" b="0" i="0">
                <a:solidFill>
                  <a:srgbClr val="9AAFC2"/>
                </a:solidFill>
                <a:latin typeface="Arial"/>
                <a:ea typeface="Arial"/>
                <a:cs typeface="Arial"/>
              </a:rPr>
              <a:t>Investigation leads for human review — not proof of fraud or mule activity.</a:t>
            </a:r>
          </a:p>
        </p:txBody>
      </p:sp>
      <p:sp>
        <p:nvSpPr>
          <p:cNvPr id="5" name="Rectangle 4">
            <a:extLst xmlns:a="http://schemas.openxmlformats.org/drawingml/2006/main">
              <a:ext uri="{FF2B5EF4-FFF2-40B4-BE49-F238E27FC236}">
                <a16:creationId xmlns:a16="http://schemas.microsoft.com/office/drawing/2014/main" id="{F171CF44-3801-4737-902A-A613D873AFB5}"/>
              </a:ext>
            </a:extLst>
          </p:cNvPr>
          <p:cNvSpPr>
            <a:spLocks xmlns:a="http://schemas.openxmlformats.org/drawingml/2006/main" noGrp="1"/>
          </p:cNvSpPr>
          <p:nvPr/>
        </p:nvSpPr>
        <p:spPr>
          <a:xfrm xmlns:a="http://schemas.openxmlformats.org/drawingml/2006/main">
            <a:off x="1114425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r">
              <a:defRPr sz="975" b="0" i="0">
                <a:solidFill>
                  <a:srgbClr val="9AAFC2"/>
                </a:solidFill>
                <a:latin typeface="Arial"/>
                <a:ea typeface="Arial"/>
                <a:cs typeface="Arial"/>
              </a:defRPr>
            </a:defPPr>
            <a:lvl1pPr algn="r">
              <a:buNone/>
              <a:defRPr sz="975" b="0" i="0">
                <a:solidFill>
                  <a:srgbClr val="9AAFC2"/>
                </a:solidFill>
                <a:latin typeface="Arial"/>
                <a:ea typeface="Arial"/>
                <a:cs typeface="Arial"/>
              </a:defRPr>
            </a:lvl1pPr>
            <a:lvl2pPr algn="r">
              <a:buNone/>
              <a:defRPr sz="975" b="0" i="0">
                <a:solidFill>
                  <a:srgbClr val="9AAFC2"/>
                </a:solidFill>
                <a:latin typeface="Arial"/>
                <a:ea typeface="Arial"/>
                <a:cs typeface="Arial"/>
              </a:defRPr>
            </a:lvl2pPr>
            <a:lvl3pPr algn="r">
              <a:buNone/>
              <a:defRPr sz="975" b="0" i="0">
                <a:solidFill>
                  <a:srgbClr val="9AAFC2"/>
                </a:solidFill>
                <a:latin typeface="Arial"/>
                <a:ea typeface="Arial"/>
                <a:cs typeface="Arial"/>
              </a:defRPr>
            </a:lvl3pPr>
            <a:lvl4pPr algn="r">
              <a:buNone/>
              <a:defRPr sz="975" b="0" i="0">
                <a:solidFill>
                  <a:srgbClr val="9AAFC2"/>
                </a:solidFill>
                <a:latin typeface="Arial"/>
                <a:ea typeface="Arial"/>
                <a:cs typeface="Arial"/>
              </a:defRPr>
            </a:lvl4pPr>
            <a:lvl5pPr algn="r">
              <a:buNone/>
              <a:defRPr sz="975" b="0" i="0">
                <a:solidFill>
                  <a:srgbClr val="9AAFC2"/>
                </a:solidFill>
                <a:latin typeface="Arial"/>
                <a:ea typeface="Arial"/>
                <a:cs typeface="Arial"/>
              </a:defRPr>
            </a:lvl5pPr>
            <a:lvl6pPr algn="r">
              <a:buNone/>
              <a:defRPr sz="975" b="0" i="0">
                <a:solidFill>
                  <a:srgbClr val="9AAFC2"/>
                </a:solidFill>
                <a:latin typeface="Arial"/>
                <a:ea typeface="Arial"/>
                <a:cs typeface="Arial"/>
              </a:defRPr>
            </a:lvl6pPr>
            <a:lvl7pPr algn="r">
              <a:buNone/>
              <a:defRPr sz="975" b="0" i="0">
                <a:solidFill>
                  <a:srgbClr val="9AAFC2"/>
                </a:solidFill>
                <a:latin typeface="Arial"/>
                <a:ea typeface="Arial"/>
                <a:cs typeface="Arial"/>
              </a:defRPr>
            </a:lvl7pPr>
            <a:lvl8pPr algn="r">
              <a:buNone/>
              <a:defRPr sz="975" b="0" i="0">
                <a:solidFill>
                  <a:srgbClr val="9AAFC2"/>
                </a:solidFill>
                <a:latin typeface="Arial"/>
                <a:ea typeface="Arial"/>
                <a:cs typeface="Arial"/>
              </a:defRPr>
            </a:lvl8pPr>
            <a:lvl9pPr algn="r">
              <a:buNone/>
              <a:defRPr sz="975" b="0" i="0">
                <a:solidFill>
                  <a:srgbClr val="9AAFC2"/>
                </a:solidFill>
                <a:latin typeface="Arial"/>
                <a:ea typeface="Arial"/>
                <a:cs typeface="Arial"/>
              </a:defRPr>
            </a:lvl9pPr>
          </a:lstStyle>
          <a:p xmlns:a="http://schemas.openxmlformats.org/drawingml/2006/main">
            <a:pPr algn="r">
              <a:buNone/>
              <a:defRPr sz="975" b="0" i="0">
                <a:solidFill>
                  <a:srgbClr val="9AAFC2"/>
                </a:solidFill>
                <a:latin typeface="Arial"/>
                <a:ea typeface="Arial"/>
                <a:cs typeface="Arial"/>
              </a:defRPr>
            </a:pPr>
            <a:r>
              <a:rPr sz="975" b="0" i="0">
                <a:solidFill>
                  <a:srgbClr val="9AAFC2"/>
                </a:solidFill>
                <a:latin typeface="Arial"/>
                <a:ea typeface="Arial"/>
                <a:cs typeface="Arial"/>
              </a:rPr>
              <a:t>06</a:t>
            </a:r>
          </a:p>
        </p:txBody>
      </p:sp>
      <p:sp>
        <p:nvSpPr>
          <p:cNvPr id="6" name="Rectangle 5">
            <a:extLst xmlns:a="http://schemas.openxmlformats.org/drawingml/2006/main">
              <a:ext uri="{FF2B5EF4-FFF2-40B4-BE49-F238E27FC236}">
                <a16:creationId xmlns:a16="http://schemas.microsoft.com/office/drawing/2014/main" id="{65D4B605-545A-4226-A88C-66F7477EF651}"/>
              </a:ext>
            </a:extLst>
          </p:cNvPr>
          <p:cNvSpPr>
            <a:spLocks xmlns:a="http://schemas.openxmlformats.org/drawingml/2006/main" noGrp="1"/>
          </p:cNvSpPr>
          <p:nvPr/>
        </p:nvSpPr>
        <p:spPr>
          <a:xfrm xmlns:a="http://schemas.openxmlformats.org/drawingml/2006/main">
            <a:off x="590550" y="1200150"/>
            <a:ext cx="1071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907"/>
          </a:bodyPr>
          <a:lstStyle xmlns:a="http://schemas.openxmlformats.org/drawingml/2006/main">
            <a:defPPr algn="l">
              <a:defRPr sz="1725" b="1" i="0">
                <a:solidFill>
                  <a:srgbClr val="B8F7E5"/>
                </a:solidFill>
                <a:latin typeface="Arial"/>
                <a:ea typeface="Arial"/>
                <a:cs typeface="Arial"/>
              </a:defRPr>
            </a:defPPr>
            <a:lvl1pPr algn="l">
              <a:buNone/>
              <a:defRPr sz="1725" b="1" i="0">
                <a:solidFill>
                  <a:srgbClr val="B8F7E5"/>
                </a:solidFill>
                <a:latin typeface="Arial"/>
                <a:ea typeface="Arial"/>
                <a:cs typeface="Arial"/>
              </a:defRPr>
            </a:lvl1pPr>
            <a:lvl2pPr algn="l">
              <a:buNone/>
              <a:defRPr sz="1725" b="1" i="0">
                <a:solidFill>
                  <a:srgbClr val="B8F7E5"/>
                </a:solidFill>
                <a:latin typeface="Arial"/>
                <a:ea typeface="Arial"/>
                <a:cs typeface="Arial"/>
              </a:defRPr>
            </a:lvl2pPr>
            <a:lvl3pPr algn="l">
              <a:buNone/>
              <a:defRPr sz="1725" b="1" i="0">
                <a:solidFill>
                  <a:srgbClr val="B8F7E5"/>
                </a:solidFill>
                <a:latin typeface="Arial"/>
                <a:ea typeface="Arial"/>
                <a:cs typeface="Arial"/>
              </a:defRPr>
            </a:lvl3pPr>
            <a:lvl4pPr algn="l">
              <a:buNone/>
              <a:defRPr sz="1725" b="1" i="0">
                <a:solidFill>
                  <a:srgbClr val="B8F7E5"/>
                </a:solidFill>
                <a:latin typeface="Arial"/>
                <a:ea typeface="Arial"/>
                <a:cs typeface="Arial"/>
              </a:defRPr>
            </a:lvl4pPr>
            <a:lvl5pPr algn="l">
              <a:buNone/>
              <a:defRPr sz="1725" b="1" i="0">
                <a:solidFill>
                  <a:srgbClr val="B8F7E5"/>
                </a:solidFill>
                <a:latin typeface="Arial"/>
                <a:ea typeface="Arial"/>
                <a:cs typeface="Arial"/>
              </a:defRPr>
            </a:lvl5pPr>
            <a:lvl6pPr algn="l">
              <a:buNone/>
              <a:defRPr sz="1725" b="1" i="0">
                <a:solidFill>
                  <a:srgbClr val="B8F7E5"/>
                </a:solidFill>
                <a:latin typeface="Arial"/>
                <a:ea typeface="Arial"/>
                <a:cs typeface="Arial"/>
              </a:defRPr>
            </a:lvl6pPr>
            <a:lvl7pPr algn="l">
              <a:buNone/>
              <a:defRPr sz="1725" b="1" i="0">
                <a:solidFill>
                  <a:srgbClr val="B8F7E5"/>
                </a:solidFill>
                <a:latin typeface="Arial"/>
                <a:ea typeface="Arial"/>
                <a:cs typeface="Arial"/>
              </a:defRPr>
            </a:lvl7pPr>
            <a:lvl8pPr algn="l">
              <a:buNone/>
              <a:defRPr sz="1725" b="1" i="0">
                <a:solidFill>
                  <a:srgbClr val="B8F7E5"/>
                </a:solidFill>
                <a:latin typeface="Arial"/>
                <a:ea typeface="Arial"/>
                <a:cs typeface="Arial"/>
              </a:defRPr>
            </a:lvl8pPr>
            <a:lvl9pPr algn="l">
              <a:buNone/>
              <a:defRPr sz="1725" b="1" i="0">
                <a:solidFill>
                  <a:srgbClr val="B8F7E5"/>
                </a:solidFill>
                <a:latin typeface="Arial"/>
                <a:ea typeface="Arial"/>
                <a:cs typeface="Arial"/>
              </a:defRPr>
            </a:lvl9pPr>
          </a:lstStyle>
          <a:p xmlns:a="http://schemas.openxmlformats.org/drawingml/2006/main">
            <a:pPr algn="l">
              <a:buNone/>
              <a:defRPr sz="1725" b="1" i="0">
                <a:solidFill>
                  <a:srgbClr val="B8F7E5"/>
                </a:solidFill>
                <a:latin typeface="Arial"/>
                <a:ea typeface="Arial"/>
                <a:cs typeface="Arial"/>
              </a:defRPr>
            </a:pPr>
            <a:r>
              <a:rPr sz="1725" b="1" i="0">
                <a:solidFill>
                  <a:srgbClr val="B8F7E5"/>
                </a:solidFill>
                <a:latin typeface="Arial"/>
                <a:ea typeface="Arial"/>
                <a:cs typeface="Arial"/>
              </a:rPr>
              <a:t>LangGraph coordinates six deterministic Python components. The local model only explains selected evidence.</a:t>
            </a:r>
          </a:p>
        </p:txBody>
      </p:sp>
      <p:sp>
        <p:nvSpPr>
          <p:cNvPr id="7" name="Rectangle 6">
            <a:extLst xmlns:a="http://schemas.openxmlformats.org/drawingml/2006/main">
              <a:ext uri="{FF2B5EF4-FFF2-40B4-BE49-F238E27FC236}">
                <a16:creationId xmlns:a16="http://schemas.microsoft.com/office/drawing/2014/main" id="{5837F64E-116C-4532-97EC-01BE6E092413}"/>
              </a:ext>
            </a:extLst>
          </p:cNvPr>
          <p:cNvSpPr>
            <a:spLocks xmlns:a="http://schemas.openxmlformats.org/drawingml/2006/main" noGrp="1"/>
          </p:cNvSpPr>
          <p:nvPr/>
        </p:nvSpPr>
        <p:spPr>
          <a:xfrm xmlns:a="http://schemas.openxmlformats.org/drawingml/2006/main">
            <a:off x="628650" y="2047875"/>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1" i="0">
                <a:solidFill>
                  <a:srgbClr val="38E0C1"/>
                </a:solidFill>
                <a:latin typeface="Arial"/>
                <a:ea typeface="Arial"/>
                <a:cs typeface="Arial"/>
              </a:defRPr>
            </a:defPPr>
            <a:lvl1pPr algn="l">
              <a:buNone/>
              <a:defRPr sz="1125" b="1" i="0">
                <a:solidFill>
                  <a:srgbClr val="38E0C1"/>
                </a:solidFill>
                <a:latin typeface="Arial"/>
                <a:ea typeface="Arial"/>
                <a:cs typeface="Arial"/>
              </a:defRPr>
            </a:lvl1pPr>
            <a:lvl2pPr algn="l">
              <a:buNone/>
              <a:defRPr sz="1125" b="1" i="0">
                <a:solidFill>
                  <a:srgbClr val="38E0C1"/>
                </a:solidFill>
                <a:latin typeface="Arial"/>
                <a:ea typeface="Arial"/>
                <a:cs typeface="Arial"/>
              </a:defRPr>
            </a:lvl2pPr>
            <a:lvl3pPr algn="l">
              <a:buNone/>
              <a:defRPr sz="1125" b="1" i="0">
                <a:solidFill>
                  <a:srgbClr val="38E0C1"/>
                </a:solidFill>
                <a:latin typeface="Arial"/>
                <a:ea typeface="Arial"/>
                <a:cs typeface="Arial"/>
              </a:defRPr>
            </a:lvl3pPr>
            <a:lvl4pPr algn="l">
              <a:buNone/>
              <a:defRPr sz="1125" b="1" i="0">
                <a:solidFill>
                  <a:srgbClr val="38E0C1"/>
                </a:solidFill>
                <a:latin typeface="Arial"/>
                <a:ea typeface="Arial"/>
                <a:cs typeface="Arial"/>
              </a:defRPr>
            </a:lvl4pPr>
            <a:lvl5pPr algn="l">
              <a:buNone/>
              <a:defRPr sz="1125" b="1" i="0">
                <a:solidFill>
                  <a:srgbClr val="38E0C1"/>
                </a:solidFill>
                <a:latin typeface="Arial"/>
                <a:ea typeface="Arial"/>
                <a:cs typeface="Arial"/>
              </a:defRPr>
            </a:lvl5pPr>
            <a:lvl6pPr algn="l">
              <a:buNone/>
              <a:defRPr sz="1125" b="1" i="0">
                <a:solidFill>
                  <a:srgbClr val="38E0C1"/>
                </a:solidFill>
                <a:latin typeface="Arial"/>
                <a:ea typeface="Arial"/>
                <a:cs typeface="Arial"/>
              </a:defRPr>
            </a:lvl6pPr>
            <a:lvl7pPr algn="l">
              <a:buNone/>
              <a:defRPr sz="1125" b="1" i="0">
                <a:solidFill>
                  <a:srgbClr val="38E0C1"/>
                </a:solidFill>
                <a:latin typeface="Arial"/>
                <a:ea typeface="Arial"/>
                <a:cs typeface="Arial"/>
              </a:defRPr>
            </a:lvl7pPr>
            <a:lvl8pPr algn="l">
              <a:buNone/>
              <a:defRPr sz="1125" b="1" i="0">
                <a:solidFill>
                  <a:srgbClr val="38E0C1"/>
                </a:solidFill>
                <a:latin typeface="Arial"/>
                <a:ea typeface="Arial"/>
                <a:cs typeface="Arial"/>
              </a:defRPr>
            </a:lvl8pPr>
            <a:lvl9pPr algn="l">
              <a:buNone/>
              <a:defRPr sz="1125" b="1" i="0">
                <a:solidFill>
                  <a:srgbClr val="38E0C1"/>
                </a:solidFill>
                <a:latin typeface="Arial"/>
                <a:ea typeface="Arial"/>
                <a:cs typeface="Arial"/>
              </a:defRPr>
            </a:lvl9pPr>
          </a:lstStyle>
          <a:p xmlns:a="http://schemas.openxmlformats.org/drawingml/2006/main">
            <a:pPr algn="l">
              <a:buNone/>
              <a:defRPr sz="1125" b="1" i="0">
                <a:solidFill>
                  <a:srgbClr val="38E0C1"/>
                </a:solidFill>
                <a:latin typeface="Arial"/>
                <a:ea typeface="Arial"/>
                <a:cs typeface="Arial"/>
              </a:defRPr>
            </a:pPr>
            <a:r>
              <a:rPr sz="1125" b="1" i="0">
                <a:solidFill>
                  <a:srgbClr val="38E0C1"/>
                </a:solidFill>
                <a:latin typeface="Arial"/>
                <a:ea typeface="Arial"/>
                <a:cs typeface="Arial"/>
              </a:rPr>
              <a:t>01</a:t>
            </a:r>
          </a:p>
        </p:txBody>
      </p:sp>
      <p:sp>
        <p:nvSpPr>
          <p:cNvPr id="8" name="Straight Connector 7">
            <a:extLst xmlns:a="http://schemas.openxmlformats.org/drawingml/2006/main">
              <a:ext uri="{FF2B5EF4-FFF2-40B4-BE49-F238E27FC236}">
                <a16:creationId xmlns:a16="http://schemas.microsoft.com/office/drawing/2014/main" id="{F37CA53D-BEF1-4E76-B835-DB262DB5E42C}"/>
              </a:ext>
            </a:extLst>
          </p:cNvPr>
          <p:cNvSpPr>
            <a:spLocks xmlns:a="http://schemas.openxmlformats.org/drawingml/2006/main" noGrp="1"/>
          </p:cNvSpPr>
          <p:nvPr/>
        </p:nvSpPr>
        <p:spPr>
          <a:xfrm xmlns:a="http://schemas.openxmlformats.org/drawingml/2006/main">
            <a:off x="628650" y="2466975"/>
            <a:ext cx="495300" cy="0"/>
          </a:xfrm>
          <a:prstGeom xmlns:a="http://schemas.openxmlformats.org/drawingml/2006/main" prst="line">
            <a:avLst/>
          </a:prstGeom>
          <a:noFill xmlns:a="http://schemas.openxmlformats.org/drawingml/2006/main"/>
          <a:ln xmlns:a="http://schemas.openxmlformats.org/drawingml/2006/main" w="28575">
            <a:solidFill>
              <a:srgbClr val="38E0C1"/>
            </a:solidFill>
            <a:prstDash val="solid"/>
          </a:ln>
        </p:spPr>
      </p:sp>
      <p:sp>
        <p:nvSpPr>
          <p:cNvPr id="9" name="Rectangle 8">
            <a:extLst xmlns:a="http://schemas.openxmlformats.org/drawingml/2006/main">
              <a:ext uri="{FF2B5EF4-FFF2-40B4-BE49-F238E27FC236}">
                <a16:creationId xmlns:a16="http://schemas.microsoft.com/office/drawing/2014/main" id="{F4B512DA-8702-4E6F-95F0-3B01BB2C0990}"/>
              </a:ext>
            </a:extLst>
          </p:cNvPr>
          <p:cNvSpPr>
            <a:spLocks xmlns:a="http://schemas.openxmlformats.org/drawingml/2006/main" noGrp="1"/>
          </p:cNvSpPr>
          <p:nvPr/>
        </p:nvSpPr>
        <p:spPr>
          <a:xfrm xmlns:a="http://schemas.openxmlformats.org/drawingml/2006/main">
            <a:off x="628650" y="2590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650" b="1" i="0">
                <a:solidFill>
                  <a:srgbClr val="F4F7FB"/>
                </a:solidFill>
                <a:latin typeface="Arial"/>
                <a:ea typeface="Arial"/>
                <a:cs typeface="Arial"/>
              </a:defRPr>
            </a:defPPr>
            <a:lvl1pPr algn="l">
              <a:buNone/>
              <a:defRPr sz="1650" b="1" i="0">
                <a:solidFill>
                  <a:srgbClr val="F4F7FB"/>
                </a:solidFill>
                <a:latin typeface="Arial"/>
                <a:ea typeface="Arial"/>
                <a:cs typeface="Arial"/>
              </a:defRPr>
            </a:lvl1pPr>
            <a:lvl2pPr algn="l">
              <a:buNone/>
              <a:defRPr sz="1650" b="1" i="0">
                <a:solidFill>
                  <a:srgbClr val="F4F7FB"/>
                </a:solidFill>
                <a:latin typeface="Arial"/>
                <a:ea typeface="Arial"/>
                <a:cs typeface="Arial"/>
              </a:defRPr>
            </a:lvl2pPr>
            <a:lvl3pPr algn="l">
              <a:buNone/>
              <a:defRPr sz="1650" b="1" i="0">
                <a:solidFill>
                  <a:srgbClr val="F4F7FB"/>
                </a:solidFill>
                <a:latin typeface="Arial"/>
                <a:ea typeface="Arial"/>
                <a:cs typeface="Arial"/>
              </a:defRPr>
            </a:lvl3pPr>
            <a:lvl4pPr algn="l">
              <a:buNone/>
              <a:defRPr sz="1650" b="1" i="0">
                <a:solidFill>
                  <a:srgbClr val="F4F7FB"/>
                </a:solidFill>
                <a:latin typeface="Arial"/>
                <a:ea typeface="Arial"/>
                <a:cs typeface="Arial"/>
              </a:defRPr>
            </a:lvl4pPr>
            <a:lvl5pPr algn="l">
              <a:buNone/>
              <a:defRPr sz="1650" b="1" i="0">
                <a:solidFill>
                  <a:srgbClr val="F4F7FB"/>
                </a:solidFill>
                <a:latin typeface="Arial"/>
                <a:ea typeface="Arial"/>
                <a:cs typeface="Arial"/>
              </a:defRPr>
            </a:lvl5pPr>
            <a:lvl6pPr algn="l">
              <a:buNone/>
              <a:defRPr sz="1650" b="1" i="0">
                <a:solidFill>
                  <a:srgbClr val="F4F7FB"/>
                </a:solidFill>
                <a:latin typeface="Arial"/>
                <a:ea typeface="Arial"/>
                <a:cs typeface="Arial"/>
              </a:defRPr>
            </a:lvl6pPr>
            <a:lvl7pPr algn="l">
              <a:buNone/>
              <a:defRPr sz="1650" b="1" i="0">
                <a:solidFill>
                  <a:srgbClr val="F4F7FB"/>
                </a:solidFill>
                <a:latin typeface="Arial"/>
                <a:ea typeface="Arial"/>
                <a:cs typeface="Arial"/>
              </a:defRPr>
            </a:lvl7pPr>
            <a:lvl8pPr algn="l">
              <a:buNone/>
              <a:defRPr sz="1650" b="1" i="0">
                <a:solidFill>
                  <a:srgbClr val="F4F7FB"/>
                </a:solidFill>
                <a:latin typeface="Arial"/>
                <a:ea typeface="Arial"/>
                <a:cs typeface="Arial"/>
              </a:defRPr>
            </a:lvl8pPr>
            <a:lvl9pPr algn="l">
              <a:buNone/>
              <a:defRPr sz="1650" b="1" i="0">
                <a:solidFill>
                  <a:srgbClr val="F4F7FB"/>
                </a:solidFill>
                <a:latin typeface="Arial"/>
                <a:ea typeface="Arial"/>
                <a:cs typeface="Arial"/>
              </a:defRPr>
            </a:lvl9pPr>
          </a:lstStyle>
          <a:p xmlns:a="http://schemas.openxmlformats.org/drawingml/2006/main">
            <a:pPr algn="l">
              <a:buNone/>
              <a:defRPr sz="1650" b="1" i="0">
                <a:solidFill>
                  <a:srgbClr val="F4F7FB"/>
                </a:solidFill>
                <a:latin typeface="Arial"/>
                <a:ea typeface="Arial"/>
                <a:cs typeface="Arial"/>
              </a:defRPr>
            </a:pPr>
            <a:r>
              <a:rPr sz="1650" b="1" i="0">
                <a:solidFill>
                  <a:srgbClr val="F4F7FB"/>
                </a:solidFill>
                <a:latin typeface="Arial"/>
                <a:ea typeface="Arial"/>
                <a:cs typeface="Arial"/>
              </a:rPr>
              <a:t>Coordinator</a:t>
            </a:r>
          </a:p>
        </p:txBody>
      </p:sp>
      <p:sp>
        <p:nvSpPr>
          <p:cNvPr id="10" name="Rectangle 9">
            <a:extLst xmlns:a="http://schemas.openxmlformats.org/drawingml/2006/main">
              <a:ext uri="{FF2B5EF4-FFF2-40B4-BE49-F238E27FC236}">
                <a16:creationId xmlns:a16="http://schemas.microsoft.com/office/drawing/2014/main" id="{1A1127BB-A56B-4E41-A97D-31B0A122854A}"/>
              </a:ext>
            </a:extLst>
          </p:cNvPr>
          <p:cNvSpPr>
            <a:spLocks xmlns:a="http://schemas.openxmlformats.org/drawingml/2006/main" noGrp="1"/>
          </p:cNvSpPr>
          <p:nvPr/>
        </p:nvSpPr>
        <p:spPr>
          <a:xfrm xmlns:a="http://schemas.openxmlformats.org/drawingml/2006/main">
            <a:off x="628650" y="2990850"/>
            <a:ext cx="3257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0" i="0">
                <a:solidFill>
                  <a:srgbClr val="9AAFC2"/>
                </a:solidFill>
                <a:latin typeface="Arial"/>
                <a:ea typeface="Arial"/>
                <a:cs typeface="Arial"/>
              </a:defRPr>
            </a:defPPr>
            <a:lvl1pPr algn="l">
              <a:buNone/>
              <a:defRPr sz="1275" b="0" i="0">
                <a:solidFill>
                  <a:srgbClr val="9AAFC2"/>
                </a:solidFill>
                <a:latin typeface="Arial"/>
                <a:ea typeface="Arial"/>
                <a:cs typeface="Arial"/>
              </a:defRPr>
            </a:lvl1pPr>
            <a:lvl2pPr algn="l">
              <a:buNone/>
              <a:defRPr sz="1275" b="0" i="0">
                <a:solidFill>
                  <a:srgbClr val="9AAFC2"/>
                </a:solidFill>
                <a:latin typeface="Arial"/>
                <a:ea typeface="Arial"/>
                <a:cs typeface="Arial"/>
              </a:defRPr>
            </a:lvl2pPr>
            <a:lvl3pPr algn="l">
              <a:buNone/>
              <a:defRPr sz="1275" b="0" i="0">
                <a:solidFill>
                  <a:srgbClr val="9AAFC2"/>
                </a:solidFill>
                <a:latin typeface="Arial"/>
                <a:ea typeface="Arial"/>
                <a:cs typeface="Arial"/>
              </a:defRPr>
            </a:lvl3pPr>
            <a:lvl4pPr algn="l">
              <a:buNone/>
              <a:defRPr sz="1275" b="0" i="0">
                <a:solidFill>
                  <a:srgbClr val="9AAFC2"/>
                </a:solidFill>
                <a:latin typeface="Arial"/>
                <a:ea typeface="Arial"/>
                <a:cs typeface="Arial"/>
              </a:defRPr>
            </a:lvl4pPr>
            <a:lvl5pPr algn="l">
              <a:buNone/>
              <a:defRPr sz="1275" b="0" i="0">
                <a:solidFill>
                  <a:srgbClr val="9AAFC2"/>
                </a:solidFill>
                <a:latin typeface="Arial"/>
                <a:ea typeface="Arial"/>
                <a:cs typeface="Arial"/>
              </a:defRPr>
            </a:lvl5pPr>
            <a:lvl6pPr algn="l">
              <a:buNone/>
              <a:defRPr sz="1275" b="0" i="0">
                <a:solidFill>
                  <a:srgbClr val="9AAFC2"/>
                </a:solidFill>
                <a:latin typeface="Arial"/>
                <a:ea typeface="Arial"/>
                <a:cs typeface="Arial"/>
              </a:defRPr>
            </a:lvl6pPr>
            <a:lvl7pPr algn="l">
              <a:buNone/>
              <a:defRPr sz="1275" b="0" i="0">
                <a:solidFill>
                  <a:srgbClr val="9AAFC2"/>
                </a:solidFill>
                <a:latin typeface="Arial"/>
                <a:ea typeface="Arial"/>
                <a:cs typeface="Arial"/>
              </a:defRPr>
            </a:lvl7pPr>
            <a:lvl8pPr algn="l">
              <a:buNone/>
              <a:defRPr sz="1275" b="0" i="0">
                <a:solidFill>
                  <a:srgbClr val="9AAFC2"/>
                </a:solidFill>
                <a:latin typeface="Arial"/>
                <a:ea typeface="Arial"/>
                <a:cs typeface="Arial"/>
              </a:defRPr>
            </a:lvl8pPr>
            <a:lvl9pPr algn="l">
              <a:buNone/>
              <a:defRPr sz="1275" b="0" i="0">
                <a:solidFill>
                  <a:srgbClr val="9AAFC2"/>
                </a:solidFill>
                <a:latin typeface="Arial"/>
                <a:ea typeface="Arial"/>
                <a:cs typeface="Arial"/>
              </a:defRPr>
            </a:lvl9pPr>
          </a:lstStyle>
          <a:p xmlns:a="http://schemas.openxmlformats.org/drawingml/2006/main">
            <a:pPr algn="l">
              <a:buNone/>
              <a:defRPr sz="1275" b="0" i="0">
                <a:solidFill>
                  <a:srgbClr val="9AAFC2"/>
                </a:solidFill>
                <a:latin typeface="Arial"/>
                <a:ea typeface="Arial"/>
                <a:cs typeface="Arial"/>
              </a:defRPr>
            </a:pPr>
            <a:r>
              <a:rPr sz="1275" b="0" i="0">
                <a:solidFill>
                  <a:srgbClr val="9AAFC2"/>
                </a:solidFill>
                <a:latin typeface="Arial"/>
                <a:ea typeface="Arial"/>
                <a:cs typeface="Arial"/>
              </a:rPr>
              <a:t>Orders stages, passes results, returns one workflow result and trace.</a:t>
            </a:r>
          </a:p>
        </p:txBody>
      </p:sp>
      <p:sp>
        <p:nvSpPr>
          <p:cNvPr id="11" name="Rectangle 10">
            <a:extLst xmlns:a="http://schemas.openxmlformats.org/drawingml/2006/main">
              <a:ext uri="{FF2B5EF4-FFF2-40B4-BE49-F238E27FC236}">
                <a16:creationId xmlns:a16="http://schemas.microsoft.com/office/drawing/2014/main" id="{2990F996-2C44-45AB-B058-67DF52BAC6E4}"/>
              </a:ext>
            </a:extLst>
          </p:cNvPr>
          <p:cNvSpPr>
            <a:spLocks xmlns:a="http://schemas.openxmlformats.org/drawingml/2006/main" noGrp="1"/>
          </p:cNvSpPr>
          <p:nvPr/>
        </p:nvSpPr>
        <p:spPr>
          <a:xfrm xmlns:a="http://schemas.openxmlformats.org/drawingml/2006/main">
            <a:off x="4438650" y="2047875"/>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1" i="0">
                <a:solidFill>
                  <a:srgbClr val="79B9E8"/>
                </a:solidFill>
                <a:latin typeface="Arial"/>
                <a:ea typeface="Arial"/>
                <a:cs typeface="Arial"/>
              </a:defRPr>
            </a:defPPr>
            <a:lvl1pPr algn="l">
              <a:buNone/>
              <a:defRPr sz="1125" b="1" i="0">
                <a:solidFill>
                  <a:srgbClr val="79B9E8"/>
                </a:solidFill>
                <a:latin typeface="Arial"/>
                <a:ea typeface="Arial"/>
                <a:cs typeface="Arial"/>
              </a:defRPr>
            </a:lvl1pPr>
            <a:lvl2pPr algn="l">
              <a:buNone/>
              <a:defRPr sz="1125" b="1" i="0">
                <a:solidFill>
                  <a:srgbClr val="79B9E8"/>
                </a:solidFill>
                <a:latin typeface="Arial"/>
                <a:ea typeface="Arial"/>
                <a:cs typeface="Arial"/>
              </a:defRPr>
            </a:lvl2pPr>
            <a:lvl3pPr algn="l">
              <a:buNone/>
              <a:defRPr sz="1125" b="1" i="0">
                <a:solidFill>
                  <a:srgbClr val="79B9E8"/>
                </a:solidFill>
                <a:latin typeface="Arial"/>
                <a:ea typeface="Arial"/>
                <a:cs typeface="Arial"/>
              </a:defRPr>
            </a:lvl3pPr>
            <a:lvl4pPr algn="l">
              <a:buNone/>
              <a:defRPr sz="1125" b="1" i="0">
                <a:solidFill>
                  <a:srgbClr val="79B9E8"/>
                </a:solidFill>
                <a:latin typeface="Arial"/>
                <a:ea typeface="Arial"/>
                <a:cs typeface="Arial"/>
              </a:defRPr>
            </a:lvl4pPr>
            <a:lvl5pPr algn="l">
              <a:buNone/>
              <a:defRPr sz="1125" b="1" i="0">
                <a:solidFill>
                  <a:srgbClr val="79B9E8"/>
                </a:solidFill>
                <a:latin typeface="Arial"/>
                <a:ea typeface="Arial"/>
                <a:cs typeface="Arial"/>
              </a:defRPr>
            </a:lvl5pPr>
            <a:lvl6pPr algn="l">
              <a:buNone/>
              <a:defRPr sz="1125" b="1" i="0">
                <a:solidFill>
                  <a:srgbClr val="79B9E8"/>
                </a:solidFill>
                <a:latin typeface="Arial"/>
                <a:ea typeface="Arial"/>
                <a:cs typeface="Arial"/>
              </a:defRPr>
            </a:lvl6pPr>
            <a:lvl7pPr algn="l">
              <a:buNone/>
              <a:defRPr sz="1125" b="1" i="0">
                <a:solidFill>
                  <a:srgbClr val="79B9E8"/>
                </a:solidFill>
                <a:latin typeface="Arial"/>
                <a:ea typeface="Arial"/>
                <a:cs typeface="Arial"/>
              </a:defRPr>
            </a:lvl7pPr>
            <a:lvl8pPr algn="l">
              <a:buNone/>
              <a:defRPr sz="1125" b="1" i="0">
                <a:solidFill>
                  <a:srgbClr val="79B9E8"/>
                </a:solidFill>
                <a:latin typeface="Arial"/>
                <a:ea typeface="Arial"/>
                <a:cs typeface="Arial"/>
              </a:defRPr>
            </a:lvl8pPr>
            <a:lvl9pPr algn="l">
              <a:buNone/>
              <a:defRPr sz="1125" b="1" i="0">
                <a:solidFill>
                  <a:srgbClr val="79B9E8"/>
                </a:solidFill>
                <a:latin typeface="Arial"/>
                <a:ea typeface="Arial"/>
                <a:cs typeface="Arial"/>
              </a:defRPr>
            </a:lvl9pPr>
          </a:lstStyle>
          <a:p xmlns:a="http://schemas.openxmlformats.org/drawingml/2006/main">
            <a:pPr algn="l">
              <a:buNone/>
              <a:defRPr sz="1125" b="1" i="0">
                <a:solidFill>
                  <a:srgbClr val="79B9E8"/>
                </a:solidFill>
                <a:latin typeface="Arial"/>
                <a:ea typeface="Arial"/>
                <a:cs typeface="Arial"/>
              </a:defRPr>
            </a:pPr>
            <a:r>
              <a:rPr sz="1125" b="1" i="0">
                <a:solidFill>
                  <a:srgbClr val="79B9E8"/>
                </a:solidFill>
                <a:latin typeface="Arial"/>
                <a:ea typeface="Arial"/>
                <a:cs typeface="Arial"/>
              </a:rPr>
              <a:t>02</a:t>
            </a:r>
          </a:p>
        </p:txBody>
      </p:sp>
      <p:sp>
        <p:nvSpPr>
          <p:cNvPr id="12" name="Straight Connector 11">
            <a:extLst xmlns:a="http://schemas.openxmlformats.org/drawingml/2006/main">
              <a:ext uri="{FF2B5EF4-FFF2-40B4-BE49-F238E27FC236}">
                <a16:creationId xmlns:a16="http://schemas.microsoft.com/office/drawing/2014/main" id="{3E1FC4BA-AC59-4E69-B211-716181065E49}"/>
              </a:ext>
            </a:extLst>
          </p:cNvPr>
          <p:cNvSpPr>
            <a:spLocks xmlns:a="http://schemas.openxmlformats.org/drawingml/2006/main" noGrp="1"/>
          </p:cNvSpPr>
          <p:nvPr/>
        </p:nvSpPr>
        <p:spPr>
          <a:xfrm xmlns:a="http://schemas.openxmlformats.org/drawingml/2006/main">
            <a:off x="4438650" y="2466975"/>
            <a:ext cx="495300" cy="0"/>
          </a:xfrm>
          <a:prstGeom xmlns:a="http://schemas.openxmlformats.org/drawingml/2006/main" prst="line">
            <a:avLst/>
          </a:prstGeom>
          <a:noFill xmlns:a="http://schemas.openxmlformats.org/drawingml/2006/main"/>
          <a:ln xmlns:a="http://schemas.openxmlformats.org/drawingml/2006/main" w="28575">
            <a:solidFill>
              <a:srgbClr val="79B9E8"/>
            </a:solidFill>
            <a:prstDash val="solid"/>
          </a:ln>
        </p:spPr>
      </p:sp>
      <p:sp>
        <p:nvSpPr>
          <p:cNvPr id="13" name="Rectangle 12">
            <a:extLst xmlns:a="http://schemas.openxmlformats.org/drawingml/2006/main">
              <a:ext uri="{FF2B5EF4-FFF2-40B4-BE49-F238E27FC236}">
                <a16:creationId xmlns:a16="http://schemas.microsoft.com/office/drawing/2014/main" id="{007319CB-C06D-44ED-BC6E-EECC823612F2}"/>
              </a:ext>
            </a:extLst>
          </p:cNvPr>
          <p:cNvSpPr>
            <a:spLocks xmlns:a="http://schemas.openxmlformats.org/drawingml/2006/main" noGrp="1"/>
          </p:cNvSpPr>
          <p:nvPr/>
        </p:nvSpPr>
        <p:spPr>
          <a:xfrm xmlns:a="http://schemas.openxmlformats.org/drawingml/2006/main">
            <a:off x="4438650" y="2590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650" b="1" i="0">
                <a:solidFill>
                  <a:srgbClr val="F4F7FB"/>
                </a:solidFill>
                <a:latin typeface="Arial"/>
                <a:ea typeface="Arial"/>
                <a:cs typeface="Arial"/>
              </a:defRPr>
            </a:defPPr>
            <a:lvl1pPr algn="l">
              <a:buNone/>
              <a:defRPr sz="1650" b="1" i="0">
                <a:solidFill>
                  <a:srgbClr val="F4F7FB"/>
                </a:solidFill>
                <a:latin typeface="Arial"/>
                <a:ea typeface="Arial"/>
                <a:cs typeface="Arial"/>
              </a:defRPr>
            </a:lvl1pPr>
            <a:lvl2pPr algn="l">
              <a:buNone/>
              <a:defRPr sz="1650" b="1" i="0">
                <a:solidFill>
                  <a:srgbClr val="F4F7FB"/>
                </a:solidFill>
                <a:latin typeface="Arial"/>
                <a:ea typeface="Arial"/>
                <a:cs typeface="Arial"/>
              </a:defRPr>
            </a:lvl2pPr>
            <a:lvl3pPr algn="l">
              <a:buNone/>
              <a:defRPr sz="1650" b="1" i="0">
                <a:solidFill>
                  <a:srgbClr val="F4F7FB"/>
                </a:solidFill>
                <a:latin typeface="Arial"/>
                <a:ea typeface="Arial"/>
                <a:cs typeface="Arial"/>
              </a:defRPr>
            </a:lvl3pPr>
            <a:lvl4pPr algn="l">
              <a:buNone/>
              <a:defRPr sz="1650" b="1" i="0">
                <a:solidFill>
                  <a:srgbClr val="F4F7FB"/>
                </a:solidFill>
                <a:latin typeface="Arial"/>
                <a:ea typeface="Arial"/>
                <a:cs typeface="Arial"/>
              </a:defRPr>
            </a:lvl4pPr>
            <a:lvl5pPr algn="l">
              <a:buNone/>
              <a:defRPr sz="1650" b="1" i="0">
                <a:solidFill>
                  <a:srgbClr val="F4F7FB"/>
                </a:solidFill>
                <a:latin typeface="Arial"/>
                <a:ea typeface="Arial"/>
                <a:cs typeface="Arial"/>
              </a:defRPr>
            </a:lvl5pPr>
            <a:lvl6pPr algn="l">
              <a:buNone/>
              <a:defRPr sz="1650" b="1" i="0">
                <a:solidFill>
                  <a:srgbClr val="F4F7FB"/>
                </a:solidFill>
                <a:latin typeface="Arial"/>
                <a:ea typeface="Arial"/>
                <a:cs typeface="Arial"/>
              </a:defRPr>
            </a:lvl6pPr>
            <a:lvl7pPr algn="l">
              <a:buNone/>
              <a:defRPr sz="1650" b="1" i="0">
                <a:solidFill>
                  <a:srgbClr val="F4F7FB"/>
                </a:solidFill>
                <a:latin typeface="Arial"/>
                <a:ea typeface="Arial"/>
                <a:cs typeface="Arial"/>
              </a:defRPr>
            </a:lvl7pPr>
            <a:lvl8pPr algn="l">
              <a:buNone/>
              <a:defRPr sz="1650" b="1" i="0">
                <a:solidFill>
                  <a:srgbClr val="F4F7FB"/>
                </a:solidFill>
                <a:latin typeface="Arial"/>
                <a:ea typeface="Arial"/>
                <a:cs typeface="Arial"/>
              </a:defRPr>
            </a:lvl8pPr>
            <a:lvl9pPr algn="l">
              <a:buNone/>
              <a:defRPr sz="1650" b="1" i="0">
                <a:solidFill>
                  <a:srgbClr val="F4F7FB"/>
                </a:solidFill>
                <a:latin typeface="Arial"/>
                <a:ea typeface="Arial"/>
                <a:cs typeface="Arial"/>
              </a:defRPr>
            </a:lvl9pPr>
          </a:lstStyle>
          <a:p xmlns:a="http://schemas.openxmlformats.org/drawingml/2006/main">
            <a:pPr algn="l">
              <a:buNone/>
              <a:defRPr sz="1650" b="1" i="0">
                <a:solidFill>
                  <a:srgbClr val="F4F7FB"/>
                </a:solidFill>
                <a:latin typeface="Arial"/>
                <a:ea typeface="Arial"/>
                <a:cs typeface="Arial"/>
              </a:defRPr>
            </a:pPr>
            <a:r>
              <a:rPr sz="1650" b="1" i="0">
                <a:solidFill>
                  <a:srgbClr val="F4F7FB"/>
                </a:solidFill>
                <a:latin typeface="Arial"/>
                <a:ea typeface="Arial"/>
                <a:cs typeface="Arial"/>
              </a:rPr>
              <a:t>Data Validation</a:t>
            </a:r>
          </a:p>
        </p:txBody>
      </p:sp>
      <p:sp>
        <p:nvSpPr>
          <p:cNvPr id="14" name="Rectangle 13">
            <a:extLst xmlns:a="http://schemas.openxmlformats.org/drawingml/2006/main">
              <a:ext uri="{FF2B5EF4-FFF2-40B4-BE49-F238E27FC236}">
                <a16:creationId xmlns:a16="http://schemas.microsoft.com/office/drawing/2014/main" id="{464B3D48-6D3C-4E03-A39D-E5BF1935524C}"/>
              </a:ext>
            </a:extLst>
          </p:cNvPr>
          <p:cNvSpPr>
            <a:spLocks xmlns:a="http://schemas.openxmlformats.org/drawingml/2006/main" noGrp="1"/>
          </p:cNvSpPr>
          <p:nvPr/>
        </p:nvSpPr>
        <p:spPr>
          <a:xfrm xmlns:a="http://schemas.openxmlformats.org/drawingml/2006/main">
            <a:off x="4438650" y="2990850"/>
            <a:ext cx="3257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0" i="0">
                <a:solidFill>
                  <a:srgbClr val="9AAFC2"/>
                </a:solidFill>
                <a:latin typeface="Arial"/>
                <a:ea typeface="Arial"/>
                <a:cs typeface="Arial"/>
              </a:defRPr>
            </a:defPPr>
            <a:lvl1pPr algn="l">
              <a:buNone/>
              <a:defRPr sz="1275" b="0" i="0">
                <a:solidFill>
                  <a:srgbClr val="9AAFC2"/>
                </a:solidFill>
                <a:latin typeface="Arial"/>
                <a:ea typeface="Arial"/>
                <a:cs typeface="Arial"/>
              </a:defRPr>
            </a:lvl1pPr>
            <a:lvl2pPr algn="l">
              <a:buNone/>
              <a:defRPr sz="1275" b="0" i="0">
                <a:solidFill>
                  <a:srgbClr val="9AAFC2"/>
                </a:solidFill>
                <a:latin typeface="Arial"/>
                <a:ea typeface="Arial"/>
                <a:cs typeface="Arial"/>
              </a:defRPr>
            </a:lvl2pPr>
            <a:lvl3pPr algn="l">
              <a:buNone/>
              <a:defRPr sz="1275" b="0" i="0">
                <a:solidFill>
                  <a:srgbClr val="9AAFC2"/>
                </a:solidFill>
                <a:latin typeface="Arial"/>
                <a:ea typeface="Arial"/>
                <a:cs typeface="Arial"/>
              </a:defRPr>
            </a:lvl3pPr>
            <a:lvl4pPr algn="l">
              <a:buNone/>
              <a:defRPr sz="1275" b="0" i="0">
                <a:solidFill>
                  <a:srgbClr val="9AAFC2"/>
                </a:solidFill>
                <a:latin typeface="Arial"/>
                <a:ea typeface="Arial"/>
                <a:cs typeface="Arial"/>
              </a:defRPr>
            </a:lvl4pPr>
            <a:lvl5pPr algn="l">
              <a:buNone/>
              <a:defRPr sz="1275" b="0" i="0">
                <a:solidFill>
                  <a:srgbClr val="9AAFC2"/>
                </a:solidFill>
                <a:latin typeface="Arial"/>
                <a:ea typeface="Arial"/>
                <a:cs typeface="Arial"/>
              </a:defRPr>
            </a:lvl5pPr>
            <a:lvl6pPr algn="l">
              <a:buNone/>
              <a:defRPr sz="1275" b="0" i="0">
                <a:solidFill>
                  <a:srgbClr val="9AAFC2"/>
                </a:solidFill>
                <a:latin typeface="Arial"/>
                <a:ea typeface="Arial"/>
                <a:cs typeface="Arial"/>
              </a:defRPr>
            </a:lvl6pPr>
            <a:lvl7pPr algn="l">
              <a:buNone/>
              <a:defRPr sz="1275" b="0" i="0">
                <a:solidFill>
                  <a:srgbClr val="9AAFC2"/>
                </a:solidFill>
                <a:latin typeface="Arial"/>
                <a:ea typeface="Arial"/>
                <a:cs typeface="Arial"/>
              </a:defRPr>
            </a:lvl7pPr>
            <a:lvl8pPr algn="l">
              <a:buNone/>
              <a:defRPr sz="1275" b="0" i="0">
                <a:solidFill>
                  <a:srgbClr val="9AAFC2"/>
                </a:solidFill>
                <a:latin typeface="Arial"/>
                <a:ea typeface="Arial"/>
                <a:cs typeface="Arial"/>
              </a:defRPr>
            </a:lvl8pPr>
            <a:lvl9pPr algn="l">
              <a:buNone/>
              <a:defRPr sz="1275" b="0" i="0">
                <a:solidFill>
                  <a:srgbClr val="9AAFC2"/>
                </a:solidFill>
                <a:latin typeface="Arial"/>
                <a:ea typeface="Arial"/>
                <a:cs typeface="Arial"/>
              </a:defRPr>
            </a:lvl9pPr>
          </a:lstStyle>
          <a:p xmlns:a="http://schemas.openxmlformats.org/drawingml/2006/main">
            <a:pPr algn="l">
              <a:buNone/>
              <a:defRPr sz="1275" b="0" i="0">
                <a:solidFill>
                  <a:srgbClr val="9AAFC2"/>
                </a:solidFill>
                <a:latin typeface="Arial"/>
                <a:ea typeface="Arial"/>
                <a:cs typeface="Arial"/>
              </a:defRPr>
            </a:pPr>
            <a:r>
              <a:rPr sz="1275" b="0" i="0">
                <a:solidFill>
                  <a:srgbClr val="9AAFC2"/>
                </a:solidFill>
                <a:latin typeface="Arial"/>
                <a:ea typeface="Arial"/>
                <a:cs typeface="Arial"/>
              </a:rPr>
              <a:t>Calls the canonical validator; preserves accepted and rejected rows.</a:t>
            </a:r>
          </a:p>
        </p:txBody>
      </p:sp>
      <p:sp>
        <p:nvSpPr>
          <p:cNvPr id="15" name="Rectangle 14">
            <a:extLst xmlns:a="http://schemas.openxmlformats.org/drawingml/2006/main">
              <a:ext uri="{FF2B5EF4-FFF2-40B4-BE49-F238E27FC236}">
                <a16:creationId xmlns:a16="http://schemas.microsoft.com/office/drawing/2014/main" id="{F7EAEDBB-630F-421E-B272-F20223779D72}"/>
              </a:ext>
            </a:extLst>
          </p:cNvPr>
          <p:cNvSpPr>
            <a:spLocks xmlns:a="http://schemas.openxmlformats.org/drawingml/2006/main" noGrp="1"/>
          </p:cNvSpPr>
          <p:nvPr/>
        </p:nvSpPr>
        <p:spPr>
          <a:xfrm xmlns:a="http://schemas.openxmlformats.org/drawingml/2006/main">
            <a:off x="8248650" y="2047875"/>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1" i="0">
                <a:solidFill>
                  <a:srgbClr val="79B9E8"/>
                </a:solidFill>
                <a:latin typeface="Arial"/>
                <a:ea typeface="Arial"/>
                <a:cs typeface="Arial"/>
              </a:defRPr>
            </a:defPPr>
            <a:lvl1pPr algn="l">
              <a:buNone/>
              <a:defRPr sz="1125" b="1" i="0">
                <a:solidFill>
                  <a:srgbClr val="79B9E8"/>
                </a:solidFill>
                <a:latin typeface="Arial"/>
                <a:ea typeface="Arial"/>
                <a:cs typeface="Arial"/>
              </a:defRPr>
            </a:lvl1pPr>
            <a:lvl2pPr algn="l">
              <a:buNone/>
              <a:defRPr sz="1125" b="1" i="0">
                <a:solidFill>
                  <a:srgbClr val="79B9E8"/>
                </a:solidFill>
                <a:latin typeface="Arial"/>
                <a:ea typeface="Arial"/>
                <a:cs typeface="Arial"/>
              </a:defRPr>
            </a:lvl2pPr>
            <a:lvl3pPr algn="l">
              <a:buNone/>
              <a:defRPr sz="1125" b="1" i="0">
                <a:solidFill>
                  <a:srgbClr val="79B9E8"/>
                </a:solidFill>
                <a:latin typeface="Arial"/>
                <a:ea typeface="Arial"/>
                <a:cs typeface="Arial"/>
              </a:defRPr>
            </a:lvl3pPr>
            <a:lvl4pPr algn="l">
              <a:buNone/>
              <a:defRPr sz="1125" b="1" i="0">
                <a:solidFill>
                  <a:srgbClr val="79B9E8"/>
                </a:solidFill>
                <a:latin typeface="Arial"/>
                <a:ea typeface="Arial"/>
                <a:cs typeface="Arial"/>
              </a:defRPr>
            </a:lvl4pPr>
            <a:lvl5pPr algn="l">
              <a:buNone/>
              <a:defRPr sz="1125" b="1" i="0">
                <a:solidFill>
                  <a:srgbClr val="79B9E8"/>
                </a:solidFill>
                <a:latin typeface="Arial"/>
                <a:ea typeface="Arial"/>
                <a:cs typeface="Arial"/>
              </a:defRPr>
            </a:lvl5pPr>
            <a:lvl6pPr algn="l">
              <a:buNone/>
              <a:defRPr sz="1125" b="1" i="0">
                <a:solidFill>
                  <a:srgbClr val="79B9E8"/>
                </a:solidFill>
                <a:latin typeface="Arial"/>
                <a:ea typeface="Arial"/>
                <a:cs typeface="Arial"/>
              </a:defRPr>
            </a:lvl6pPr>
            <a:lvl7pPr algn="l">
              <a:buNone/>
              <a:defRPr sz="1125" b="1" i="0">
                <a:solidFill>
                  <a:srgbClr val="79B9E8"/>
                </a:solidFill>
                <a:latin typeface="Arial"/>
                <a:ea typeface="Arial"/>
                <a:cs typeface="Arial"/>
              </a:defRPr>
            </a:lvl7pPr>
            <a:lvl8pPr algn="l">
              <a:buNone/>
              <a:defRPr sz="1125" b="1" i="0">
                <a:solidFill>
                  <a:srgbClr val="79B9E8"/>
                </a:solidFill>
                <a:latin typeface="Arial"/>
                <a:ea typeface="Arial"/>
                <a:cs typeface="Arial"/>
              </a:defRPr>
            </a:lvl8pPr>
            <a:lvl9pPr algn="l">
              <a:buNone/>
              <a:defRPr sz="1125" b="1" i="0">
                <a:solidFill>
                  <a:srgbClr val="79B9E8"/>
                </a:solidFill>
                <a:latin typeface="Arial"/>
                <a:ea typeface="Arial"/>
                <a:cs typeface="Arial"/>
              </a:defRPr>
            </a:lvl9pPr>
          </a:lstStyle>
          <a:p xmlns:a="http://schemas.openxmlformats.org/drawingml/2006/main">
            <a:pPr algn="l">
              <a:buNone/>
              <a:defRPr sz="1125" b="1" i="0">
                <a:solidFill>
                  <a:srgbClr val="79B9E8"/>
                </a:solidFill>
                <a:latin typeface="Arial"/>
                <a:ea typeface="Arial"/>
                <a:cs typeface="Arial"/>
              </a:defRPr>
            </a:pPr>
            <a:r>
              <a:rPr sz="1125" b="1" i="0">
                <a:solidFill>
                  <a:srgbClr val="79B9E8"/>
                </a:solidFill>
                <a:latin typeface="Arial"/>
                <a:ea typeface="Arial"/>
                <a:cs typeface="Arial"/>
              </a:rPr>
              <a:t>03</a:t>
            </a:r>
          </a:p>
        </p:txBody>
      </p:sp>
      <p:sp>
        <p:nvSpPr>
          <p:cNvPr id="16" name="Straight Connector 15">
            <a:extLst xmlns:a="http://schemas.openxmlformats.org/drawingml/2006/main">
              <a:ext uri="{FF2B5EF4-FFF2-40B4-BE49-F238E27FC236}">
                <a16:creationId xmlns:a16="http://schemas.microsoft.com/office/drawing/2014/main" id="{20E8A82C-AEC5-4923-BC60-0D57B67B72A4}"/>
              </a:ext>
            </a:extLst>
          </p:cNvPr>
          <p:cNvSpPr>
            <a:spLocks xmlns:a="http://schemas.openxmlformats.org/drawingml/2006/main" noGrp="1"/>
          </p:cNvSpPr>
          <p:nvPr/>
        </p:nvSpPr>
        <p:spPr>
          <a:xfrm xmlns:a="http://schemas.openxmlformats.org/drawingml/2006/main">
            <a:off x="8248650" y="2466975"/>
            <a:ext cx="495300" cy="0"/>
          </a:xfrm>
          <a:prstGeom xmlns:a="http://schemas.openxmlformats.org/drawingml/2006/main" prst="line">
            <a:avLst/>
          </a:prstGeom>
          <a:noFill xmlns:a="http://schemas.openxmlformats.org/drawingml/2006/main"/>
          <a:ln xmlns:a="http://schemas.openxmlformats.org/drawingml/2006/main" w="28575">
            <a:solidFill>
              <a:srgbClr val="79B9E8"/>
            </a:solidFill>
            <a:prstDash val="solid"/>
          </a:ln>
        </p:spPr>
      </p:sp>
      <p:sp>
        <p:nvSpPr>
          <p:cNvPr id="17" name="Rectangle 16">
            <a:extLst xmlns:a="http://schemas.openxmlformats.org/drawingml/2006/main">
              <a:ext uri="{FF2B5EF4-FFF2-40B4-BE49-F238E27FC236}">
                <a16:creationId xmlns:a16="http://schemas.microsoft.com/office/drawing/2014/main" id="{E23B63D8-966A-41C3-B460-C3CF6327196A}"/>
              </a:ext>
            </a:extLst>
          </p:cNvPr>
          <p:cNvSpPr>
            <a:spLocks xmlns:a="http://schemas.openxmlformats.org/drawingml/2006/main" noGrp="1"/>
          </p:cNvSpPr>
          <p:nvPr/>
        </p:nvSpPr>
        <p:spPr>
          <a:xfrm xmlns:a="http://schemas.openxmlformats.org/drawingml/2006/main">
            <a:off x="8248650" y="2590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650" b="1" i="0">
                <a:solidFill>
                  <a:srgbClr val="F4F7FB"/>
                </a:solidFill>
                <a:latin typeface="Arial"/>
                <a:ea typeface="Arial"/>
                <a:cs typeface="Arial"/>
              </a:defRPr>
            </a:defPPr>
            <a:lvl1pPr algn="l">
              <a:buNone/>
              <a:defRPr sz="1650" b="1" i="0">
                <a:solidFill>
                  <a:srgbClr val="F4F7FB"/>
                </a:solidFill>
                <a:latin typeface="Arial"/>
                <a:ea typeface="Arial"/>
                <a:cs typeface="Arial"/>
              </a:defRPr>
            </a:lvl1pPr>
            <a:lvl2pPr algn="l">
              <a:buNone/>
              <a:defRPr sz="1650" b="1" i="0">
                <a:solidFill>
                  <a:srgbClr val="F4F7FB"/>
                </a:solidFill>
                <a:latin typeface="Arial"/>
                <a:ea typeface="Arial"/>
                <a:cs typeface="Arial"/>
              </a:defRPr>
            </a:lvl2pPr>
            <a:lvl3pPr algn="l">
              <a:buNone/>
              <a:defRPr sz="1650" b="1" i="0">
                <a:solidFill>
                  <a:srgbClr val="F4F7FB"/>
                </a:solidFill>
                <a:latin typeface="Arial"/>
                <a:ea typeface="Arial"/>
                <a:cs typeface="Arial"/>
              </a:defRPr>
            </a:lvl3pPr>
            <a:lvl4pPr algn="l">
              <a:buNone/>
              <a:defRPr sz="1650" b="1" i="0">
                <a:solidFill>
                  <a:srgbClr val="F4F7FB"/>
                </a:solidFill>
                <a:latin typeface="Arial"/>
                <a:ea typeface="Arial"/>
                <a:cs typeface="Arial"/>
              </a:defRPr>
            </a:lvl4pPr>
            <a:lvl5pPr algn="l">
              <a:buNone/>
              <a:defRPr sz="1650" b="1" i="0">
                <a:solidFill>
                  <a:srgbClr val="F4F7FB"/>
                </a:solidFill>
                <a:latin typeface="Arial"/>
                <a:ea typeface="Arial"/>
                <a:cs typeface="Arial"/>
              </a:defRPr>
            </a:lvl5pPr>
            <a:lvl6pPr algn="l">
              <a:buNone/>
              <a:defRPr sz="1650" b="1" i="0">
                <a:solidFill>
                  <a:srgbClr val="F4F7FB"/>
                </a:solidFill>
                <a:latin typeface="Arial"/>
                <a:ea typeface="Arial"/>
                <a:cs typeface="Arial"/>
              </a:defRPr>
            </a:lvl6pPr>
            <a:lvl7pPr algn="l">
              <a:buNone/>
              <a:defRPr sz="1650" b="1" i="0">
                <a:solidFill>
                  <a:srgbClr val="F4F7FB"/>
                </a:solidFill>
                <a:latin typeface="Arial"/>
                <a:ea typeface="Arial"/>
                <a:cs typeface="Arial"/>
              </a:defRPr>
            </a:lvl7pPr>
            <a:lvl8pPr algn="l">
              <a:buNone/>
              <a:defRPr sz="1650" b="1" i="0">
                <a:solidFill>
                  <a:srgbClr val="F4F7FB"/>
                </a:solidFill>
                <a:latin typeface="Arial"/>
                <a:ea typeface="Arial"/>
                <a:cs typeface="Arial"/>
              </a:defRPr>
            </a:lvl8pPr>
            <a:lvl9pPr algn="l">
              <a:buNone/>
              <a:defRPr sz="1650" b="1" i="0">
                <a:solidFill>
                  <a:srgbClr val="F4F7FB"/>
                </a:solidFill>
                <a:latin typeface="Arial"/>
                <a:ea typeface="Arial"/>
                <a:cs typeface="Arial"/>
              </a:defRPr>
            </a:lvl9pPr>
          </a:lstStyle>
          <a:p xmlns:a="http://schemas.openxmlformats.org/drawingml/2006/main">
            <a:pPr algn="l">
              <a:buNone/>
              <a:defRPr sz="1650" b="1" i="0">
                <a:solidFill>
                  <a:srgbClr val="F4F7FB"/>
                </a:solidFill>
                <a:latin typeface="Arial"/>
                <a:ea typeface="Arial"/>
                <a:cs typeface="Arial"/>
              </a:defRPr>
            </a:pPr>
            <a:r>
              <a:rPr sz="1650" b="1" i="0">
                <a:solidFill>
                  <a:srgbClr val="F4F7FB"/>
                </a:solidFill>
                <a:latin typeface="Arial"/>
                <a:ea typeface="Arial"/>
                <a:cs typeface="Arial"/>
              </a:rPr>
              <a:t>Network Analysis</a:t>
            </a:r>
          </a:p>
        </p:txBody>
      </p:sp>
      <p:sp>
        <p:nvSpPr>
          <p:cNvPr id="18" name="Rectangle 17">
            <a:extLst xmlns:a="http://schemas.openxmlformats.org/drawingml/2006/main">
              <a:ext uri="{FF2B5EF4-FFF2-40B4-BE49-F238E27FC236}">
                <a16:creationId xmlns:a16="http://schemas.microsoft.com/office/drawing/2014/main" id="{DAC3006D-5646-4335-BA32-BAA497403947}"/>
              </a:ext>
            </a:extLst>
          </p:cNvPr>
          <p:cNvSpPr>
            <a:spLocks xmlns:a="http://schemas.openxmlformats.org/drawingml/2006/main" noGrp="1"/>
          </p:cNvSpPr>
          <p:nvPr/>
        </p:nvSpPr>
        <p:spPr>
          <a:xfrm xmlns:a="http://schemas.openxmlformats.org/drawingml/2006/main">
            <a:off x="8248650" y="2990850"/>
            <a:ext cx="3257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0" i="0">
                <a:solidFill>
                  <a:srgbClr val="9AAFC2"/>
                </a:solidFill>
                <a:latin typeface="Arial"/>
                <a:ea typeface="Arial"/>
                <a:cs typeface="Arial"/>
              </a:defRPr>
            </a:defPPr>
            <a:lvl1pPr algn="l">
              <a:buNone/>
              <a:defRPr sz="1275" b="0" i="0">
                <a:solidFill>
                  <a:srgbClr val="9AAFC2"/>
                </a:solidFill>
                <a:latin typeface="Arial"/>
                <a:ea typeface="Arial"/>
                <a:cs typeface="Arial"/>
              </a:defRPr>
            </a:lvl1pPr>
            <a:lvl2pPr algn="l">
              <a:buNone/>
              <a:defRPr sz="1275" b="0" i="0">
                <a:solidFill>
                  <a:srgbClr val="9AAFC2"/>
                </a:solidFill>
                <a:latin typeface="Arial"/>
                <a:ea typeface="Arial"/>
                <a:cs typeface="Arial"/>
              </a:defRPr>
            </a:lvl2pPr>
            <a:lvl3pPr algn="l">
              <a:buNone/>
              <a:defRPr sz="1275" b="0" i="0">
                <a:solidFill>
                  <a:srgbClr val="9AAFC2"/>
                </a:solidFill>
                <a:latin typeface="Arial"/>
                <a:ea typeface="Arial"/>
                <a:cs typeface="Arial"/>
              </a:defRPr>
            </a:lvl3pPr>
            <a:lvl4pPr algn="l">
              <a:buNone/>
              <a:defRPr sz="1275" b="0" i="0">
                <a:solidFill>
                  <a:srgbClr val="9AAFC2"/>
                </a:solidFill>
                <a:latin typeface="Arial"/>
                <a:ea typeface="Arial"/>
                <a:cs typeface="Arial"/>
              </a:defRPr>
            </a:lvl4pPr>
            <a:lvl5pPr algn="l">
              <a:buNone/>
              <a:defRPr sz="1275" b="0" i="0">
                <a:solidFill>
                  <a:srgbClr val="9AAFC2"/>
                </a:solidFill>
                <a:latin typeface="Arial"/>
                <a:ea typeface="Arial"/>
                <a:cs typeface="Arial"/>
              </a:defRPr>
            </a:lvl5pPr>
            <a:lvl6pPr algn="l">
              <a:buNone/>
              <a:defRPr sz="1275" b="0" i="0">
                <a:solidFill>
                  <a:srgbClr val="9AAFC2"/>
                </a:solidFill>
                <a:latin typeface="Arial"/>
                <a:ea typeface="Arial"/>
                <a:cs typeface="Arial"/>
              </a:defRPr>
            </a:lvl6pPr>
            <a:lvl7pPr algn="l">
              <a:buNone/>
              <a:defRPr sz="1275" b="0" i="0">
                <a:solidFill>
                  <a:srgbClr val="9AAFC2"/>
                </a:solidFill>
                <a:latin typeface="Arial"/>
                <a:ea typeface="Arial"/>
                <a:cs typeface="Arial"/>
              </a:defRPr>
            </a:lvl7pPr>
            <a:lvl8pPr algn="l">
              <a:buNone/>
              <a:defRPr sz="1275" b="0" i="0">
                <a:solidFill>
                  <a:srgbClr val="9AAFC2"/>
                </a:solidFill>
                <a:latin typeface="Arial"/>
                <a:ea typeface="Arial"/>
                <a:cs typeface="Arial"/>
              </a:defRPr>
            </a:lvl8pPr>
            <a:lvl9pPr algn="l">
              <a:buNone/>
              <a:defRPr sz="1275" b="0" i="0">
                <a:solidFill>
                  <a:srgbClr val="9AAFC2"/>
                </a:solidFill>
                <a:latin typeface="Arial"/>
                <a:ea typeface="Arial"/>
                <a:cs typeface="Arial"/>
              </a:defRPr>
            </a:lvl9pPr>
          </a:lstStyle>
          <a:p xmlns:a="http://schemas.openxmlformats.org/drawingml/2006/main">
            <a:pPr algn="l">
              <a:buNone/>
              <a:defRPr sz="1275" b="0" i="0">
                <a:solidFill>
                  <a:srgbClr val="9AAFC2"/>
                </a:solidFill>
                <a:latin typeface="Arial"/>
                <a:ea typeface="Arial"/>
                <a:cs typeface="Arial"/>
              </a:defRPr>
            </a:pPr>
            <a:r>
              <a:rPr sz="1275" b="0" i="0">
                <a:solidFill>
                  <a:srgbClr val="9AAFC2"/>
                </a:solidFill>
                <a:latin typeface="Arial"/>
                <a:ea typeface="Arial"/>
                <a:cs typeface="Arial"/>
              </a:rPr>
              <a:t>Builds the accepted-only MultiDiGraph and account activity summary.</a:t>
            </a:r>
          </a:p>
        </p:txBody>
      </p:sp>
      <p:sp>
        <p:nvSpPr>
          <p:cNvPr id="19" name="Rectangle 18">
            <a:extLst xmlns:a="http://schemas.openxmlformats.org/drawingml/2006/main">
              <a:ext uri="{FF2B5EF4-FFF2-40B4-BE49-F238E27FC236}">
                <a16:creationId xmlns:a16="http://schemas.microsoft.com/office/drawing/2014/main" id="{AD194FE4-704B-4A40-BC38-4F869C82B949}"/>
              </a:ext>
            </a:extLst>
          </p:cNvPr>
          <p:cNvSpPr>
            <a:spLocks xmlns:a="http://schemas.openxmlformats.org/drawingml/2006/main" noGrp="1"/>
          </p:cNvSpPr>
          <p:nvPr/>
        </p:nvSpPr>
        <p:spPr>
          <a:xfrm xmlns:a="http://schemas.openxmlformats.org/drawingml/2006/main">
            <a:off x="628650" y="3667125"/>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1" i="0">
                <a:solidFill>
                  <a:srgbClr val="FFBE69"/>
                </a:solidFill>
                <a:latin typeface="Arial"/>
                <a:ea typeface="Arial"/>
                <a:cs typeface="Arial"/>
              </a:defRPr>
            </a:defPPr>
            <a:lvl1pPr algn="l">
              <a:buNone/>
              <a:defRPr sz="1125" b="1" i="0">
                <a:solidFill>
                  <a:srgbClr val="FFBE69"/>
                </a:solidFill>
                <a:latin typeface="Arial"/>
                <a:ea typeface="Arial"/>
                <a:cs typeface="Arial"/>
              </a:defRPr>
            </a:lvl1pPr>
            <a:lvl2pPr algn="l">
              <a:buNone/>
              <a:defRPr sz="1125" b="1" i="0">
                <a:solidFill>
                  <a:srgbClr val="FFBE69"/>
                </a:solidFill>
                <a:latin typeface="Arial"/>
                <a:ea typeface="Arial"/>
                <a:cs typeface="Arial"/>
              </a:defRPr>
            </a:lvl2pPr>
            <a:lvl3pPr algn="l">
              <a:buNone/>
              <a:defRPr sz="1125" b="1" i="0">
                <a:solidFill>
                  <a:srgbClr val="FFBE69"/>
                </a:solidFill>
                <a:latin typeface="Arial"/>
                <a:ea typeface="Arial"/>
                <a:cs typeface="Arial"/>
              </a:defRPr>
            </a:lvl3pPr>
            <a:lvl4pPr algn="l">
              <a:buNone/>
              <a:defRPr sz="1125" b="1" i="0">
                <a:solidFill>
                  <a:srgbClr val="FFBE69"/>
                </a:solidFill>
                <a:latin typeface="Arial"/>
                <a:ea typeface="Arial"/>
                <a:cs typeface="Arial"/>
              </a:defRPr>
            </a:lvl4pPr>
            <a:lvl5pPr algn="l">
              <a:buNone/>
              <a:defRPr sz="1125" b="1" i="0">
                <a:solidFill>
                  <a:srgbClr val="FFBE69"/>
                </a:solidFill>
                <a:latin typeface="Arial"/>
                <a:ea typeface="Arial"/>
                <a:cs typeface="Arial"/>
              </a:defRPr>
            </a:lvl5pPr>
            <a:lvl6pPr algn="l">
              <a:buNone/>
              <a:defRPr sz="1125" b="1" i="0">
                <a:solidFill>
                  <a:srgbClr val="FFBE69"/>
                </a:solidFill>
                <a:latin typeface="Arial"/>
                <a:ea typeface="Arial"/>
                <a:cs typeface="Arial"/>
              </a:defRPr>
            </a:lvl6pPr>
            <a:lvl7pPr algn="l">
              <a:buNone/>
              <a:defRPr sz="1125" b="1" i="0">
                <a:solidFill>
                  <a:srgbClr val="FFBE69"/>
                </a:solidFill>
                <a:latin typeface="Arial"/>
                <a:ea typeface="Arial"/>
                <a:cs typeface="Arial"/>
              </a:defRPr>
            </a:lvl7pPr>
            <a:lvl8pPr algn="l">
              <a:buNone/>
              <a:defRPr sz="1125" b="1" i="0">
                <a:solidFill>
                  <a:srgbClr val="FFBE69"/>
                </a:solidFill>
                <a:latin typeface="Arial"/>
                <a:ea typeface="Arial"/>
                <a:cs typeface="Arial"/>
              </a:defRPr>
            </a:lvl8pPr>
            <a:lvl9pPr algn="l">
              <a:buNone/>
              <a:defRPr sz="1125" b="1" i="0">
                <a:solidFill>
                  <a:srgbClr val="FFBE69"/>
                </a:solidFill>
                <a:latin typeface="Arial"/>
                <a:ea typeface="Arial"/>
                <a:cs typeface="Arial"/>
              </a:defRPr>
            </a:lvl9pPr>
          </a:lstStyle>
          <a:p xmlns:a="http://schemas.openxmlformats.org/drawingml/2006/main">
            <a:pPr algn="l">
              <a:buNone/>
              <a:defRPr sz="1125" b="1" i="0">
                <a:solidFill>
                  <a:srgbClr val="FFBE69"/>
                </a:solidFill>
                <a:latin typeface="Arial"/>
                <a:ea typeface="Arial"/>
                <a:cs typeface="Arial"/>
              </a:defRPr>
            </a:pPr>
            <a:r>
              <a:rPr sz="1125" b="1" i="0">
                <a:solidFill>
                  <a:srgbClr val="FFBE69"/>
                </a:solidFill>
                <a:latin typeface="Arial"/>
                <a:ea typeface="Arial"/>
                <a:cs typeface="Arial"/>
              </a:rPr>
              <a:t>04</a:t>
            </a:r>
          </a:p>
        </p:txBody>
      </p:sp>
      <p:sp>
        <p:nvSpPr>
          <p:cNvPr id="20" name="Straight Connector 19">
            <a:extLst xmlns:a="http://schemas.openxmlformats.org/drawingml/2006/main">
              <a:ext uri="{FF2B5EF4-FFF2-40B4-BE49-F238E27FC236}">
                <a16:creationId xmlns:a16="http://schemas.microsoft.com/office/drawing/2014/main" id="{7F524CE9-3177-4747-A660-B27F4F388CB3}"/>
              </a:ext>
            </a:extLst>
          </p:cNvPr>
          <p:cNvSpPr>
            <a:spLocks xmlns:a="http://schemas.openxmlformats.org/drawingml/2006/main" noGrp="1"/>
          </p:cNvSpPr>
          <p:nvPr/>
        </p:nvSpPr>
        <p:spPr>
          <a:xfrm xmlns:a="http://schemas.openxmlformats.org/drawingml/2006/main">
            <a:off x="628650" y="4086225"/>
            <a:ext cx="495300" cy="0"/>
          </a:xfrm>
          <a:prstGeom xmlns:a="http://schemas.openxmlformats.org/drawingml/2006/main" prst="line">
            <a:avLst/>
          </a:prstGeom>
          <a:noFill xmlns:a="http://schemas.openxmlformats.org/drawingml/2006/main"/>
          <a:ln xmlns:a="http://schemas.openxmlformats.org/drawingml/2006/main" w="28575">
            <a:solidFill>
              <a:srgbClr val="FFBE69"/>
            </a:solidFill>
            <a:prstDash val="solid"/>
          </a:ln>
        </p:spPr>
      </p:sp>
      <p:sp>
        <p:nvSpPr>
          <p:cNvPr id="21" name="Rectangle 20">
            <a:extLst xmlns:a="http://schemas.openxmlformats.org/drawingml/2006/main">
              <a:ext uri="{FF2B5EF4-FFF2-40B4-BE49-F238E27FC236}">
                <a16:creationId xmlns:a16="http://schemas.microsoft.com/office/drawing/2014/main" id="{C800A582-BEDD-4323-B0FD-CE8C6E04ED33}"/>
              </a:ext>
            </a:extLst>
          </p:cNvPr>
          <p:cNvSpPr>
            <a:spLocks xmlns:a="http://schemas.openxmlformats.org/drawingml/2006/main" noGrp="1"/>
          </p:cNvSpPr>
          <p:nvPr/>
        </p:nvSpPr>
        <p:spPr>
          <a:xfrm xmlns:a="http://schemas.openxmlformats.org/drawingml/2006/main">
            <a:off x="628650" y="42100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650" b="1" i="0">
                <a:solidFill>
                  <a:srgbClr val="F4F7FB"/>
                </a:solidFill>
                <a:latin typeface="Arial"/>
                <a:ea typeface="Arial"/>
                <a:cs typeface="Arial"/>
              </a:defRPr>
            </a:defPPr>
            <a:lvl1pPr algn="l">
              <a:buNone/>
              <a:defRPr sz="1650" b="1" i="0">
                <a:solidFill>
                  <a:srgbClr val="F4F7FB"/>
                </a:solidFill>
                <a:latin typeface="Arial"/>
                <a:ea typeface="Arial"/>
                <a:cs typeface="Arial"/>
              </a:defRPr>
            </a:lvl1pPr>
            <a:lvl2pPr algn="l">
              <a:buNone/>
              <a:defRPr sz="1650" b="1" i="0">
                <a:solidFill>
                  <a:srgbClr val="F4F7FB"/>
                </a:solidFill>
                <a:latin typeface="Arial"/>
                <a:ea typeface="Arial"/>
                <a:cs typeface="Arial"/>
              </a:defRPr>
            </a:lvl2pPr>
            <a:lvl3pPr algn="l">
              <a:buNone/>
              <a:defRPr sz="1650" b="1" i="0">
                <a:solidFill>
                  <a:srgbClr val="F4F7FB"/>
                </a:solidFill>
                <a:latin typeface="Arial"/>
                <a:ea typeface="Arial"/>
                <a:cs typeface="Arial"/>
              </a:defRPr>
            </a:lvl3pPr>
            <a:lvl4pPr algn="l">
              <a:buNone/>
              <a:defRPr sz="1650" b="1" i="0">
                <a:solidFill>
                  <a:srgbClr val="F4F7FB"/>
                </a:solidFill>
                <a:latin typeface="Arial"/>
                <a:ea typeface="Arial"/>
                <a:cs typeface="Arial"/>
              </a:defRPr>
            </a:lvl4pPr>
            <a:lvl5pPr algn="l">
              <a:buNone/>
              <a:defRPr sz="1650" b="1" i="0">
                <a:solidFill>
                  <a:srgbClr val="F4F7FB"/>
                </a:solidFill>
                <a:latin typeface="Arial"/>
                <a:ea typeface="Arial"/>
                <a:cs typeface="Arial"/>
              </a:defRPr>
            </a:lvl5pPr>
            <a:lvl6pPr algn="l">
              <a:buNone/>
              <a:defRPr sz="1650" b="1" i="0">
                <a:solidFill>
                  <a:srgbClr val="F4F7FB"/>
                </a:solidFill>
                <a:latin typeface="Arial"/>
                <a:ea typeface="Arial"/>
                <a:cs typeface="Arial"/>
              </a:defRPr>
            </a:lvl6pPr>
            <a:lvl7pPr algn="l">
              <a:buNone/>
              <a:defRPr sz="1650" b="1" i="0">
                <a:solidFill>
                  <a:srgbClr val="F4F7FB"/>
                </a:solidFill>
                <a:latin typeface="Arial"/>
                <a:ea typeface="Arial"/>
                <a:cs typeface="Arial"/>
              </a:defRPr>
            </a:lvl7pPr>
            <a:lvl8pPr algn="l">
              <a:buNone/>
              <a:defRPr sz="1650" b="1" i="0">
                <a:solidFill>
                  <a:srgbClr val="F4F7FB"/>
                </a:solidFill>
                <a:latin typeface="Arial"/>
                <a:ea typeface="Arial"/>
                <a:cs typeface="Arial"/>
              </a:defRPr>
            </a:lvl8pPr>
            <a:lvl9pPr algn="l">
              <a:buNone/>
              <a:defRPr sz="1650" b="1" i="0">
                <a:solidFill>
                  <a:srgbClr val="F4F7FB"/>
                </a:solidFill>
                <a:latin typeface="Arial"/>
                <a:ea typeface="Arial"/>
                <a:cs typeface="Arial"/>
              </a:defRPr>
            </a:lvl9pPr>
          </a:lstStyle>
          <a:p xmlns:a="http://schemas.openxmlformats.org/drawingml/2006/main">
            <a:pPr algn="l">
              <a:buNone/>
              <a:defRPr sz="1650" b="1" i="0">
                <a:solidFill>
                  <a:srgbClr val="F4F7FB"/>
                </a:solidFill>
                <a:latin typeface="Arial"/>
                <a:ea typeface="Arial"/>
                <a:cs typeface="Arial"/>
              </a:defRPr>
            </a:pPr>
            <a:r>
              <a:rPr sz="1650" b="1" i="0">
                <a:solidFill>
                  <a:srgbClr val="F4F7FB"/>
                </a:solidFill>
                <a:latin typeface="Arial"/>
                <a:ea typeface="Arial"/>
                <a:cs typeface="Arial"/>
              </a:rPr>
              <a:t>Pattern Analysis</a:t>
            </a:r>
          </a:p>
        </p:txBody>
      </p:sp>
      <p:sp>
        <p:nvSpPr>
          <p:cNvPr id="22" name="Rectangle 21">
            <a:extLst xmlns:a="http://schemas.openxmlformats.org/drawingml/2006/main">
              <a:ext uri="{FF2B5EF4-FFF2-40B4-BE49-F238E27FC236}">
                <a16:creationId xmlns:a16="http://schemas.microsoft.com/office/drawing/2014/main" id="{D744C24B-F540-48C3-9056-3941EB19EA45}"/>
              </a:ext>
            </a:extLst>
          </p:cNvPr>
          <p:cNvSpPr>
            <a:spLocks xmlns:a="http://schemas.openxmlformats.org/drawingml/2006/main" noGrp="1"/>
          </p:cNvSpPr>
          <p:nvPr/>
        </p:nvSpPr>
        <p:spPr>
          <a:xfrm xmlns:a="http://schemas.openxmlformats.org/drawingml/2006/main">
            <a:off x="628650" y="4610100"/>
            <a:ext cx="3257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0" i="0">
                <a:solidFill>
                  <a:srgbClr val="9AAFC2"/>
                </a:solidFill>
                <a:latin typeface="Arial"/>
                <a:ea typeface="Arial"/>
                <a:cs typeface="Arial"/>
              </a:defRPr>
            </a:defPPr>
            <a:lvl1pPr algn="l">
              <a:buNone/>
              <a:defRPr sz="1275" b="0" i="0">
                <a:solidFill>
                  <a:srgbClr val="9AAFC2"/>
                </a:solidFill>
                <a:latin typeface="Arial"/>
                <a:ea typeface="Arial"/>
                <a:cs typeface="Arial"/>
              </a:defRPr>
            </a:lvl1pPr>
            <a:lvl2pPr algn="l">
              <a:buNone/>
              <a:defRPr sz="1275" b="0" i="0">
                <a:solidFill>
                  <a:srgbClr val="9AAFC2"/>
                </a:solidFill>
                <a:latin typeface="Arial"/>
                <a:ea typeface="Arial"/>
                <a:cs typeface="Arial"/>
              </a:defRPr>
            </a:lvl2pPr>
            <a:lvl3pPr algn="l">
              <a:buNone/>
              <a:defRPr sz="1275" b="0" i="0">
                <a:solidFill>
                  <a:srgbClr val="9AAFC2"/>
                </a:solidFill>
                <a:latin typeface="Arial"/>
                <a:ea typeface="Arial"/>
                <a:cs typeface="Arial"/>
              </a:defRPr>
            </a:lvl3pPr>
            <a:lvl4pPr algn="l">
              <a:buNone/>
              <a:defRPr sz="1275" b="0" i="0">
                <a:solidFill>
                  <a:srgbClr val="9AAFC2"/>
                </a:solidFill>
                <a:latin typeface="Arial"/>
                <a:ea typeface="Arial"/>
                <a:cs typeface="Arial"/>
              </a:defRPr>
            </a:lvl4pPr>
            <a:lvl5pPr algn="l">
              <a:buNone/>
              <a:defRPr sz="1275" b="0" i="0">
                <a:solidFill>
                  <a:srgbClr val="9AAFC2"/>
                </a:solidFill>
                <a:latin typeface="Arial"/>
                <a:ea typeface="Arial"/>
                <a:cs typeface="Arial"/>
              </a:defRPr>
            </a:lvl5pPr>
            <a:lvl6pPr algn="l">
              <a:buNone/>
              <a:defRPr sz="1275" b="0" i="0">
                <a:solidFill>
                  <a:srgbClr val="9AAFC2"/>
                </a:solidFill>
                <a:latin typeface="Arial"/>
                <a:ea typeface="Arial"/>
                <a:cs typeface="Arial"/>
              </a:defRPr>
            </a:lvl6pPr>
            <a:lvl7pPr algn="l">
              <a:buNone/>
              <a:defRPr sz="1275" b="0" i="0">
                <a:solidFill>
                  <a:srgbClr val="9AAFC2"/>
                </a:solidFill>
                <a:latin typeface="Arial"/>
                <a:ea typeface="Arial"/>
                <a:cs typeface="Arial"/>
              </a:defRPr>
            </a:lvl7pPr>
            <a:lvl8pPr algn="l">
              <a:buNone/>
              <a:defRPr sz="1275" b="0" i="0">
                <a:solidFill>
                  <a:srgbClr val="9AAFC2"/>
                </a:solidFill>
                <a:latin typeface="Arial"/>
                <a:ea typeface="Arial"/>
                <a:cs typeface="Arial"/>
              </a:defRPr>
            </a:lvl8pPr>
            <a:lvl9pPr algn="l">
              <a:buNone/>
              <a:defRPr sz="1275" b="0" i="0">
                <a:solidFill>
                  <a:srgbClr val="9AAFC2"/>
                </a:solidFill>
                <a:latin typeface="Arial"/>
                <a:ea typeface="Arial"/>
                <a:cs typeface="Arial"/>
              </a:defRPr>
            </a:lvl9pPr>
          </a:lstStyle>
          <a:p xmlns:a="http://schemas.openxmlformats.org/drawingml/2006/main">
            <a:pPr algn="l">
              <a:buNone/>
              <a:defRPr sz="1275" b="0" i="0">
                <a:solidFill>
                  <a:srgbClr val="9AAFC2"/>
                </a:solidFill>
                <a:latin typeface="Arial"/>
                <a:ea typeface="Arial"/>
                <a:cs typeface="Arial"/>
              </a:defRPr>
            </a:pPr>
            <a:r>
              <a:rPr sz="1275" b="0" i="0">
                <a:solidFill>
                  <a:srgbClr val="9AAFC2"/>
                </a:solidFill>
                <a:latin typeface="Arial"/>
                <a:ea typeface="Arial"/>
                <a:cs typeface="Arial"/>
              </a:rPr>
              <a:t>Runs the configured rapid-chain, shared-intermediary and onward rules.</a:t>
            </a:r>
          </a:p>
        </p:txBody>
      </p:sp>
      <p:sp>
        <p:nvSpPr>
          <p:cNvPr id="23" name="Rectangle 22">
            <a:extLst xmlns:a="http://schemas.openxmlformats.org/drawingml/2006/main">
              <a:ext uri="{FF2B5EF4-FFF2-40B4-BE49-F238E27FC236}">
                <a16:creationId xmlns:a16="http://schemas.microsoft.com/office/drawing/2014/main" id="{5A1BC6ED-B349-40A9-A94B-D6664C4BD9EE}"/>
              </a:ext>
            </a:extLst>
          </p:cNvPr>
          <p:cNvSpPr>
            <a:spLocks xmlns:a="http://schemas.openxmlformats.org/drawingml/2006/main" noGrp="1"/>
          </p:cNvSpPr>
          <p:nvPr/>
        </p:nvSpPr>
        <p:spPr>
          <a:xfrm xmlns:a="http://schemas.openxmlformats.org/drawingml/2006/main">
            <a:off x="4438650" y="3667125"/>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1" i="0">
                <a:solidFill>
                  <a:srgbClr val="75DCC2"/>
                </a:solidFill>
                <a:latin typeface="Arial"/>
                <a:ea typeface="Arial"/>
                <a:cs typeface="Arial"/>
              </a:defRPr>
            </a:defPPr>
            <a:lvl1pPr algn="l">
              <a:buNone/>
              <a:defRPr sz="1125" b="1" i="0">
                <a:solidFill>
                  <a:srgbClr val="75DCC2"/>
                </a:solidFill>
                <a:latin typeface="Arial"/>
                <a:ea typeface="Arial"/>
                <a:cs typeface="Arial"/>
              </a:defRPr>
            </a:lvl1pPr>
            <a:lvl2pPr algn="l">
              <a:buNone/>
              <a:defRPr sz="1125" b="1" i="0">
                <a:solidFill>
                  <a:srgbClr val="75DCC2"/>
                </a:solidFill>
                <a:latin typeface="Arial"/>
                <a:ea typeface="Arial"/>
                <a:cs typeface="Arial"/>
              </a:defRPr>
            </a:lvl2pPr>
            <a:lvl3pPr algn="l">
              <a:buNone/>
              <a:defRPr sz="1125" b="1" i="0">
                <a:solidFill>
                  <a:srgbClr val="75DCC2"/>
                </a:solidFill>
                <a:latin typeface="Arial"/>
                <a:ea typeface="Arial"/>
                <a:cs typeface="Arial"/>
              </a:defRPr>
            </a:lvl3pPr>
            <a:lvl4pPr algn="l">
              <a:buNone/>
              <a:defRPr sz="1125" b="1" i="0">
                <a:solidFill>
                  <a:srgbClr val="75DCC2"/>
                </a:solidFill>
                <a:latin typeface="Arial"/>
                <a:ea typeface="Arial"/>
                <a:cs typeface="Arial"/>
              </a:defRPr>
            </a:lvl4pPr>
            <a:lvl5pPr algn="l">
              <a:buNone/>
              <a:defRPr sz="1125" b="1" i="0">
                <a:solidFill>
                  <a:srgbClr val="75DCC2"/>
                </a:solidFill>
                <a:latin typeface="Arial"/>
                <a:ea typeface="Arial"/>
                <a:cs typeface="Arial"/>
              </a:defRPr>
            </a:lvl5pPr>
            <a:lvl6pPr algn="l">
              <a:buNone/>
              <a:defRPr sz="1125" b="1" i="0">
                <a:solidFill>
                  <a:srgbClr val="75DCC2"/>
                </a:solidFill>
                <a:latin typeface="Arial"/>
                <a:ea typeface="Arial"/>
                <a:cs typeface="Arial"/>
              </a:defRPr>
            </a:lvl6pPr>
            <a:lvl7pPr algn="l">
              <a:buNone/>
              <a:defRPr sz="1125" b="1" i="0">
                <a:solidFill>
                  <a:srgbClr val="75DCC2"/>
                </a:solidFill>
                <a:latin typeface="Arial"/>
                <a:ea typeface="Arial"/>
                <a:cs typeface="Arial"/>
              </a:defRPr>
            </a:lvl7pPr>
            <a:lvl8pPr algn="l">
              <a:buNone/>
              <a:defRPr sz="1125" b="1" i="0">
                <a:solidFill>
                  <a:srgbClr val="75DCC2"/>
                </a:solidFill>
                <a:latin typeface="Arial"/>
                <a:ea typeface="Arial"/>
                <a:cs typeface="Arial"/>
              </a:defRPr>
            </a:lvl8pPr>
            <a:lvl9pPr algn="l">
              <a:buNone/>
              <a:defRPr sz="1125" b="1" i="0">
                <a:solidFill>
                  <a:srgbClr val="75DCC2"/>
                </a:solidFill>
                <a:latin typeface="Arial"/>
                <a:ea typeface="Arial"/>
                <a:cs typeface="Arial"/>
              </a:defRPr>
            </a:lvl9pPr>
          </a:lstStyle>
          <a:p xmlns:a="http://schemas.openxmlformats.org/drawingml/2006/main">
            <a:pPr algn="l">
              <a:buNone/>
              <a:defRPr sz="1125" b="1" i="0">
                <a:solidFill>
                  <a:srgbClr val="75DCC2"/>
                </a:solidFill>
                <a:latin typeface="Arial"/>
                <a:ea typeface="Arial"/>
                <a:cs typeface="Arial"/>
              </a:defRPr>
            </a:pPr>
            <a:r>
              <a:rPr sz="1125" b="1" i="0">
                <a:solidFill>
                  <a:srgbClr val="75DCC2"/>
                </a:solidFill>
                <a:latin typeface="Arial"/>
                <a:ea typeface="Arial"/>
                <a:cs typeface="Arial"/>
              </a:rPr>
              <a:t>05</a:t>
            </a:r>
          </a:p>
        </p:txBody>
      </p:sp>
      <p:sp>
        <p:nvSpPr>
          <p:cNvPr id="24" name="Straight Connector 23">
            <a:extLst xmlns:a="http://schemas.openxmlformats.org/drawingml/2006/main">
              <a:ext uri="{FF2B5EF4-FFF2-40B4-BE49-F238E27FC236}">
                <a16:creationId xmlns:a16="http://schemas.microsoft.com/office/drawing/2014/main" id="{D232EAD7-9E18-42EE-9F43-1A3104927BCF}"/>
              </a:ext>
            </a:extLst>
          </p:cNvPr>
          <p:cNvSpPr>
            <a:spLocks xmlns:a="http://schemas.openxmlformats.org/drawingml/2006/main" noGrp="1"/>
          </p:cNvSpPr>
          <p:nvPr/>
        </p:nvSpPr>
        <p:spPr>
          <a:xfrm xmlns:a="http://schemas.openxmlformats.org/drawingml/2006/main">
            <a:off x="4438650" y="4086225"/>
            <a:ext cx="495300" cy="0"/>
          </a:xfrm>
          <a:prstGeom xmlns:a="http://schemas.openxmlformats.org/drawingml/2006/main" prst="line">
            <a:avLst/>
          </a:prstGeom>
          <a:noFill xmlns:a="http://schemas.openxmlformats.org/drawingml/2006/main"/>
          <a:ln xmlns:a="http://schemas.openxmlformats.org/drawingml/2006/main" w="28575">
            <a:solidFill>
              <a:srgbClr val="75DCC2"/>
            </a:solidFill>
            <a:prstDash val="solid"/>
          </a:ln>
        </p:spPr>
      </p:sp>
      <p:sp>
        <p:nvSpPr>
          <p:cNvPr id="25" name="Rectangle 24">
            <a:extLst xmlns:a="http://schemas.openxmlformats.org/drawingml/2006/main">
              <a:ext uri="{FF2B5EF4-FFF2-40B4-BE49-F238E27FC236}">
                <a16:creationId xmlns:a16="http://schemas.microsoft.com/office/drawing/2014/main" id="{3A76DCD7-A710-4953-92B4-3281AB4FC677}"/>
              </a:ext>
            </a:extLst>
          </p:cNvPr>
          <p:cNvSpPr>
            <a:spLocks xmlns:a="http://schemas.openxmlformats.org/drawingml/2006/main" noGrp="1"/>
          </p:cNvSpPr>
          <p:nvPr/>
        </p:nvSpPr>
        <p:spPr>
          <a:xfrm xmlns:a="http://schemas.openxmlformats.org/drawingml/2006/main">
            <a:off x="4438650" y="42100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650" b="1" i="0">
                <a:solidFill>
                  <a:srgbClr val="F4F7FB"/>
                </a:solidFill>
                <a:latin typeface="Arial"/>
                <a:ea typeface="Arial"/>
                <a:cs typeface="Arial"/>
              </a:defRPr>
            </a:defPPr>
            <a:lvl1pPr algn="l">
              <a:buNone/>
              <a:defRPr sz="1650" b="1" i="0">
                <a:solidFill>
                  <a:srgbClr val="F4F7FB"/>
                </a:solidFill>
                <a:latin typeface="Arial"/>
                <a:ea typeface="Arial"/>
                <a:cs typeface="Arial"/>
              </a:defRPr>
            </a:lvl1pPr>
            <a:lvl2pPr algn="l">
              <a:buNone/>
              <a:defRPr sz="1650" b="1" i="0">
                <a:solidFill>
                  <a:srgbClr val="F4F7FB"/>
                </a:solidFill>
                <a:latin typeface="Arial"/>
                <a:ea typeface="Arial"/>
                <a:cs typeface="Arial"/>
              </a:defRPr>
            </a:lvl2pPr>
            <a:lvl3pPr algn="l">
              <a:buNone/>
              <a:defRPr sz="1650" b="1" i="0">
                <a:solidFill>
                  <a:srgbClr val="F4F7FB"/>
                </a:solidFill>
                <a:latin typeface="Arial"/>
                <a:ea typeface="Arial"/>
                <a:cs typeface="Arial"/>
              </a:defRPr>
            </a:lvl3pPr>
            <a:lvl4pPr algn="l">
              <a:buNone/>
              <a:defRPr sz="1650" b="1" i="0">
                <a:solidFill>
                  <a:srgbClr val="F4F7FB"/>
                </a:solidFill>
                <a:latin typeface="Arial"/>
                <a:ea typeface="Arial"/>
                <a:cs typeface="Arial"/>
              </a:defRPr>
            </a:lvl4pPr>
            <a:lvl5pPr algn="l">
              <a:buNone/>
              <a:defRPr sz="1650" b="1" i="0">
                <a:solidFill>
                  <a:srgbClr val="F4F7FB"/>
                </a:solidFill>
                <a:latin typeface="Arial"/>
                <a:ea typeface="Arial"/>
                <a:cs typeface="Arial"/>
              </a:defRPr>
            </a:lvl5pPr>
            <a:lvl6pPr algn="l">
              <a:buNone/>
              <a:defRPr sz="1650" b="1" i="0">
                <a:solidFill>
                  <a:srgbClr val="F4F7FB"/>
                </a:solidFill>
                <a:latin typeface="Arial"/>
                <a:ea typeface="Arial"/>
                <a:cs typeface="Arial"/>
              </a:defRPr>
            </a:lvl6pPr>
            <a:lvl7pPr algn="l">
              <a:buNone/>
              <a:defRPr sz="1650" b="1" i="0">
                <a:solidFill>
                  <a:srgbClr val="F4F7FB"/>
                </a:solidFill>
                <a:latin typeface="Arial"/>
                <a:ea typeface="Arial"/>
                <a:cs typeface="Arial"/>
              </a:defRPr>
            </a:lvl7pPr>
            <a:lvl8pPr algn="l">
              <a:buNone/>
              <a:defRPr sz="1650" b="1" i="0">
                <a:solidFill>
                  <a:srgbClr val="F4F7FB"/>
                </a:solidFill>
                <a:latin typeface="Arial"/>
                <a:ea typeface="Arial"/>
                <a:cs typeface="Arial"/>
              </a:defRPr>
            </a:lvl8pPr>
            <a:lvl9pPr algn="l">
              <a:buNone/>
              <a:defRPr sz="1650" b="1" i="0">
                <a:solidFill>
                  <a:srgbClr val="F4F7FB"/>
                </a:solidFill>
                <a:latin typeface="Arial"/>
                <a:ea typeface="Arial"/>
                <a:cs typeface="Arial"/>
              </a:defRPr>
            </a:lvl9pPr>
          </a:lstStyle>
          <a:p xmlns:a="http://schemas.openxmlformats.org/drawingml/2006/main">
            <a:pPr algn="l">
              <a:buNone/>
              <a:defRPr sz="1650" b="1" i="0">
                <a:solidFill>
                  <a:srgbClr val="F4F7FB"/>
                </a:solidFill>
                <a:latin typeface="Arial"/>
                <a:ea typeface="Arial"/>
                <a:cs typeface="Arial"/>
              </a:defRPr>
            </a:pPr>
            <a:r>
              <a:rPr sz="1650" b="1" i="0">
                <a:solidFill>
                  <a:srgbClr val="F4F7FB"/>
                </a:solidFill>
                <a:latin typeface="Arial"/>
                <a:ea typeface="Arial"/>
                <a:cs typeface="Arial"/>
              </a:rPr>
              <a:t>Explanation</a:t>
            </a:r>
          </a:p>
        </p:txBody>
      </p:sp>
      <p:sp>
        <p:nvSpPr>
          <p:cNvPr id="26" name="Rectangle 25">
            <a:extLst xmlns:a="http://schemas.openxmlformats.org/drawingml/2006/main">
              <a:ext uri="{FF2B5EF4-FFF2-40B4-BE49-F238E27FC236}">
                <a16:creationId xmlns:a16="http://schemas.microsoft.com/office/drawing/2014/main" id="{E4F89C22-87C7-4C7F-A807-DCADE0DDF1BA}"/>
              </a:ext>
            </a:extLst>
          </p:cNvPr>
          <p:cNvSpPr>
            <a:spLocks xmlns:a="http://schemas.openxmlformats.org/drawingml/2006/main" noGrp="1"/>
          </p:cNvSpPr>
          <p:nvPr/>
        </p:nvSpPr>
        <p:spPr>
          <a:xfrm xmlns:a="http://schemas.openxmlformats.org/drawingml/2006/main">
            <a:off x="4438650" y="4610100"/>
            <a:ext cx="3257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0" i="0">
                <a:solidFill>
                  <a:srgbClr val="9AAFC2"/>
                </a:solidFill>
                <a:latin typeface="Arial"/>
                <a:ea typeface="Arial"/>
                <a:cs typeface="Arial"/>
              </a:defRPr>
            </a:defPPr>
            <a:lvl1pPr algn="l">
              <a:buNone/>
              <a:defRPr sz="1275" b="0" i="0">
                <a:solidFill>
                  <a:srgbClr val="9AAFC2"/>
                </a:solidFill>
                <a:latin typeface="Arial"/>
                <a:ea typeface="Arial"/>
                <a:cs typeface="Arial"/>
              </a:defRPr>
            </a:lvl1pPr>
            <a:lvl2pPr algn="l">
              <a:buNone/>
              <a:defRPr sz="1275" b="0" i="0">
                <a:solidFill>
                  <a:srgbClr val="9AAFC2"/>
                </a:solidFill>
                <a:latin typeface="Arial"/>
                <a:ea typeface="Arial"/>
                <a:cs typeface="Arial"/>
              </a:defRPr>
            </a:lvl2pPr>
            <a:lvl3pPr algn="l">
              <a:buNone/>
              <a:defRPr sz="1275" b="0" i="0">
                <a:solidFill>
                  <a:srgbClr val="9AAFC2"/>
                </a:solidFill>
                <a:latin typeface="Arial"/>
                <a:ea typeface="Arial"/>
                <a:cs typeface="Arial"/>
              </a:defRPr>
            </a:lvl3pPr>
            <a:lvl4pPr algn="l">
              <a:buNone/>
              <a:defRPr sz="1275" b="0" i="0">
                <a:solidFill>
                  <a:srgbClr val="9AAFC2"/>
                </a:solidFill>
                <a:latin typeface="Arial"/>
                <a:ea typeface="Arial"/>
                <a:cs typeface="Arial"/>
              </a:defRPr>
            </a:lvl4pPr>
            <a:lvl5pPr algn="l">
              <a:buNone/>
              <a:defRPr sz="1275" b="0" i="0">
                <a:solidFill>
                  <a:srgbClr val="9AAFC2"/>
                </a:solidFill>
                <a:latin typeface="Arial"/>
                <a:ea typeface="Arial"/>
                <a:cs typeface="Arial"/>
              </a:defRPr>
            </a:lvl5pPr>
            <a:lvl6pPr algn="l">
              <a:buNone/>
              <a:defRPr sz="1275" b="0" i="0">
                <a:solidFill>
                  <a:srgbClr val="9AAFC2"/>
                </a:solidFill>
                <a:latin typeface="Arial"/>
                <a:ea typeface="Arial"/>
                <a:cs typeface="Arial"/>
              </a:defRPr>
            </a:lvl6pPr>
            <a:lvl7pPr algn="l">
              <a:buNone/>
              <a:defRPr sz="1275" b="0" i="0">
                <a:solidFill>
                  <a:srgbClr val="9AAFC2"/>
                </a:solidFill>
                <a:latin typeface="Arial"/>
                <a:ea typeface="Arial"/>
                <a:cs typeface="Arial"/>
              </a:defRPr>
            </a:lvl7pPr>
            <a:lvl8pPr algn="l">
              <a:buNone/>
              <a:defRPr sz="1275" b="0" i="0">
                <a:solidFill>
                  <a:srgbClr val="9AAFC2"/>
                </a:solidFill>
                <a:latin typeface="Arial"/>
                <a:ea typeface="Arial"/>
                <a:cs typeface="Arial"/>
              </a:defRPr>
            </a:lvl8pPr>
            <a:lvl9pPr algn="l">
              <a:buNone/>
              <a:defRPr sz="1275" b="0" i="0">
                <a:solidFill>
                  <a:srgbClr val="9AAFC2"/>
                </a:solidFill>
                <a:latin typeface="Arial"/>
                <a:ea typeface="Arial"/>
                <a:cs typeface="Arial"/>
              </a:defRPr>
            </a:lvl9pPr>
          </a:lstStyle>
          <a:p xmlns:a="http://schemas.openxmlformats.org/drawingml/2006/main">
            <a:pPr algn="l">
              <a:buNone/>
              <a:defRPr sz="1275" b="0" i="0">
                <a:solidFill>
                  <a:srgbClr val="9AAFC2"/>
                </a:solidFill>
                <a:latin typeface="Arial"/>
                <a:ea typeface="Arial"/>
                <a:cs typeface="Arial"/>
              </a:defRPr>
            </a:pPr>
            <a:r>
              <a:rPr sz="1275" b="0" i="0">
                <a:solidFill>
                  <a:srgbClr val="9AAFC2"/>
                </a:solidFill>
                <a:latin typeface="Arial"/>
                <a:ea typeface="Arial"/>
                <a:cs typeface="Arial"/>
              </a:rPr>
              <a:t>Summarizes actual counts and findings; adds no evidence or fraud label.</a:t>
            </a:r>
          </a:p>
        </p:txBody>
      </p:sp>
      <p:sp>
        <p:nvSpPr>
          <p:cNvPr id="27" name="Rectangle 26">
            <a:extLst xmlns:a="http://schemas.openxmlformats.org/drawingml/2006/main">
              <a:ext uri="{FF2B5EF4-FFF2-40B4-BE49-F238E27FC236}">
                <a16:creationId xmlns:a16="http://schemas.microsoft.com/office/drawing/2014/main" id="{7EE32D2A-80EE-49AF-BA6D-86FEDBF71335}"/>
              </a:ext>
            </a:extLst>
          </p:cNvPr>
          <p:cNvSpPr>
            <a:spLocks xmlns:a="http://schemas.openxmlformats.org/drawingml/2006/main" noGrp="1"/>
          </p:cNvSpPr>
          <p:nvPr/>
        </p:nvSpPr>
        <p:spPr>
          <a:xfrm xmlns:a="http://schemas.openxmlformats.org/drawingml/2006/main">
            <a:off x="8248650" y="3667125"/>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1" i="0">
                <a:solidFill>
                  <a:srgbClr val="FFBE69"/>
                </a:solidFill>
                <a:latin typeface="Arial"/>
                <a:ea typeface="Arial"/>
                <a:cs typeface="Arial"/>
              </a:defRPr>
            </a:defPPr>
            <a:lvl1pPr algn="l">
              <a:buNone/>
              <a:defRPr sz="1125" b="1" i="0">
                <a:solidFill>
                  <a:srgbClr val="FFBE69"/>
                </a:solidFill>
                <a:latin typeface="Arial"/>
                <a:ea typeface="Arial"/>
                <a:cs typeface="Arial"/>
              </a:defRPr>
            </a:lvl1pPr>
            <a:lvl2pPr algn="l">
              <a:buNone/>
              <a:defRPr sz="1125" b="1" i="0">
                <a:solidFill>
                  <a:srgbClr val="FFBE69"/>
                </a:solidFill>
                <a:latin typeface="Arial"/>
                <a:ea typeface="Arial"/>
                <a:cs typeface="Arial"/>
              </a:defRPr>
            </a:lvl2pPr>
            <a:lvl3pPr algn="l">
              <a:buNone/>
              <a:defRPr sz="1125" b="1" i="0">
                <a:solidFill>
                  <a:srgbClr val="FFBE69"/>
                </a:solidFill>
                <a:latin typeface="Arial"/>
                <a:ea typeface="Arial"/>
                <a:cs typeface="Arial"/>
              </a:defRPr>
            </a:lvl3pPr>
            <a:lvl4pPr algn="l">
              <a:buNone/>
              <a:defRPr sz="1125" b="1" i="0">
                <a:solidFill>
                  <a:srgbClr val="FFBE69"/>
                </a:solidFill>
                <a:latin typeface="Arial"/>
                <a:ea typeface="Arial"/>
                <a:cs typeface="Arial"/>
              </a:defRPr>
            </a:lvl4pPr>
            <a:lvl5pPr algn="l">
              <a:buNone/>
              <a:defRPr sz="1125" b="1" i="0">
                <a:solidFill>
                  <a:srgbClr val="FFBE69"/>
                </a:solidFill>
                <a:latin typeface="Arial"/>
                <a:ea typeface="Arial"/>
                <a:cs typeface="Arial"/>
              </a:defRPr>
            </a:lvl5pPr>
            <a:lvl6pPr algn="l">
              <a:buNone/>
              <a:defRPr sz="1125" b="1" i="0">
                <a:solidFill>
                  <a:srgbClr val="FFBE69"/>
                </a:solidFill>
                <a:latin typeface="Arial"/>
                <a:ea typeface="Arial"/>
                <a:cs typeface="Arial"/>
              </a:defRPr>
            </a:lvl6pPr>
            <a:lvl7pPr algn="l">
              <a:buNone/>
              <a:defRPr sz="1125" b="1" i="0">
                <a:solidFill>
                  <a:srgbClr val="FFBE69"/>
                </a:solidFill>
                <a:latin typeface="Arial"/>
                <a:ea typeface="Arial"/>
                <a:cs typeface="Arial"/>
              </a:defRPr>
            </a:lvl7pPr>
            <a:lvl8pPr algn="l">
              <a:buNone/>
              <a:defRPr sz="1125" b="1" i="0">
                <a:solidFill>
                  <a:srgbClr val="FFBE69"/>
                </a:solidFill>
                <a:latin typeface="Arial"/>
                <a:ea typeface="Arial"/>
                <a:cs typeface="Arial"/>
              </a:defRPr>
            </a:lvl8pPr>
            <a:lvl9pPr algn="l">
              <a:buNone/>
              <a:defRPr sz="1125" b="1" i="0">
                <a:solidFill>
                  <a:srgbClr val="FFBE69"/>
                </a:solidFill>
                <a:latin typeface="Arial"/>
                <a:ea typeface="Arial"/>
                <a:cs typeface="Arial"/>
              </a:defRPr>
            </a:lvl9pPr>
          </a:lstStyle>
          <a:p xmlns:a="http://schemas.openxmlformats.org/drawingml/2006/main">
            <a:pPr algn="l">
              <a:buNone/>
              <a:defRPr sz="1125" b="1" i="0">
                <a:solidFill>
                  <a:srgbClr val="FFBE69"/>
                </a:solidFill>
                <a:latin typeface="Arial"/>
                <a:ea typeface="Arial"/>
                <a:cs typeface="Arial"/>
              </a:defRPr>
            </a:pPr>
            <a:r>
              <a:rPr sz="1125" b="1" i="0">
                <a:solidFill>
                  <a:srgbClr val="FFBE69"/>
                </a:solidFill>
                <a:latin typeface="Arial"/>
                <a:ea typeface="Arial"/>
                <a:cs typeface="Arial"/>
              </a:rPr>
              <a:t>06</a:t>
            </a:r>
          </a:p>
        </p:txBody>
      </p:sp>
      <p:sp>
        <p:nvSpPr>
          <p:cNvPr id="28" name="Straight Connector 27">
            <a:extLst xmlns:a="http://schemas.openxmlformats.org/drawingml/2006/main">
              <a:ext uri="{FF2B5EF4-FFF2-40B4-BE49-F238E27FC236}">
                <a16:creationId xmlns:a16="http://schemas.microsoft.com/office/drawing/2014/main" id="{249ABA35-F5F7-47C2-8374-F4B9D9818209}"/>
              </a:ext>
            </a:extLst>
          </p:cNvPr>
          <p:cNvSpPr>
            <a:spLocks xmlns:a="http://schemas.openxmlformats.org/drawingml/2006/main" noGrp="1"/>
          </p:cNvSpPr>
          <p:nvPr/>
        </p:nvSpPr>
        <p:spPr>
          <a:xfrm xmlns:a="http://schemas.openxmlformats.org/drawingml/2006/main">
            <a:off x="8248650" y="4086225"/>
            <a:ext cx="495300" cy="0"/>
          </a:xfrm>
          <a:prstGeom xmlns:a="http://schemas.openxmlformats.org/drawingml/2006/main" prst="line">
            <a:avLst/>
          </a:prstGeom>
          <a:noFill xmlns:a="http://schemas.openxmlformats.org/drawingml/2006/main"/>
          <a:ln xmlns:a="http://schemas.openxmlformats.org/drawingml/2006/main" w="28575">
            <a:solidFill>
              <a:srgbClr val="FFBE69"/>
            </a:solidFill>
            <a:prstDash val="solid"/>
          </a:ln>
        </p:spPr>
      </p:sp>
      <p:sp>
        <p:nvSpPr>
          <p:cNvPr id="29" name="Rectangle 28">
            <a:extLst xmlns:a="http://schemas.openxmlformats.org/drawingml/2006/main">
              <a:ext uri="{FF2B5EF4-FFF2-40B4-BE49-F238E27FC236}">
                <a16:creationId xmlns:a16="http://schemas.microsoft.com/office/drawing/2014/main" id="{D8EC7BF7-5E58-45E6-BAB1-2836DEEAAFBB}"/>
              </a:ext>
            </a:extLst>
          </p:cNvPr>
          <p:cNvSpPr>
            <a:spLocks xmlns:a="http://schemas.openxmlformats.org/drawingml/2006/main" noGrp="1"/>
          </p:cNvSpPr>
          <p:nvPr/>
        </p:nvSpPr>
        <p:spPr>
          <a:xfrm xmlns:a="http://schemas.openxmlformats.org/drawingml/2006/main">
            <a:off x="8248650" y="42100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650" b="1" i="0">
                <a:solidFill>
                  <a:srgbClr val="F4F7FB"/>
                </a:solidFill>
                <a:latin typeface="Arial"/>
                <a:ea typeface="Arial"/>
                <a:cs typeface="Arial"/>
              </a:defRPr>
            </a:defPPr>
            <a:lvl1pPr algn="l">
              <a:buNone/>
              <a:defRPr sz="1650" b="1" i="0">
                <a:solidFill>
                  <a:srgbClr val="F4F7FB"/>
                </a:solidFill>
                <a:latin typeface="Arial"/>
                <a:ea typeface="Arial"/>
                <a:cs typeface="Arial"/>
              </a:defRPr>
            </a:lvl1pPr>
            <a:lvl2pPr algn="l">
              <a:buNone/>
              <a:defRPr sz="1650" b="1" i="0">
                <a:solidFill>
                  <a:srgbClr val="F4F7FB"/>
                </a:solidFill>
                <a:latin typeface="Arial"/>
                <a:ea typeface="Arial"/>
                <a:cs typeface="Arial"/>
              </a:defRPr>
            </a:lvl2pPr>
            <a:lvl3pPr algn="l">
              <a:buNone/>
              <a:defRPr sz="1650" b="1" i="0">
                <a:solidFill>
                  <a:srgbClr val="F4F7FB"/>
                </a:solidFill>
                <a:latin typeface="Arial"/>
                <a:ea typeface="Arial"/>
                <a:cs typeface="Arial"/>
              </a:defRPr>
            </a:lvl3pPr>
            <a:lvl4pPr algn="l">
              <a:buNone/>
              <a:defRPr sz="1650" b="1" i="0">
                <a:solidFill>
                  <a:srgbClr val="F4F7FB"/>
                </a:solidFill>
                <a:latin typeface="Arial"/>
                <a:ea typeface="Arial"/>
                <a:cs typeface="Arial"/>
              </a:defRPr>
            </a:lvl4pPr>
            <a:lvl5pPr algn="l">
              <a:buNone/>
              <a:defRPr sz="1650" b="1" i="0">
                <a:solidFill>
                  <a:srgbClr val="F4F7FB"/>
                </a:solidFill>
                <a:latin typeface="Arial"/>
                <a:ea typeface="Arial"/>
                <a:cs typeface="Arial"/>
              </a:defRPr>
            </a:lvl5pPr>
            <a:lvl6pPr algn="l">
              <a:buNone/>
              <a:defRPr sz="1650" b="1" i="0">
                <a:solidFill>
                  <a:srgbClr val="F4F7FB"/>
                </a:solidFill>
                <a:latin typeface="Arial"/>
                <a:ea typeface="Arial"/>
                <a:cs typeface="Arial"/>
              </a:defRPr>
            </a:lvl6pPr>
            <a:lvl7pPr algn="l">
              <a:buNone/>
              <a:defRPr sz="1650" b="1" i="0">
                <a:solidFill>
                  <a:srgbClr val="F4F7FB"/>
                </a:solidFill>
                <a:latin typeface="Arial"/>
                <a:ea typeface="Arial"/>
                <a:cs typeface="Arial"/>
              </a:defRPr>
            </a:lvl7pPr>
            <a:lvl8pPr algn="l">
              <a:buNone/>
              <a:defRPr sz="1650" b="1" i="0">
                <a:solidFill>
                  <a:srgbClr val="F4F7FB"/>
                </a:solidFill>
                <a:latin typeface="Arial"/>
                <a:ea typeface="Arial"/>
                <a:cs typeface="Arial"/>
              </a:defRPr>
            </a:lvl8pPr>
            <a:lvl9pPr algn="l">
              <a:buNone/>
              <a:defRPr sz="1650" b="1" i="0">
                <a:solidFill>
                  <a:srgbClr val="F4F7FB"/>
                </a:solidFill>
                <a:latin typeface="Arial"/>
                <a:ea typeface="Arial"/>
                <a:cs typeface="Arial"/>
              </a:defRPr>
            </a:lvl9pPr>
          </a:lstStyle>
          <a:p xmlns:a="http://schemas.openxmlformats.org/drawingml/2006/main">
            <a:pPr algn="l">
              <a:buNone/>
              <a:defRPr sz="1650" b="1" i="0">
                <a:solidFill>
                  <a:srgbClr val="F4F7FB"/>
                </a:solidFill>
                <a:latin typeface="Arial"/>
                <a:ea typeface="Arial"/>
                <a:cs typeface="Arial"/>
              </a:defRPr>
            </a:pPr>
            <a:r>
              <a:rPr sz="1650" b="1" i="0">
                <a:solidFill>
                  <a:srgbClr val="F4F7FB"/>
                </a:solidFill>
                <a:latin typeface="Arial"/>
                <a:ea typeface="Arial"/>
                <a:cs typeface="Arial"/>
              </a:rPr>
              <a:t>Evaluation</a:t>
            </a:r>
          </a:p>
        </p:txBody>
      </p:sp>
      <p:sp>
        <p:nvSpPr>
          <p:cNvPr id="30" name="Rectangle 29">
            <a:extLst xmlns:a="http://schemas.openxmlformats.org/drawingml/2006/main">
              <a:ext uri="{FF2B5EF4-FFF2-40B4-BE49-F238E27FC236}">
                <a16:creationId xmlns:a16="http://schemas.microsoft.com/office/drawing/2014/main" id="{3A4E90A2-9968-4292-8893-0EBE905AB622}"/>
              </a:ext>
            </a:extLst>
          </p:cNvPr>
          <p:cNvSpPr>
            <a:spLocks xmlns:a="http://schemas.openxmlformats.org/drawingml/2006/main" noGrp="1"/>
          </p:cNvSpPr>
          <p:nvPr/>
        </p:nvSpPr>
        <p:spPr>
          <a:xfrm xmlns:a="http://schemas.openxmlformats.org/drawingml/2006/main">
            <a:off x="8248650" y="4610100"/>
            <a:ext cx="3257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0" i="0">
                <a:solidFill>
                  <a:srgbClr val="9AAFC2"/>
                </a:solidFill>
                <a:latin typeface="Arial"/>
                <a:ea typeface="Arial"/>
                <a:cs typeface="Arial"/>
              </a:defRPr>
            </a:defPPr>
            <a:lvl1pPr algn="l">
              <a:buNone/>
              <a:defRPr sz="1275" b="0" i="0">
                <a:solidFill>
                  <a:srgbClr val="9AAFC2"/>
                </a:solidFill>
                <a:latin typeface="Arial"/>
                <a:ea typeface="Arial"/>
                <a:cs typeface="Arial"/>
              </a:defRPr>
            </a:lvl1pPr>
            <a:lvl2pPr algn="l">
              <a:buNone/>
              <a:defRPr sz="1275" b="0" i="0">
                <a:solidFill>
                  <a:srgbClr val="9AAFC2"/>
                </a:solidFill>
                <a:latin typeface="Arial"/>
                <a:ea typeface="Arial"/>
                <a:cs typeface="Arial"/>
              </a:defRPr>
            </a:lvl2pPr>
            <a:lvl3pPr algn="l">
              <a:buNone/>
              <a:defRPr sz="1275" b="0" i="0">
                <a:solidFill>
                  <a:srgbClr val="9AAFC2"/>
                </a:solidFill>
                <a:latin typeface="Arial"/>
                <a:ea typeface="Arial"/>
                <a:cs typeface="Arial"/>
              </a:defRPr>
            </a:lvl3pPr>
            <a:lvl4pPr algn="l">
              <a:buNone/>
              <a:defRPr sz="1275" b="0" i="0">
                <a:solidFill>
                  <a:srgbClr val="9AAFC2"/>
                </a:solidFill>
                <a:latin typeface="Arial"/>
                <a:ea typeface="Arial"/>
                <a:cs typeface="Arial"/>
              </a:defRPr>
            </a:lvl4pPr>
            <a:lvl5pPr algn="l">
              <a:buNone/>
              <a:defRPr sz="1275" b="0" i="0">
                <a:solidFill>
                  <a:srgbClr val="9AAFC2"/>
                </a:solidFill>
                <a:latin typeface="Arial"/>
                <a:ea typeface="Arial"/>
                <a:cs typeface="Arial"/>
              </a:defRPr>
            </a:lvl5pPr>
            <a:lvl6pPr algn="l">
              <a:buNone/>
              <a:defRPr sz="1275" b="0" i="0">
                <a:solidFill>
                  <a:srgbClr val="9AAFC2"/>
                </a:solidFill>
                <a:latin typeface="Arial"/>
                <a:ea typeface="Arial"/>
                <a:cs typeface="Arial"/>
              </a:defRPr>
            </a:lvl6pPr>
            <a:lvl7pPr algn="l">
              <a:buNone/>
              <a:defRPr sz="1275" b="0" i="0">
                <a:solidFill>
                  <a:srgbClr val="9AAFC2"/>
                </a:solidFill>
                <a:latin typeface="Arial"/>
                <a:ea typeface="Arial"/>
                <a:cs typeface="Arial"/>
              </a:defRPr>
            </a:lvl7pPr>
            <a:lvl8pPr algn="l">
              <a:buNone/>
              <a:defRPr sz="1275" b="0" i="0">
                <a:solidFill>
                  <a:srgbClr val="9AAFC2"/>
                </a:solidFill>
                <a:latin typeface="Arial"/>
                <a:ea typeface="Arial"/>
                <a:cs typeface="Arial"/>
              </a:defRPr>
            </a:lvl8pPr>
            <a:lvl9pPr algn="l">
              <a:buNone/>
              <a:defRPr sz="1275" b="0" i="0">
                <a:solidFill>
                  <a:srgbClr val="9AAFC2"/>
                </a:solidFill>
                <a:latin typeface="Arial"/>
                <a:ea typeface="Arial"/>
                <a:cs typeface="Arial"/>
              </a:defRPr>
            </a:lvl9pPr>
          </a:lstStyle>
          <a:p xmlns:a="http://schemas.openxmlformats.org/drawingml/2006/main">
            <a:pPr algn="l">
              <a:buNone/>
              <a:defRPr sz="1275" b="0" i="0">
                <a:solidFill>
                  <a:srgbClr val="9AAFC2"/>
                </a:solidFill>
                <a:latin typeface="Arial"/>
                <a:ea typeface="Arial"/>
                <a:cs typeface="Arial"/>
              </a:defRPr>
            </a:pPr>
            <a:r>
              <a:rPr sz="1275" b="0" i="0">
                <a:solidFill>
                  <a:srgbClr val="9AAFC2"/>
                </a:solidFill>
                <a:latin typeface="Arial"/>
                <a:ea typeface="Arial"/>
                <a:cs typeface="Arial"/>
              </a:rPr>
              <a:t>Runs last; compares eligible transaction labels with finding evidence.</a:t>
            </a:r>
          </a:p>
        </p:txBody>
      </p:sp>
      <p:sp>
        <p:nvSpPr>
          <p:cNvPr id="31" name="Straight Connector 30">
            <a:extLst xmlns:a="http://schemas.openxmlformats.org/drawingml/2006/main">
              <a:ext uri="{FF2B5EF4-FFF2-40B4-BE49-F238E27FC236}">
                <a16:creationId xmlns:a16="http://schemas.microsoft.com/office/drawing/2014/main" id="{261D07D6-3BE8-4778-A3D1-01891C7F6093}"/>
              </a:ext>
            </a:extLst>
          </p:cNvPr>
          <p:cNvSpPr>
            <a:spLocks xmlns:a="http://schemas.openxmlformats.org/drawingml/2006/main" noGrp="1"/>
          </p:cNvSpPr>
          <p:nvPr/>
        </p:nvSpPr>
        <p:spPr>
          <a:xfrm xmlns:a="http://schemas.openxmlformats.org/drawingml/2006/main">
            <a:off x="590550" y="5305425"/>
            <a:ext cx="110109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32" name="Rectangle 31">
            <a:extLst xmlns:a="http://schemas.openxmlformats.org/drawingml/2006/main">
              <a:ext uri="{FF2B5EF4-FFF2-40B4-BE49-F238E27FC236}">
                <a16:creationId xmlns:a16="http://schemas.microsoft.com/office/drawing/2014/main" id="{CFFE80D3-BC6C-4A0C-89DB-2E1CCB8AC704}"/>
              </a:ext>
            </a:extLst>
          </p:cNvPr>
          <p:cNvSpPr>
            <a:spLocks xmlns:a="http://schemas.openxmlformats.org/drawingml/2006/main" noGrp="1"/>
          </p:cNvSpPr>
          <p:nvPr/>
        </p:nvSpPr>
        <p:spPr>
          <a:xfrm xmlns:a="http://schemas.openxmlformats.org/drawingml/2006/main">
            <a:off x="609600" y="553402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425" b="1" i="0">
                <a:solidFill>
                  <a:srgbClr val="B8F7E5"/>
                </a:solidFill>
                <a:latin typeface="Arial"/>
                <a:ea typeface="Arial"/>
                <a:cs typeface="Arial"/>
              </a:defRPr>
            </a:defPPr>
            <a:lvl1pPr algn="l">
              <a:buNone/>
              <a:defRPr sz="1425" b="1" i="0">
                <a:solidFill>
                  <a:srgbClr val="B8F7E5"/>
                </a:solidFill>
                <a:latin typeface="Arial"/>
                <a:ea typeface="Arial"/>
                <a:cs typeface="Arial"/>
              </a:defRPr>
            </a:lvl1pPr>
            <a:lvl2pPr algn="l">
              <a:buNone/>
              <a:defRPr sz="1425" b="1" i="0">
                <a:solidFill>
                  <a:srgbClr val="B8F7E5"/>
                </a:solidFill>
                <a:latin typeface="Arial"/>
                <a:ea typeface="Arial"/>
                <a:cs typeface="Arial"/>
              </a:defRPr>
            </a:lvl2pPr>
            <a:lvl3pPr algn="l">
              <a:buNone/>
              <a:defRPr sz="1425" b="1" i="0">
                <a:solidFill>
                  <a:srgbClr val="B8F7E5"/>
                </a:solidFill>
                <a:latin typeface="Arial"/>
                <a:ea typeface="Arial"/>
                <a:cs typeface="Arial"/>
              </a:defRPr>
            </a:lvl3pPr>
            <a:lvl4pPr algn="l">
              <a:buNone/>
              <a:defRPr sz="1425" b="1" i="0">
                <a:solidFill>
                  <a:srgbClr val="B8F7E5"/>
                </a:solidFill>
                <a:latin typeface="Arial"/>
                <a:ea typeface="Arial"/>
                <a:cs typeface="Arial"/>
              </a:defRPr>
            </a:lvl4pPr>
            <a:lvl5pPr algn="l">
              <a:buNone/>
              <a:defRPr sz="1425" b="1" i="0">
                <a:solidFill>
                  <a:srgbClr val="B8F7E5"/>
                </a:solidFill>
                <a:latin typeface="Arial"/>
                <a:ea typeface="Arial"/>
                <a:cs typeface="Arial"/>
              </a:defRPr>
            </a:lvl5pPr>
            <a:lvl6pPr algn="l">
              <a:buNone/>
              <a:defRPr sz="1425" b="1" i="0">
                <a:solidFill>
                  <a:srgbClr val="B8F7E5"/>
                </a:solidFill>
                <a:latin typeface="Arial"/>
                <a:ea typeface="Arial"/>
                <a:cs typeface="Arial"/>
              </a:defRPr>
            </a:lvl6pPr>
            <a:lvl7pPr algn="l">
              <a:buNone/>
              <a:defRPr sz="1425" b="1" i="0">
                <a:solidFill>
                  <a:srgbClr val="B8F7E5"/>
                </a:solidFill>
                <a:latin typeface="Arial"/>
                <a:ea typeface="Arial"/>
                <a:cs typeface="Arial"/>
              </a:defRPr>
            </a:lvl7pPr>
            <a:lvl8pPr algn="l">
              <a:buNone/>
              <a:defRPr sz="1425" b="1" i="0">
                <a:solidFill>
                  <a:srgbClr val="B8F7E5"/>
                </a:solidFill>
                <a:latin typeface="Arial"/>
                <a:ea typeface="Arial"/>
                <a:cs typeface="Arial"/>
              </a:defRPr>
            </a:lvl8pPr>
            <a:lvl9pPr algn="l">
              <a:buNone/>
              <a:defRPr sz="1425" b="1" i="0">
                <a:solidFill>
                  <a:srgbClr val="B8F7E5"/>
                </a:solidFill>
                <a:latin typeface="Arial"/>
                <a:ea typeface="Arial"/>
                <a:cs typeface="Arial"/>
              </a:defRPr>
            </a:lvl9pPr>
          </a:lstStyle>
          <a:p xmlns:a="http://schemas.openxmlformats.org/drawingml/2006/main">
            <a:pPr algn="l">
              <a:buNone/>
              <a:defRPr sz="1425" b="1" i="0">
                <a:solidFill>
                  <a:srgbClr val="B8F7E5"/>
                </a:solidFill>
                <a:latin typeface="Arial"/>
                <a:ea typeface="Arial"/>
                <a:cs typeface="Arial"/>
              </a:defRPr>
            </a:pPr>
            <a:r>
              <a:rPr sz="1425" b="1" i="0">
                <a:solidFill>
                  <a:srgbClr val="B8F7E5"/>
                </a:solidFill>
                <a:latin typeface="Arial"/>
                <a:ea typeface="Arial"/>
                <a:cs typeface="Arial"/>
              </a:rPr>
              <a:t>Python</a:t>
            </a:r>
          </a:p>
        </p:txBody>
      </p:sp>
      <p:sp>
        <p:nvSpPr>
          <p:cNvPr id="33" name="Rectangle 32">
            <a:extLst xmlns:a="http://schemas.openxmlformats.org/drawingml/2006/main">
              <a:ext uri="{FF2B5EF4-FFF2-40B4-BE49-F238E27FC236}">
                <a16:creationId xmlns:a16="http://schemas.microsoft.com/office/drawing/2014/main" id="{F48820C8-6971-4D5C-8AC9-8FAB282740E5}"/>
              </a:ext>
            </a:extLst>
          </p:cNvPr>
          <p:cNvSpPr>
            <a:spLocks xmlns:a="http://schemas.openxmlformats.org/drawingml/2006/main" noGrp="1"/>
          </p:cNvSpPr>
          <p:nvPr/>
        </p:nvSpPr>
        <p:spPr>
          <a:xfrm xmlns:a="http://schemas.openxmlformats.org/drawingml/2006/main">
            <a:off x="1790700" y="553402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425" b="1" i="0">
                <a:solidFill>
                  <a:srgbClr val="38E0C1"/>
                </a:solidFill>
                <a:latin typeface="Arial"/>
                <a:ea typeface="Arial"/>
                <a:cs typeface="Arial"/>
              </a:defRPr>
            </a:defPPr>
            <a:lvl1pPr algn="l">
              <a:buNone/>
              <a:defRPr sz="1425" b="1" i="0">
                <a:solidFill>
                  <a:srgbClr val="38E0C1"/>
                </a:solidFill>
                <a:latin typeface="Arial"/>
                <a:ea typeface="Arial"/>
                <a:cs typeface="Arial"/>
              </a:defRPr>
            </a:lvl1pPr>
            <a:lvl2pPr algn="l">
              <a:buNone/>
              <a:defRPr sz="1425" b="1" i="0">
                <a:solidFill>
                  <a:srgbClr val="38E0C1"/>
                </a:solidFill>
                <a:latin typeface="Arial"/>
                <a:ea typeface="Arial"/>
                <a:cs typeface="Arial"/>
              </a:defRPr>
            </a:lvl2pPr>
            <a:lvl3pPr algn="l">
              <a:buNone/>
              <a:defRPr sz="1425" b="1" i="0">
                <a:solidFill>
                  <a:srgbClr val="38E0C1"/>
                </a:solidFill>
                <a:latin typeface="Arial"/>
                <a:ea typeface="Arial"/>
                <a:cs typeface="Arial"/>
              </a:defRPr>
            </a:lvl3pPr>
            <a:lvl4pPr algn="l">
              <a:buNone/>
              <a:defRPr sz="1425" b="1" i="0">
                <a:solidFill>
                  <a:srgbClr val="38E0C1"/>
                </a:solidFill>
                <a:latin typeface="Arial"/>
                <a:ea typeface="Arial"/>
                <a:cs typeface="Arial"/>
              </a:defRPr>
            </a:lvl4pPr>
            <a:lvl5pPr algn="l">
              <a:buNone/>
              <a:defRPr sz="1425" b="1" i="0">
                <a:solidFill>
                  <a:srgbClr val="38E0C1"/>
                </a:solidFill>
                <a:latin typeface="Arial"/>
                <a:ea typeface="Arial"/>
                <a:cs typeface="Arial"/>
              </a:defRPr>
            </a:lvl5pPr>
            <a:lvl6pPr algn="l">
              <a:buNone/>
              <a:defRPr sz="1425" b="1" i="0">
                <a:solidFill>
                  <a:srgbClr val="38E0C1"/>
                </a:solidFill>
                <a:latin typeface="Arial"/>
                <a:ea typeface="Arial"/>
                <a:cs typeface="Arial"/>
              </a:defRPr>
            </a:lvl6pPr>
            <a:lvl7pPr algn="l">
              <a:buNone/>
              <a:defRPr sz="1425" b="1" i="0">
                <a:solidFill>
                  <a:srgbClr val="38E0C1"/>
                </a:solidFill>
                <a:latin typeface="Arial"/>
                <a:ea typeface="Arial"/>
                <a:cs typeface="Arial"/>
              </a:defRPr>
            </a:lvl7pPr>
            <a:lvl8pPr algn="l">
              <a:buNone/>
              <a:defRPr sz="1425" b="1" i="0">
                <a:solidFill>
                  <a:srgbClr val="38E0C1"/>
                </a:solidFill>
                <a:latin typeface="Arial"/>
                <a:ea typeface="Arial"/>
                <a:cs typeface="Arial"/>
              </a:defRPr>
            </a:lvl8pPr>
            <a:lvl9pPr algn="l">
              <a:buNone/>
              <a:defRPr sz="1425" b="1" i="0">
                <a:solidFill>
                  <a:srgbClr val="38E0C1"/>
                </a:solidFill>
                <a:latin typeface="Arial"/>
                <a:ea typeface="Arial"/>
                <a:cs typeface="Arial"/>
              </a:defRPr>
            </a:lvl9pPr>
          </a:lstStyle>
          <a:p xmlns:a="http://schemas.openxmlformats.org/drawingml/2006/main">
            <a:pPr algn="l">
              <a:buNone/>
              <a:defRPr sz="1425" b="1" i="0">
                <a:solidFill>
                  <a:srgbClr val="38E0C1"/>
                </a:solidFill>
                <a:latin typeface="Arial"/>
                <a:ea typeface="Arial"/>
                <a:cs typeface="Arial"/>
              </a:defRPr>
            </a:pPr>
            <a:r>
              <a:rPr sz="1425" b="1" i="0">
                <a:solidFill>
                  <a:srgbClr val="38E0C1"/>
                </a:solidFill>
                <a:latin typeface="Arial"/>
                <a:ea typeface="Arial"/>
                <a:cs typeface="Arial"/>
              </a:rPr>
              <a:t>LangGraph</a:t>
            </a:r>
          </a:p>
        </p:txBody>
      </p:sp>
      <p:sp>
        <p:nvSpPr>
          <p:cNvPr id="34" name="Rectangle 33">
            <a:extLst xmlns:a="http://schemas.openxmlformats.org/drawingml/2006/main">
              <a:ext uri="{FF2B5EF4-FFF2-40B4-BE49-F238E27FC236}">
                <a16:creationId xmlns:a16="http://schemas.microsoft.com/office/drawing/2014/main" id="{B57E18FE-D86A-40DE-87E5-6632ECBD0DE9}"/>
              </a:ext>
            </a:extLst>
          </p:cNvPr>
          <p:cNvSpPr>
            <a:spLocks xmlns:a="http://schemas.openxmlformats.org/drawingml/2006/main" noGrp="1"/>
          </p:cNvSpPr>
          <p:nvPr/>
        </p:nvSpPr>
        <p:spPr>
          <a:xfrm xmlns:a="http://schemas.openxmlformats.org/drawingml/2006/main">
            <a:off x="3486150" y="55340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425" b="1" i="0">
                <a:solidFill>
                  <a:srgbClr val="79B9E8"/>
                </a:solidFill>
                <a:latin typeface="Arial"/>
                <a:ea typeface="Arial"/>
                <a:cs typeface="Arial"/>
              </a:defRPr>
            </a:defPPr>
            <a:lvl1pPr algn="l">
              <a:buNone/>
              <a:defRPr sz="1425" b="1" i="0">
                <a:solidFill>
                  <a:srgbClr val="79B9E8"/>
                </a:solidFill>
                <a:latin typeface="Arial"/>
                <a:ea typeface="Arial"/>
                <a:cs typeface="Arial"/>
              </a:defRPr>
            </a:lvl1pPr>
            <a:lvl2pPr algn="l">
              <a:buNone/>
              <a:defRPr sz="1425" b="1" i="0">
                <a:solidFill>
                  <a:srgbClr val="79B9E8"/>
                </a:solidFill>
                <a:latin typeface="Arial"/>
                <a:ea typeface="Arial"/>
                <a:cs typeface="Arial"/>
              </a:defRPr>
            </a:lvl2pPr>
            <a:lvl3pPr algn="l">
              <a:buNone/>
              <a:defRPr sz="1425" b="1" i="0">
                <a:solidFill>
                  <a:srgbClr val="79B9E8"/>
                </a:solidFill>
                <a:latin typeface="Arial"/>
                <a:ea typeface="Arial"/>
                <a:cs typeface="Arial"/>
              </a:defRPr>
            </a:lvl3pPr>
            <a:lvl4pPr algn="l">
              <a:buNone/>
              <a:defRPr sz="1425" b="1" i="0">
                <a:solidFill>
                  <a:srgbClr val="79B9E8"/>
                </a:solidFill>
                <a:latin typeface="Arial"/>
                <a:ea typeface="Arial"/>
                <a:cs typeface="Arial"/>
              </a:defRPr>
            </a:lvl4pPr>
            <a:lvl5pPr algn="l">
              <a:buNone/>
              <a:defRPr sz="1425" b="1" i="0">
                <a:solidFill>
                  <a:srgbClr val="79B9E8"/>
                </a:solidFill>
                <a:latin typeface="Arial"/>
                <a:ea typeface="Arial"/>
                <a:cs typeface="Arial"/>
              </a:defRPr>
            </a:lvl5pPr>
            <a:lvl6pPr algn="l">
              <a:buNone/>
              <a:defRPr sz="1425" b="1" i="0">
                <a:solidFill>
                  <a:srgbClr val="79B9E8"/>
                </a:solidFill>
                <a:latin typeface="Arial"/>
                <a:ea typeface="Arial"/>
                <a:cs typeface="Arial"/>
              </a:defRPr>
            </a:lvl6pPr>
            <a:lvl7pPr algn="l">
              <a:buNone/>
              <a:defRPr sz="1425" b="1" i="0">
                <a:solidFill>
                  <a:srgbClr val="79B9E8"/>
                </a:solidFill>
                <a:latin typeface="Arial"/>
                <a:ea typeface="Arial"/>
                <a:cs typeface="Arial"/>
              </a:defRPr>
            </a:lvl7pPr>
            <a:lvl8pPr algn="l">
              <a:buNone/>
              <a:defRPr sz="1425" b="1" i="0">
                <a:solidFill>
                  <a:srgbClr val="79B9E8"/>
                </a:solidFill>
                <a:latin typeface="Arial"/>
                <a:ea typeface="Arial"/>
                <a:cs typeface="Arial"/>
              </a:defRPr>
            </a:lvl8pPr>
            <a:lvl9pPr algn="l">
              <a:buNone/>
              <a:defRPr sz="1425" b="1" i="0">
                <a:solidFill>
                  <a:srgbClr val="79B9E8"/>
                </a:solidFill>
                <a:latin typeface="Arial"/>
                <a:ea typeface="Arial"/>
                <a:cs typeface="Arial"/>
              </a:defRPr>
            </a:lvl9pPr>
          </a:lstStyle>
          <a:p xmlns:a="http://schemas.openxmlformats.org/drawingml/2006/main">
            <a:pPr algn="l">
              <a:buNone/>
              <a:defRPr sz="1425" b="1" i="0">
                <a:solidFill>
                  <a:srgbClr val="79B9E8"/>
                </a:solidFill>
                <a:latin typeface="Arial"/>
                <a:ea typeface="Arial"/>
                <a:cs typeface="Arial"/>
              </a:defRPr>
            </a:pPr>
            <a:r>
              <a:rPr sz="1425" b="1" i="0">
                <a:solidFill>
                  <a:srgbClr val="79B9E8"/>
                </a:solidFill>
                <a:latin typeface="Arial"/>
                <a:ea typeface="Arial"/>
                <a:cs typeface="Arial"/>
              </a:rPr>
              <a:t>pandas</a:t>
            </a:r>
          </a:p>
        </p:txBody>
      </p:sp>
      <p:sp>
        <p:nvSpPr>
          <p:cNvPr id="35" name="Rectangle 34">
            <a:extLst xmlns:a="http://schemas.openxmlformats.org/drawingml/2006/main">
              <a:ext uri="{FF2B5EF4-FFF2-40B4-BE49-F238E27FC236}">
                <a16:creationId xmlns:a16="http://schemas.microsoft.com/office/drawing/2014/main" id="{8F51CF88-28D9-4445-B5B8-738C149DB97E}"/>
              </a:ext>
            </a:extLst>
          </p:cNvPr>
          <p:cNvSpPr>
            <a:spLocks xmlns:a="http://schemas.openxmlformats.org/drawingml/2006/main" noGrp="1"/>
          </p:cNvSpPr>
          <p:nvPr/>
        </p:nvSpPr>
        <p:spPr>
          <a:xfrm xmlns:a="http://schemas.openxmlformats.org/drawingml/2006/main">
            <a:off x="4800600" y="553402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425" b="1" i="0">
                <a:solidFill>
                  <a:srgbClr val="79B9E8"/>
                </a:solidFill>
                <a:latin typeface="Arial"/>
                <a:ea typeface="Arial"/>
                <a:cs typeface="Arial"/>
              </a:defRPr>
            </a:defPPr>
            <a:lvl1pPr algn="l">
              <a:buNone/>
              <a:defRPr sz="1425" b="1" i="0">
                <a:solidFill>
                  <a:srgbClr val="79B9E8"/>
                </a:solidFill>
                <a:latin typeface="Arial"/>
                <a:ea typeface="Arial"/>
                <a:cs typeface="Arial"/>
              </a:defRPr>
            </a:lvl1pPr>
            <a:lvl2pPr algn="l">
              <a:buNone/>
              <a:defRPr sz="1425" b="1" i="0">
                <a:solidFill>
                  <a:srgbClr val="79B9E8"/>
                </a:solidFill>
                <a:latin typeface="Arial"/>
                <a:ea typeface="Arial"/>
                <a:cs typeface="Arial"/>
              </a:defRPr>
            </a:lvl2pPr>
            <a:lvl3pPr algn="l">
              <a:buNone/>
              <a:defRPr sz="1425" b="1" i="0">
                <a:solidFill>
                  <a:srgbClr val="79B9E8"/>
                </a:solidFill>
                <a:latin typeface="Arial"/>
                <a:ea typeface="Arial"/>
                <a:cs typeface="Arial"/>
              </a:defRPr>
            </a:lvl3pPr>
            <a:lvl4pPr algn="l">
              <a:buNone/>
              <a:defRPr sz="1425" b="1" i="0">
                <a:solidFill>
                  <a:srgbClr val="79B9E8"/>
                </a:solidFill>
                <a:latin typeface="Arial"/>
                <a:ea typeface="Arial"/>
                <a:cs typeface="Arial"/>
              </a:defRPr>
            </a:lvl4pPr>
            <a:lvl5pPr algn="l">
              <a:buNone/>
              <a:defRPr sz="1425" b="1" i="0">
                <a:solidFill>
                  <a:srgbClr val="79B9E8"/>
                </a:solidFill>
                <a:latin typeface="Arial"/>
                <a:ea typeface="Arial"/>
                <a:cs typeface="Arial"/>
              </a:defRPr>
            </a:lvl5pPr>
            <a:lvl6pPr algn="l">
              <a:buNone/>
              <a:defRPr sz="1425" b="1" i="0">
                <a:solidFill>
                  <a:srgbClr val="79B9E8"/>
                </a:solidFill>
                <a:latin typeface="Arial"/>
                <a:ea typeface="Arial"/>
                <a:cs typeface="Arial"/>
              </a:defRPr>
            </a:lvl6pPr>
            <a:lvl7pPr algn="l">
              <a:buNone/>
              <a:defRPr sz="1425" b="1" i="0">
                <a:solidFill>
                  <a:srgbClr val="79B9E8"/>
                </a:solidFill>
                <a:latin typeface="Arial"/>
                <a:ea typeface="Arial"/>
                <a:cs typeface="Arial"/>
              </a:defRPr>
            </a:lvl7pPr>
            <a:lvl8pPr algn="l">
              <a:buNone/>
              <a:defRPr sz="1425" b="1" i="0">
                <a:solidFill>
                  <a:srgbClr val="79B9E8"/>
                </a:solidFill>
                <a:latin typeface="Arial"/>
                <a:ea typeface="Arial"/>
                <a:cs typeface="Arial"/>
              </a:defRPr>
            </a:lvl8pPr>
            <a:lvl9pPr algn="l">
              <a:buNone/>
              <a:defRPr sz="1425" b="1" i="0">
                <a:solidFill>
                  <a:srgbClr val="79B9E8"/>
                </a:solidFill>
                <a:latin typeface="Arial"/>
                <a:ea typeface="Arial"/>
                <a:cs typeface="Arial"/>
              </a:defRPr>
            </a:lvl9pPr>
          </a:lstStyle>
          <a:p xmlns:a="http://schemas.openxmlformats.org/drawingml/2006/main">
            <a:pPr algn="l">
              <a:buNone/>
              <a:defRPr sz="1425" b="1" i="0">
                <a:solidFill>
                  <a:srgbClr val="79B9E8"/>
                </a:solidFill>
                <a:latin typeface="Arial"/>
                <a:ea typeface="Arial"/>
                <a:cs typeface="Arial"/>
              </a:defRPr>
            </a:pPr>
            <a:r>
              <a:rPr sz="1425" b="1" i="0">
                <a:solidFill>
                  <a:srgbClr val="79B9E8"/>
                </a:solidFill>
                <a:latin typeface="Arial"/>
                <a:ea typeface="Arial"/>
                <a:cs typeface="Arial"/>
              </a:rPr>
              <a:t>NetworkX</a:t>
            </a:r>
          </a:p>
        </p:txBody>
      </p:sp>
      <p:sp>
        <p:nvSpPr>
          <p:cNvPr id="36" name="Rectangle 35">
            <a:extLst xmlns:a="http://schemas.openxmlformats.org/drawingml/2006/main">
              <a:ext uri="{FF2B5EF4-FFF2-40B4-BE49-F238E27FC236}">
                <a16:creationId xmlns:a16="http://schemas.microsoft.com/office/drawing/2014/main" id="{A8ACFB4A-5C68-4050-BDDA-5E0AB46309BF}"/>
              </a:ext>
            </a:extLst>
          </p:cNvPr>
          <p:cNvSpPr>
            <a:spLocks xmlns:a="http://schemas.openxmlformats.org/drawingml/2006/main" noGrp="1"/>
          </p:cNvSpPr>
          <p:nvPr/>
        </p:nvSpPr>
        <p:spPr>
          <a:xfrm xmlns:a="http://schemas.openxmlformats.org/drawingml/2006/main">
            <a:off x="6477000" y="553402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425" b="1" i="0">
                <a:solidFill>
                  <a:srgbClr val="38E0C1"/>
                </a:solidFill>
                <a:latin typeface="Arial"/>
                <a:ea typeface="Arial"/>
                <a:cs typeface="Arial"/>
              </a:defRPr>
            </a:defPPr>
            <a:lvl1pPr algn="l">
              <a:buNone/>
              <a:defRPr sz="1425" b="1" i="0">
                <a:solidFill>
                  <a:srgbClr val="38E0C1"/>
                </a:solidFill>
                <a:latin typeface="Arial"/>
                <a:ea typeface="Arial"/>
                <a:cs typeface="Arial"/>
              </a:defRPr>
            </a:lvl1pPr>
            <a:lvl2pPr algn="l">
              <a:buNone/>
              <a:defRPr sz="1425" b="1" i="0">
                <a:solidFill>
                  <a:srgbClr val="38E0C1"/>
                </a:solidFill>
                <a:latin typeface="Arial"/>
                <a:ea typeface="Arial"/>
                <a:cs typeface="Arial"/>
              </a:defRPr>
            </a:lvl2pPr>
            <a:lvl3pPr algn="l">
              <a:buNone/>
              <a:defRPr sz="1425" b="1" i="0">
                <a:solidFill>
                  <a:srgbClr val="38E0C1"/>
                </a:solidFill>
                <a:latin typeface="Arial"/>
                <a:ea typeface="Arial"/>
                <a:cs typeface="Arial"/>
              </a:defRPr>
            </a:lvl3pPr>
            <a:lvl4pPr algn="l">
              <a:buNone/>
              <a:defRPr sz="1425" b="1" i="0">
                <a:solidFill>
                  <a:srgbClr val="38E0C1"/>
                </a:solidFill>
                <a:latin typeface="Arial"/>
                <a:ea typeface="Arial"/>
                <a:cs typeface="Arial"/>
              </a:defRPr>
            </a:lvl4pPr>
            <a:lvl5pPr algn="l">
              <a:buNone/>
              <a:defRPr sz="1425" b="1" i="0">
                <a:solidFill>
                  <a:srgbClr val="38E0C1"/>
                </a:solidFill>
                <a:latin typeface="Arial"/>
                <a:ea typeface="Arial"/>
                <a:cs typeface="Arial"/>
              </a:defRPr>
            </a:lvl5pPr>
            <a:lvl6pPr algn="l">
              <a:buNone/>
              <a:defRPr sz="1425" b="1" i="0">
                <a:solidFill>
                  <a:srgbClr val="38E0C1"/>
                </a:solidFill>
                <a:latin typeface="Arial"/>
                <a:ea typeface="Arial"/>
                <a:cs typeface="Arial"/>
              </a:defRPr>
            </a:lvl6pPr>
            <a:lvl7pPr algn="l">
              <a:buNone/>
              <a:defRPr sz="1425" b="1" i="0">
                <a:solidFill>
                  <a:srgbClr val="38E0C1"/>
                </a:solidFill>
                <a:latin typeface="Arial"/>
                <a:ea typeface="Arial"/>
                <a:cs typeface="Arial"/>
              </a:defRPr>
            </a:lvl7pPr>
            <a:lvl8pPr algn="l">
              <a:buNone/>
              <a:defRPr sz="1425" b="1" i="0">
                <a:solidFill>
                  <a:srgbClr val="38E0C1"/>
                </a:solidFill>
                <a:latin typeface="Arial"/>
                <a:ea typeface="Arial"/>
                <a:cs typeface="Arial"/>
              </a:defRPr>
            </a:lvl8pPr>
            <a:lvl9pPr algn="l">
              <a:buNone/>
              <a:defRPr sz="1425" b="1" i="0">
                <a:solidFill>
                  <a:srgbClr val="38E0C1"/>
                </a:solidFill>
                <a:latin typeface="Arial"/>
                <a:ea typeface="Arial"/>
                <a:cs typeface="Arial"/>
              </a:defRPr>
            </a:lvl9pPr>
          </a:lstStyle>
          <a:p xmlns:a="http://schemas.openxmlformats.org/drawingml/2006/main">
            <a:pPr algn="l">
              <a:buNone/>
              <a:defRPr sz="1425" b="1" i="0">
                <a:solidFill>
                  <a:srgbClr val="38E0C1"/>
                </a:solidFill>
                <a:latin typeface="Arial"/>
                <a:ea typeface="Arial"/>
                <a:cs typeface="Arial"/>
              </a:defRPr>
            </a:pPr>
            <a:r>
              <a:rPr sz="1425" b="1" i="0">
                <a:solidFill>
                  <a:srgbClr val="38E0C1"/>
                </a:solidFill>
                <a:latin typeface="Arial"/>
                <a:ea typeface="Arial"/>
                <a:cs typeface="Arial"/>
              </a:rPr>
              <a:t>Plotly</a:t>
            </a:r>
          </a:p>
        </p:txBody>
      </p:sp>
      <p:sp>
        <p:nvSpPr>
          <p:cNvPr id="37" name="Rectangle 36">
            <a:extLst xmlns:a="http://schemas.openxmlformats.org/drawingml/2006/main">
              <a:ext uri="{FF2B5EF4-FFF2-40B4-BE49-F238E27FC236}">
                <a16:creationId xmlns:a16="http://schemas.microsoft.com/office/drawing/2014/main" id="{96201370-2C64-44D4-A040-CCFCD2730694}"/>
              </a:ext>
            </a:extLst>
          </p:cNvPr>
          <p:cNvSpPr>
            <a:spLocks xmlns:a="http://schemas.openxmlformats.org/drawingml/2006/main" noGrp="1"/>
          </p:cNvSpPr>
          <p:nvPr/>
        </p:nvSpPr>
        <p:spPr>
          <a:xfrm xmlns:a="http://schemas.openxmlformats.org/drawingml/2006/main">
            <a:off x="7677150" y="5534025"/>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425" b="1" i="0">
                <a:solidFill>
                  <a:srgbClr val="38E0C1"/>
                </a:solidFill>
                <a:latin typeface="Arial"/>
                <a:ea typeface="Arial"/>
                <a:cs typeface="Arial"/>
              </a:defRPr>
            </a:defPPr>
            <a:lvl1pPr algn="l">
              <a:buNone/>
              <a:defRPr sz="1425" b="1" i="0">
                <a:solidFill>
                  <a:srgbClr val="38E0C1"/>
                </a:solidFill>
                <a:latin typeface="Arial"/>
                <a:ea typeface="Arial"/>
                <a:cs typeface="Arial"/>
              </a:defRPr>
            </a:lvl1pPr>
            <a:lvl2pPr algn="l">
              <a:buNone/>
              <a:defRPr sz="1425" b="1" i="0">
                <a:solidFill>
                  <a:srgbClr val="38E0C1"/>
                </a:solidFill>
                <a:latin typeface="Arial"/>
                <a:ea typeface="Arial"/>
                <a:cs typeface="Arial"/>
              </a:defRPr>
            </a:lvl2pPr>
            <a:lvl3pPr algn="l">
              <a:buNone/>
              <a:defRPr sz="1425" b="1" i="0">
                <a:solidFill>
                  <a:srgbClr val="38E0C1"/>
                </a:solidFill>
                <a:latin typeface="Arial"/>
                <a:ea typeface="Arial"/>
                <a:cs typeface="Arial"/>
              </a:defRPr>
            </a:lvl3pPr>
            <a:lvl4pPr algn="l">
              <a:buNone/>
              <a:defRPr sz="1425" b="1" i="0">
                <a:solidFill>
                  <a:srgbClr val="38E0C1"/>
                </a:solidFill>
                <a:latin typeface="Arial"/>
                <a:ea typeface="Arial"/>
                <a:cs typeface="Arial"/>
              </a:defRPr>
            </a:lvl4pPr>
            <a:lvl5pPr algn="l">
              <a:buNone/>
              <a:defRPr sz="1425" b="1" i="0">
                <a:solidFill>
                  <a:srgbClr val="38E0C1"/>
                </a:solidFill>
                <a:latin typeface="Arial"/>
                <a:ea typeface="Arial"/>
                <a:cs typeface="Arial"/>
              </a:defRPr>
            </a:lvl5pPr>
            <a:lvl6pPr algn="l">
              <a:buNone/>
              <a:defRPr sz="1425" b="1" i="0">
                <a:solidFill>
                  <a:srgbClr val="38E0C1"/>
                </a:solidFill>
                <a:latin typeface="Arial"/>
                <a:ea typeface="Arial"/>
                <a:cs typeface="Arial"/>
              </a:defRPr>
            </a:lvl6pPr>
            <a:lvl7pPr algn="l">
              <a:buNone/>
              <a:defRPr sz="1425" b="1" i="0">
                <a:solidFill>
                  <a:srgbClr val="38E0C1"/>
                </a:solidFill>
                <a:latin typeface="Arial"/>
                <a:ea typeface="Arial"/>
                <a:cs typeface="Arial"/>
              </a:defRPr>
            </a:lvl7pPr>
            <a:lvl8pPr algn="l">
              <a:buNone/>
              <a:defRPr sz="1425" b="1" i="0">
                <a:solidFill>
                  <a:srgbClr val="38E0C1"/>
                </a:solidFill>
                <a:latin typeface="Arial"/>
                <a:ea typeface="Arial"/>
                <a:cs typeface="Arial"/>
              </a:defRPr>
            </a:lvl8pPr>
            <a:lvl9pPr algn="l">
              <a:buNone/>
              <a:defRPr sz="1425" b="1" i="0">
                <a:solidFill>
                  <a:srgbClr val="38E0C1"/>
                </a:solidFill>
                <a:latin typeface="Arial"/>
                <a:ea typeface="Arial"/>
                <a:cs typeface="Arial"/>
              </a:defRPr>
            </a:lvl9pPr>
          </a:lstStyle>
          <a:p xmlns:a="http://schemas.openxmlformats.org/drawingml/2006/main">
            <a:pPr algn="l">
              <a:buNone/>
              <a:defRPr sz="1425" b="1" i="0">
                <a:solidFill>
                  <a:srgbClr val="38E0C1"/>
                </a:solidFill>
                <a:latin typeface="Arial"/>
                <a:ea typeface="Arial"/>
                <a:cs typeface="Arial"/>
              </a:defRPr>
            </a:pPr>
            <a:r>
              <a:rPr sz="1425" b="1" i="0">
                <a:solidFill>
                  <a:srgbClr val="38E0C1"/>
                </a:solidFill>
                <a:latin typeface="Arial"/>
                <a:ea typeface="Arial"/>
                <a:cs typeface="Arial"/>
              </a:rPr>
              <a:t>Streamlit</a:t>
            </a:r>
          </a:p>
        </p:txBody>
      </p:sp>
      <p:sp>
        <p:nvSpPr>
          <p:cNvPr id="38" name="Rectangle 37">
            <a:extLst xmlns:a="http://schemas.openxmlformats.org/drawingml/2006/main">
              <a:ext uri="{FF2B5EF4-FFF2-40B4-BE49-F238E27FC236}">
                <a16:creationId xmlns:a16="http://schemas.microsoft.com/office/drawing/2014/main" id="{293EE5DE-F822-4681-8E95-22BF04F1B641}"/>
              </a:ext>
            </a:extLst>
          </p:cNvPr>
          <p:cNvSpPr>
            <a:spLocks xmlns:a="http://schemas.openxmlformats.org/drawingml/2006/main" noGrp="1"/>
          </p:cNvSpPr>
          <p:nvPr/>
        </p:nvSpPr>
        <p:spPr>
          <a:xfrm xmlns:a="http://schemas.openxmlformats.org/drawingml/2006/main">
            <a:off x="9124950" y="55054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9AAFC2"/>
                </a:solidFill>
                <a:latin typeface="Arial"/>
                <a:ea typeface="Arial"/>
                <a:cs typeface="Arial"/>
              </a:defRPr>
            </a:defPPr>
            <a:lvl1pPr algn="r">
              <a:buNone/>
              <a:defRPr sz="1050" b="1" i="0">
                <a:solidFill>
                  <a:srgbClr val="9AAFC2"/>
                </a:solidFill>
                <a:latin typeface="Arial"/>
                <a:ea typeface="Arial"/>
                <a:cs typeface="Arial"/>
              </a:defRPr>
            </a:lvl1pPr>
            <a:lvl2pPr algn="r">
              <a:buNone/>
              <a:defRPr sz="1050" b="1" i="0">
                <a:solidFill>
                  <a:srgbClr val="9AAFC2"/>
                </a:solidFill>
                <a:latin typeface="Arial"/>
                <a:ea typeface="Arial"/>
                <a:cs typeface="Arial"/>
              </a:defRPr>
            </a:lvl2pPr>
            <a:lvl3pPr algn="r">
              <a:buNone/>
              <a:defRPr sz="1050" b="1" i="0">
                <a:solidFill>
                  <a:srgbClr val="9AAFC2"/>
                </a:solidFill>
                <a:latin typeface="Arial"/>
                <a:ea typeface="Arial"/>
                <a:cs typeface="Arial"/>
              </a:defRPr>
            </a:lvl3pPr>
            <a:lvl4pPr algn="r">
              <a:buNone/>
              <a:defRPr sz="1050" b="1" i="0">
                <a:solidFill>
                  <a:srgbClr val="9AAFC2"/>
                </a:solidFill>
                <a:latin typeface="Arial"/>
                <a:ea typeface="Arial"/>
                <a:cs typeface="Arial"/>
              </a:defRPr>
            </a:lvl4pPr>
            <a:lvl5pPr algn="r">
              <a:buNone/>
              <a:defRPr sz="1050" b="1" i="0">
                <a:solidFill>
                  <a:srgbClr val="9AAFC2"/>
                </a:solidFill>
                <a:latin typeface="Arial"/>
                <a:ea typeface="Arial"/>
                <a:cs typeface="Arial"/>
              </a:defRPr>
            </a:lvl5pPr>
            <a:lvl6pPr algn="r">
              <a:buNone/>
              <a:defRPr sz="1050" b="1" i="0">
                <a:solidFill>
                  <a:srgbClr val="9AAFC2"/>
                </a:solidFill>
                <a:latin typeface="Arial"/>
                <a:ea typeface="Arial"/>
                <a:cs typeface="Arial"/>
              </a:defRPr>
            </a:lvl6pPr>
            <a:lvl7pPr algn="r">
              <a:buNone/>
              <a:defRPr sz="1050" b="1" i="0">
                <a:solidFill>
                  <a:srgbClr val="9AAFC2"/>
                </a:solidFill>
                <a:latin typeface="Arial"/>
                <a:ea typeface="Arial"/>
                <a:cs typeface="Arial"/>
              </a:defRPr>
            </a:lvl7pPr>
            <a:lvl8pPr algn="r">
              <a:buNone/>
              <a:defRPr sz="1050" b="1" i="0">
                <a:solidFill>
                  <a:srgbClr val="9AAFC2"/>
                </a:solidFill>
                <a:latin typeface="Arial"/>
                <a:ea typeface="Arial"/>
                <a:cs typeface="Arial"/>
              </a:defRPr>
            </a:lvl8pPr>
            <a:lvl9pPr algn="r">
              <a:buNone/>
              <a:defRPr sz="1050" b="1" i="0">
                <a:solidFill>
                  <a:srgbClr val="9AAFC2"/>
                </a:solidFill>
                <a:latin typeface="Arial"/>
                <a:ea typeface="Arial"/>
                <a:cs typeface="Arial"/>
              </a:defRPr>
            </a:lvl9pPr>
          </a:lstStyle>
          <a:p xmlns:a="http://schemas.openxmlformats.org/drawingml/2006/main">
            <a:pPr algn="r">
              <a:buNone/>
              <a:defRPr sz="1050" b="1" i="0">
                <a:solidFill>
                  <a:srgbClr val="9AAFC2"/>
                </a:solidFill>
                <a:latin typeface="Arial"/>
                <a:ea typeface="Arial"/>
                <a:cs typeface="Arial"/>
              </a:defRPr>
            </a:pPr>
            <a:r>
              <a:rPr sz="1050" b="1" i="0">
                <a:solidFill>
                  <a:srgbClr val="9AAFC2"/>
                </a:solidFill>
                <a:latin typeface="Arial"/>
                <a:ea typeface="Arial"/>
                <a:cs typeface="Arial"/>
              </a:rPr>
              <a:t>Optional local Ollama · qwen2.5:3b</a:t>
            </a:r>
          </a:p>
        </p:txBody>
      </p:sp>
      <p:sp>
        <p:nvSpPr>
          <p:cNvPr id="40" name="">
            <a:extLst xmlns:a="http://schemas.openxmlformats.org/drawingml/2006/main">
              <a:ext uri="{FF2B5EF4-FFF2-40B4-BE49-F238E27FC236}">
                <a16:creationId xmlns:a16="http://schemas.microsoft.com/office/drawing/2014/main" id="{7548D8FC-121F-4B28-933E-72F3D5776532}"/>
              </a:ext>
            </a:extLst>
          </p:cNvPr>
          <p:cNvSpPr>
            <a:spLocks xmlns:a="http://schemas.openxmlformats.org/drawingml/2006/main" noGrp="1"/>
          </p:cNvSpPr>
          <p:nvPr/>
        </p:nvSpPr>
        <p:spPr>
          <a:xfrm xmlns:a="http://schemas.openxmlformats.org/drawingml/2006/main">
            <a:off x="9124950" y="57816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9744"/>
          </a:bodyPr>
          <a:lstStyle xmlns:a="http://schemas.openxmlformats.org/drawingml/2006/main">
            <a:defPPr algn="r">
              <a:defRPr sz="975" b="0">
                <a:solidFill>
                  <a:srgbClr val="9AAFC2"/>
                </a:solidFill>
                <a:latin typeface="Arial"/>
                <a:ea typeface="Arial"/>
                <a:cs typeface="Arial"/>
              </a:defRPr>
            </a:defPPr>
            <a:lvl1pPr algn="r">
              <a:buNone/>
              <a:defRPr sz="975" b="0">
                <a:solidFill>
                  <a:srgbClr val="9AAFC2"/>
                </a:solidFill>
                <a:latin typeface="Arial"/>
                <a:ea typeface="Arial"/>
                <a:cs typeface="Arial"/>
              </a:defRPr>
            </a:lvl1pPr>
            <a:lvl2pPr algn="r">
              <a:buNone/>
              <a:defRPr sz="975" b="0">
                <a:solidFill>
                  <a:srgbClr val="9AAFC2"/>
                </a:solidFill>
                <a:latin typeface="Arial"/>
                <a:ea typeface="Arial"/>
                <a:cs typeface="Arial"/>
              </a:defRPr>
            </a:lvl2pPr>
            <a:lvl3pPr algn="r">
              <a:buNone/>
              <a:defRPr sz="975" b="0">
                <a:solidFill>
                  <a:srgbClr val="9AAFC2"/>
                </a:solidFill>
                <a:latin typeface="Arial"/>
                <a:ea typeface="Arial"/>
                <a:cs typeface="Arial"/>
              </a:defRPr>
            </a:lvl3pPr>
            <a:lvl4pPr algn="r">
              <a:buNone/>
              <a:defRPr sz="975" b="0">
                <a:solidFill>
                  <a:srgbClr val="9AAFC2"/>
                </a:solidFill>
                <a:latin typeface="Arial"/>
                <a:ea typeface="Arial"/>
                <a:cs typeface="Arial"/>
              </a:defRPr>
            </a:lvl4pPr>
            <a:lvl5pPr algn="r">
              <a:buNone/>
              <a:defRPr sz="975" b="0">
                <a:solidFill>
                  <a:srgbClr val="9AAFC2"/>
                </a:solidFill>
                <a:latin typeface="Arial"/>
                <a:ea typeface="Arial"/>
                <a:cs typeface="Arial"/>
              </a:defRPr>
            </a:lvl5pPr>
            <a:lvl6pPr algn="r">
              <a:buNone/>
              <a:defRPr sz="975" b="0">
                <a:solidFill>
                  <a:srgbClr val="9AAFC2"/>
                </a:solidFill>
                <a:latin typeface="Arial"/>
                <a:ea typeface="Arial"/>
                <a:cs typeface="Arial"/>
              </a:defRPr>
            </a:lvl6pPr>
            <a:lvl7pPr algn="r">
              <a:buNone/>
              <a:defRPr sz="975" b="0">
                <a:solidFill>
                  <a:srgbClr val="9AAFC2"/>
                </a:solidFill>
                <a:latin typeface="Arial"/>
                <a:ea typeface="Arial"/>
                <a:cs typeface="Arial"/>
              </a:defRPr>
            </a:lvl7pPr>
            <a:lvl8pPr algn="r">
              <a:buNone/>
              <a:defRPr sz="975" b="0">
                <a:solidFill>
                  <a:srgbClr val="9AAFC2"/>
                </a:solidFill>
                <a:latin typeface="Arial"/>
                <a:ea typeface="Arial"/>
                <a:cs typeface="Arial"/>
              </a:defRPr>
            </a:lvl8pPr>
            <a:lvl9pPr algn="r">
              <a:buNone/>
              <a:defRPr sz="975" b="0">
                <a:solidFill>
                  <a:srgbClr val="9AAFC2"/>
                </a:solidFill>
                <a:latin typeface="Arial"/>
                <a:ea typeface="Arial"/>
                <a:cs typeface="Arial"/>
              </a:defRPr>
            </a:lvl9pPr>
          </a:lstStyle>
          <a:p xmlns:a="http://schemas.openxmlformats.org/drawingml/2006/main">
            <a:pPr algn="r">
              <a:buNone/>
              <a:defRPr sz="975" b="0">
                <a:solidFill>
                  <a:srgbClr val="9AAFC2"/>
                </a:solidFill>
                <a:latin typeface="Arial"/>
                <a:ea typeface="Arial"/>
                <a:cs typeface="Arial"/>
              </a:defRPr>
            </a:pPr>
            <a:r>
              <a:rPr sz="975" b="0">
                <a:solidFill>
                  <a:srgbClr val="9AAFC2"/>
                </a:solidFill>
                <a:latin typeface="Arial"/>
                <a:ea typeface="Arial"/>
                <a:cs typeface="Arial"/>
              </a:rPr>
              <a:t>User-triggered explanation only; no detection authority.</a:t>
            </a:r>
          </a:p>
        </p:txBody>
      </p:sp>
    </p:spTree>
    <p:extLst>
      <p:ext uri="{BB962C8B-B14F-4D97-AF65-F5344CB8AC3E}">
        <p14:creationId xmlns:p14="http://schemas.microsoft.com/office/powerpoint/2010/main" val="1173207339"/>
      </p:ext>
    </p:extLst>
  </p:cSld>
</p:sld>
</file>

<file path=ppt/slides/slide7.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B967023F-802B-4959-AA4B-D11F60AE94DC}"/>
              </a:ext>
            </a:extLst>
          </p:cNvPr>
          <p:cNvPicPr>
            <a:picLocks xmlns:a="http://schemas.openxmlformats.org/drawingml/2006/main" noChangeAspect="1"/>
          </p:cNvPicPr>
          <p:nvPr/>
        </p:nvPicPr>
        <p:blipFill>
          <a:blip xmlns:r="http://schemas.openxmlformats.org/officeDocument/2006/relationships" xmlns:a="http://schemas.openxmlformats.org/drawingml/2006/main" r:embed="R3ced4d4d295b44d3"/>
          <a:stretch xmlns:a="http://schemas.openxmlformats.org/drawingml/2006/main"/>
        </p:blipFill>
        <p:spPr>
          <a:xfrm xmlns:a="http://schemas.openxmlformats.org/drawingml/2006/main">
            <a:off x="715660" y="1743075"/>
            <a:ext cx="5064730" cy="2647950"/>
          </a:xfrm>
          <a:prstGeom xmlns:a="http://schemas.openxmlformats.org/drawingml/2006/main" prst="roundRect">
            <a:avLst>
              <a:gd name="adj" fmla="val 2878"/>
            </a:avLst>
          </a:prstGeom>
        </p:spPr>
      </p:pic>
      <p:pic>
        <p:nvPicPr>
          <p:cNvPr id="7" name="">
            <a:extLst xmlns:a="http://schemas.openxmlformats.org/drawingml/2006/main">
              <a:ext uri="{FF2B5EF4-FFF2-40B4-BE49-F238E27FC236}">
                <a16:creationId xmlns:a16="http://schemas.microsoft.com/office/drawing/2014/main" id="{EC17335D-AD16-4CF4-A018-D324ADFBC3A7}"/>
              </a:ext>
            </a:extLst>
          </p:cNvPr>
          <p:cNvPicPr>
            <a:picLocks xmlns:a="http://schemas.openxmlformats.org/drawingml/2006/main" noChangeAspect="1"/>
          </p:cNvPicPr>
          <p:nvPr/>
        </p:nvPicPr>
        <p:blipFill>
          <a:blip xmlns:r="http://schemas.openxmlformats.org/officeDocument/2006/relationships" xmlns:a="http://schemas.openxmlformats.org/drawingml/2006/main" r:embed="Rd5e1e11b2cde4ba0"/>
          <a:stretch xmlns:a="http://schemas.openxmlformats.org/drawingml/2006/main"/>
        </p:blipFill>
        <p:spPr>
          <a:xfrm xmlns:a="http://schemas.openxmlformats.org/drawingml/2006/main">
            <a:off x="6284317" y="1743075"/>
            <a:ext cx="5147866" cy="2076450"/>
          </a:xfrm>
          <a:prstGeom xmlns:a="http://schemas.openxmlformats.org/drawingml/2006/main" prst="roundRect">
            <a:avLst>
              <a:gd name="adj" fmla="val 3670"/>
            </a:avLst>
          </a:prstGeom>
        </p:spPr>
      </p:pic>
      <p:sp>
        <p:nvSpPr>
          <p:cNvPr id="8" name="">
            <a:extLst xmlns:a="http://schemas.openxmlformats.org/drawingml/2006/main">
              <a:ext uri="{FF2B5EF4-FFF2-40B4-BE49-F238E27FC236}">
                <a16:creationId xmlns:a16="http://schemas.microsoft.com/office/drawing/2014/main" id="{9126D04D-BE4F-40B9-98FD-C6989702C41B}"/>
              </a:ext>
            </a:extLst>
          </p:cNvPr>
          <p:cNvSpPr>
            <a:spLocks xmlns:a="http://schemas.openxmlformats.org/drawingml/2006/main" noGrp="1"/>
          </p:cNvSpPr>
          <p:nvPr/>
        </p:nvSpPr>
        <p:spPr>
          <a:xfrm xmlns:a="http://schemas.openxmlformats.org/drawingml/2006/main">
            <a:off x="590550" y="3429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38E0C1"/>
                </a:solidFill>
                <a:latin typeface="Arial"/>
                <a:ea typeface="Arial"/>
                <a:cs typeface="Arial"/>
              </a:defRPr>
            </a:defPPr>
            <a:lvl1pPr algn="l">
              <a:defRPr sz="975" b="1">
                <a:solidFill>
                  <a:srgbClr val="38E0C1"/>
                </a:solidFill>
                <a:latin typeface="Arial"/>
                <a:ea typeface="Arial"/>
                <a:cs typeface="Arial"/>
              </a:defRPr>
            </a:lvl1pPr>
            <a:lvl2pPr algn="l">
              <a:defRPr sz="975" b="1">
                <a:solidFill>
                  <a:srgbClr val="38E0C1"/>
                </a:solidFill>
                <a:latin typeface="Arial"/>
                <a:ea typeface="Arial"/>
                <a:cs typeface="Arial"/>
              </a:defRPr>
            </a:lvl2pPr>
            <a:lvl3pPr algn="l">
              <a:defRPr sz="975" b="1">
                <a:solidFill>
                  <a:srgbClr val="38E0C1"/>
                </a:solidFill>
                <a:latin typeface="Arial"/>
                <a:ea typeface="Arial"/>
                <a:cs typeface="Arial"/>
              </a:defRPr>
            </a:lvl3pPr>
            <a:lvl4pPr algn="l">
              <a:defRPr sz="975" b="1">
                <a:solidFill>
                  <a:srgbClr val="38E0C1"/>
                </a:solidFill>
                <a:latin typeface="Arial"/>
                <a:ea typeface="Arial"/>
                <a:cs typeface="Arial"/>
              </a:defRPr>
            </a:lvl4pPr>
            <a:lvl5pPr algn="l">
              <a:defRPr sz="975" b="1">
                <a:solidFill>
                  <a:srgbClr val="38E0C1"/>
                </a:solidFill>
                <a:latin typeface="Arial"/>
                <a:ea typeface="Arial"/>
                <a:cs typeface="Arial"/>
              </a:defRPr>
            </a:lvl5pPr>
            <a:lvl6pPr algn="l">
              <a:defRPr sz="975" b="1">
                <a:solidFill>
                  <a:srgbClr val="38E0C1"/>
                </a:solidFill>
                <a:latin typeface="Arial"/>
                <a:ea typeface="Arial"/>
                <a:cs typeface="Arial"/>
              </a:defRPr>
            </a:lvl6pPr>
            <a:lvl7pPr algn="l">
              <a:defRPr sz="975" b="1">
                <a:solidFill>
                  <a:srgbClr val="38E0C1"/>
                </a:solidFill>
                <a:latin typeface="Arial"/>
                <a:ea typeface="Arial"/>
                <a:cs typeface="Arial"/>
              </a:defRPr>
            </a:lvl7pPr>
            <a:lvl8pPr algn="l">
              <a:defRPr sz="975" b="1">
                <a:solidFill>
                  <a:srgbClr val="38E0C1"/>
                </a:solidFill>
                <a:latin typeface="Arial"/>
                <a:ea typeface="Arial"/>
                <a:cs typeface="Arial"/>
              </a:defRPr>
            </a:lvl8pPr>
            <a:lvl9pPr algn="l">
              <a:defRPr sz="975" b="1">
                <a:solidFill>
                  <a:srgbClr val="38E0C1"/>
                </a:solidFill>
                <a:latin typeface="Arial"/>
                <a:ea typeface="Arial"/>
                <a:cs typeface="Arial"/>
              </a:defRPr>
            </a:lvl9pPr>
          </a:lstStyle>
          <a:p xmlns:a="http://schemas.openxmlformats.org/drawingml/2006/main">
            <a:pPr algn="l">
              <a:defRPr sz="975" b="1">
                <a:solidFill>
                  <a:srgbClr val="38E0C1"/>
                </a:solidFill>
                <a:latin typeface="Arial"/>
                <a:ea typeface="Arial"/>
                <a:cs typeface="Arial"/>
              </a:defRPr>
            </a:pPr>
            <a:r>
              <a:rPr sz="975" b="1">
                <a:solidFill>
                  <a:srgbClr val="38E0C1"/>
                </a:solidFill>
                <a:latin typeface="Arial"/>
                <a:ea typeface="Arial"/>
                <a:cs typeface="Arial"/>
              </a:rPr>
              <a:t>LIVE STREAMLIT CAPTURE · SYNTHETIC FIXTURE</a:t>
            </a:r>
          </a:p>
        </p:txBody>
      </p:sp>
      <p:sp>
        <p:nvSpPr>
          <p:cNvPr id="9" name="">
            <a:extLst xmlns:a="http://schemas.openxmlformats.org/drawingml/2006/main">
              <a:ext uri="{FF2B5EF4-FFF2-40B4-BE49-F238E27FC236}">
                <a16:creationId xmlns:a16="http://schemas.microsoft.com/office/drawing/2014/main" id="{C8418434-3FE9-4D0B-9CC3-CE439C6A2401}"/>
              </a:ext>
            </a:extLst>
          </p:cNvPr>
          <p:cNvSpPr>
            <a:spLocks xmlns:a="http://schemas.openxmlformats.org/drawingml/2006/main" noGrp="1"/>
          </p:cNvSpPr>
          <p:nvPr/>
        </p:nvSpPr>
        <p:spPr>
          <a:xfrm xmlns:a="http://schemas.openxmlformats.org/drawingml/2006/main">
            <a:off x="590550" y="6096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F4F7FB"/>
                </a:solidFill>
                <a:latin typeface="Arial"/>
                <a:ea typeface="Arial"/>
                <a:cs typeface="Arial"/>
              </a:defRPr>
            </a:defPPr>
            <a:lvl1pPr algn="l">
              <a:defRPr sz="2850" b="1">
                <a:solidFill>
                  <a:srgbClr val="F4F7FB"/>
                </a:solidFill>
                <a:latin typeface="Arial"/>
                <a:ea typeface="Arial"/>
                <a:cs typeface="Arial"/>
              </a:defRPr>
            </a:lvl1pPr>
            <a:lvl2pPr algn="l">
              <a:defRPr sz="2850" b="1">
                <a:solidFill>
                  <a:srgbClr val="F4F7FB"/>
                </a:solidFill>
                <a:latin typeface="Arial"/>
                <a:ea typeface="Arial"/>
                <a:cs typeface="Arial"/>
              </a:defRPr>
            </a:lvl2pPr>
            <a:lvl3pPr algn="l">
              <a:defRPr sz="2850" b="1">
                <a:solidFill>
                  <a:srgbClr val="F4F7FB"/>
                </a:solidFill>
                <a:latin typeface="Arial"/>
                <a:ea typeface="Arial"/>
                <a:cs typeface="Arial"/>
              </a:defRPr>
            </a:lvl3pPr>
            <a:lvl4pPr algn="l">
              <a:defRPr sz="2850" b="1">
                <a:solidFill>
                  <a:srgbClr val="F4F7FB"/>
                </a:solidFill>
                <a:latin typeface="Arial"/>
                <a:ea typeface="Arial"/>
                <a:cs typeface="Arial"/>
              </a:defRPr>
            </a:lvl4pPr>
            <a:lvl5pPr algn="l">
              <a:defRPr sz="2850" b="1">
                <a:solidFill>
                  <a:srgbClr val="F4F7FB"/>
                </a:solidFill>
                <a:latin typeface="Arial"/>
                <a:ea typeface="Arial"/>
                <a:cs typeface="Arial"/>
              </a:defRPr>
            </a:lvl5pPr>
            <a:lvl6pPr algn="l">
              <a:defRPr sz="2850" b="1">
                <a:solidFill>
                  <a:srgbClr val="F4F7FB"/>
                </a:solidFill>
                <a:latin typeface="Arial"/>
                <a:ea typeface="Arial"/>
                <a:cs typeface="Arial"/>
              </a:defRPr>
            </a:lvl6pPr>
            <a:lvl7pPr algn="l">
              <a:defRPr sz="2850" b="1">
                <a:solidFill>
                  <a:srgbClr val="F4F7FB"/>
                </a:solidFill>
                <a:latin typeface="Arial"/>
                <a:ea typeface="Arial"/>
                <a:cs typeface="Arial"/>
              </a:defRPr>
            </a:lvl7pPr>
            <a:lvl8pPr algn="l">
              <a:defRPr sz="2850" b="1">
                <a:solidFill>
                  <a:srgbClr val="F4F7FB"/>
                </a:solidFill>
                <a:latin typeface="Arial"/>
                <a:ea typeface="Arial"/>
                <a:cs typeface="Arial"/>
              </a:defRPr>
            </a:lvl8pPr>
            <a:lvl9pPr algn="l">
              <a:defRPr sz="2850" b="1">
                <a:solidFill>
                  <a:srgbClr val="F4F7FB"/>
                </a:solidFill>
                <a:latin typeface="Arial"/>
                <a:ea typeface="Arial"/>
                <a:cs typeface="Arial"/>
              </a:defRPr>
            </a:lvl9pPr>
          </a:lstStyle>
          <a:p xmlns:a="http://schemas.openxmlformats.org/drawingml/2006/main">
            <a:pPr algn="l">
              <a:defRPr sz="2850" b="1">
                <a:solidFill>
                  <a:srgbClr val="F4F7FB"/>
                </a:solidFill>
                <a:latin typeface="Arial"/>
                <a:ea typeface="Arial"/>
                <a:cs typeface="Arial"/>
              </a:defRPr>
            </a:pPr>
            <a:r>
              <a:rPr sz="2850" b="1">
                <a:solidFill>
                  <a:srgbClr val="F4F7FB"/>
                </a:solidFill>
                <a:latin typeface="Arial"/>
                <a:ea typeface="Arial"/>
                <a:cs typeface="Arial"/>
              </a:rPr>
              <a:t>Working dashboard and local explanation</a:t>
            </a:r>
          </a:p>
        </p:txBody>
      </p:sp>
      <p:sp>
        <p:nvSpPr>
          <p:cNvPr id="10" name="">
            <a:extLst xmlns:a="http://schemas.openxmlformats.org/drawingml/2006/main">
              <a:ext uri="{FF2B5EF4-FFF2-40B4-BE49-F238E27FC236}">
                <a16:creationId xmlns:a16="http://schemas.microsoft.com/office/drawing/2014/main" id="{738ABADC-4596-4862-A301-C1A82125AA0A}"/>
              </a:ext>
            </a:extLst>
          </p:cNvPr>
          <p:cNvSpPr>
            <a:spLocks xmlns:a="http://schemas.openxmlformats.org/drawingml/2006/main" noGrp="1"/>
          </p:cNvSpPr>
          <p:nvPr/>
        </p:nvSpPr>
        <p:spPr>
          <a:xfrm xmlns:a="http://schemas.openxmlformats.org/drawingml/2006/main">
            <a:off x="590550" y="1171575"/>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D5E0E9"/>
                </a:solidFill>
                <a:latin typeface="Arial"/>
                <a:ea typeface="Arial"/>
                <a:cs typeface="Arial"/>
              </a:defRPr>
            </a:defPPr>
            <a:lvl1pPr algn="l">
              <a:defRPr sz="1500" b="0">
                <a:solidFill>
                  <a:srgbClr val="D5E0E9"/>
                </a:solidFill>
                <a:latin typeface="Arial"/>
                <a:ea typeface="Arial"/>
                <a:cs typeface="Arial"/>
              </a:defRPr>
            </a:lvl1pPr>
            <a:lvl2pPr algn="l">
              <a:defRPr sz="1500" b="0">
                <a:solidFill>
                  <a:srgbClr val="D5E0E9"/>
                </a:solidFill>
                <a:latin typeface="Arial"/>
                <a:ea typeface="Arial"/>
                <a:cs typeface="Arial"/>
              </a:defRPr>
            </a:lvl2pPr>
            <a:lvl3pPr algn="l">
              <a:defRPr sz="1500" b="0">
                <a:solidFill>
                  <a:srgbClr val="D5E0E9"/>
                </a:solidFill>
                <a:latin typeface="Arial"/>
                <a:ea typeface="Arial"/>
                <a:cs typeface="Arial"/>
              </a:defRPr>
            </a:lvl3pPr>
            <a:lvl4pPr algn="l">
              <a:defRPr sz="1500" b="0">
                <a:solidFill>
                  <a:srgbClr val="D5E0E9"/>
                </a:solidFill>
                <a:latin typeface="Arial"/>
                <a:ea typeface="Arial"/>
                <a:cs typeface="Arial"/>
              </a:defRPr>
            </a:lvl4pPr>
            <a:lvl5pPr algn="l">
              <a:defRPr sz="1500" b="0">
                <a:solidFill>
                  <a:srgbClr val="D5E0E9"/>
                </a:solidFill>
                <a:latin typeface="Arial"/>
                <a:ea typeface="Arial"/>
                <a:cs typeface="Arial"/>
              </a:defRPr>
            </a:lvl5pPr>
            <a:lvl6pPr algn="l">
              <a:defRPr sz="1500" b="0">
                <a:solidFill>
                  <a:srgbClr val="D5E0E9"/>
                </a:solidFill>
                <a:latin typeface="Arial"/>
                <a:ea typeface="Arial"/>
                <a:cs typeface="Arial"/>
              </a:defRPr>
            </a:lvl6pPr>
            <a:lvl7pPr algn="l">
              <a:defRPr sz="1500" b="0">
                <a:solidFill>
                  <a:srgbClr val="D5E0E9"/>
                </a:solidFill>
                <a:latin typeface="Arial"/>
                <a:ea typeface="Arial"/>
                <a:cs typeface="Arial"/>
              </a:defRPr>
            </a:lvl7pPr>
            <a:lvl8pPr algn="l">
              <a:defRPr sz="1500" b="0">
                <a:solidFill>
                  <a:srgbClr val="D5E0E9"/>
                </a:solidFill>
                <a:latin typeface="Arial"/>
                <a:ea typeface="Arial"/>
                <a:cs typeface="Arial"/>
              </a:defRPr>
            </a:lvl8pPr>
            <a:lvl9pPr algn="l">
              <a:defRPr sz="1500" b="0">
                <a:solidFill>
                  <a:srgbClr val="D5E0E9"/>
                </a:solidFill>
                <a:latin typeface="Arial"/>
                <a:ea typeface="Arial"/>
                <a:cs typeface="Arial"/>
              </a:defRPr>
            </a:lvl9pPr>
          </a:lstStyle>
          <a:p xmlns:a="http://schemas.openxmlformats.org/drawingml/2006/main">
            <a:pPr algn="l">
              <a:defRPr sz="1500" b="0">
                <a:solidFill>
                  <a:srgbClr val="D5E0E9"/>
                </a:solidFill>
                <a:latin typeface="Arial"/>
                <a:ea typeface="Arial"/>
                <a:cs typeface="Arial"/>
              </a:defRPr>
            </a:pPr>
            <a:r>
              <a:rPr sz="1500" b="0">
                <a:solidFill>
                  <a:srgbClr val="D5E0E9"/>
                </a:solidFill>
                <a:latin typeface="Arial"/>
                <a:ea typeface="Arial"/>
                <a:cs typeface="Arial"/>
              </a:rPr>
              <a:t>Captured from the running application after fixture analysis.</a:t>
            </a:r>
          </a:p>
        </p:txBody>
      </p:sp>
      <p:sp>
        <p:nvSpPr>
          <p:cNvPr id="11" name="overview-screenshot-panel">
            <a:extLst xmlns:a="http://schemas.openxmlformats.org/drawingml/2006/main">
              <a:ext uri="{FF2B5EF4-FFF2-40B4-BE49-F238E27FC236}">
                <a16:creationId xmlns:a16="http://schemas.microsoft.com/office/drawing/2014/main" id="{E4F1574C-5F3C-446A-B2B7-2CF1CBE7C341}"/>
              </a:ext>
            </a:extLst>
          </p:cNvPr>
          <p:cNvSpPr>
            <a:spLocks xmlns:a="http://schemas.openxmlformats.org/drawingml/2006/main" noGrp="1"/>
          </p:cNvSpPr>
          <p:nvPr/>
        </p:nvSpPr>
        <p:spPr>
          <a:xfrm xmlns:a="http://schemas.openxmlformats.org/drawingml/2006/main">
            <a:off x="590550" y="1600200"/>
            <a:ext cx="4191000" cy="4095750"/>
          </a:xfrm>
          <a:prstGeom xmlns:a="http://schemas.openxmlformats.org/drawingml/2006/main" prst="roundRect">
            <a:avLst>
              <a:gd name="adj" fmla="val 2326"/>
            </a:avLst>
          </a:prstGeom>
          <a:solidFill xmlns:a="http://schemas.openxmlformats.org/drawingml/2006/main">
            <a:srgbClr val="101D2D"/>
          </a:solidFill>
          <a:ln xmlns:a="http://schemas.openxmlformats.org/drawingml/2006/main" w="12383">
            <a:solidFill>
              <a:srgbClr val="263B50"/>
            </a:solidFill>
            <a:prstDash val="solid"/>
          </a:ln>
        </p:spPr>
      </p:sp>
      <p:sp>
        <p:nvSpPr>
          <p:cNvPr id="12" name="investigation-screenshot-panel">
            <a:extLst xmlns:a="http://schemas.openxmlformats.org/drawingml/2006/main">
              <a:ext uri="{FF2B5EF4-FFF2-40B4-BE49-F238E27FC236}">
                <a16:creationId xmlns:a16="http://schemas.microsoft.com/office/drawing/2014/main" id="{EE6A6CDB-A900-4E0B-8889-C00355021AA9}"/>
              </a:ext>
            </a:extLst>
          </p:cNvPr>
          <p:cNvSpPr>
            <a:spLocks xmlns:a="http://schemas.openxmlformats.org/drawingml/2006/main" noGrp="1"/>
          </p:cNvSpPr>
          <p:nvPr/>
        </p:nvSpPr>
        <p:spPr>
          <a:xfrm xmlns:a="http://schemas.openxmlformats.org/drawingml/2006/main">
            <a:off x="4953000" y="1600200"/>
            <a:ext cx="6648450" cy="4095750"/>
          </a:xfrm>
          <a:prstGeom xmlns:a="http://schemas.openxmlformats.org/drawingml/2006/main" prst="roundRect">
            <a:avLst>
              <a:gd name="adj" fmla="val 2326"/>
            </a:avLst>
          </a:prstGeom>
          <a:solidFill xmlns:a="http://schemas.openxmlformats.org/drawingml/2006/main">
            <a:srgbClr val="101D2D"/>
          </a:solidFill>
          <a:ln xmlns:a="http://schemas.openxmlformats.org/drawingml/2006/main" w="12383">
            <a:solidFill>
              <a:srgbClr val="263B50"/>
            </a:solidFill>
            <a:prstDash val="solid"/>
          </a:ln>
        </p:spPr>
      </p:sp>
      <p:pic>
        <p:nvPicPr>
          <p:cNvPr id="13" name="">
            <a:extLst xmlns:a="http://schemas.openxmlformats.org/drawingml/2006/main">
              <a:ext uri="{FF2B5EF4-FFF2-40B4-BE49-F238E27FC236}">
                <a16:creationId xmlns:a16="http://schemas.microsoft.com/office/drawing/2014/main" id="{6B7B4DD7-E558-41E5-A993-9B359441D2A6}"/>
              </a:ext>
            </a:extLst>
          </p:cNvPr>
          <p:cNvPicPr>
            <a:picLocks xmlns:a="http://schemas.openxmlformats.org/drawingml/2006/main" noChangeAspect="1"/>
          </p:cNvPicPr>
          <p:nvPr/>
        </p:nvPicPr>
        <p:blipFill>
          <a:blip xmlns:r="http://schemas.openxmlformats.org/officeDocument/2006/relationships" xmlns:a="http://schemas.openxmlformats.org/drawingml/2006/main" r:embed="R7f774f63f75743c4"/>
          <a:stretch xmlns:a="http://schemas.openxmlformats.org/drawingml/2006/main"/>
        </p:blipFill>
        <p:spPr>
          <a:xfrm xmlns:a="http://schemas.openxmlformats.org/drawingml/2006/main">
            <a:off x="704850" y="1735961"/>
            <a:ext cx="3962400" cy="2071628"/>
          </a:xfrm>
          <a:prstGeom xmlns:a="http://schemas.openxmlformats.org/drawingml/2006/main" prst="roundRect">
            <a:avLst>
              <a:gd name="adj" fmla="val 3670"/>
            </a:avLst>
          </a:prstGeom>
        </p:spPr>
      </p:pic>
      <p:pic>
        <p:nvPicPr>
          <p:cNvPr id="14" name="">
            <a:extLst xmlns:a="http://schemas.openxmlformats.org/drawingml/2006/main">
              <a:ext uri="{FF2B5EF4-FFF2-40B4-BE49-F238E27FC236}">
                <a16:creationId xmlns:a16="http://schemas.microsoft.com/office/drawing/2014/main" id="{C562CA89-0CAC-4AE6-8352-B9C3828DE693}"/>
              </a:ext>
            </a:extLst>
          </p:cNvPr>
          <p:cNvPicPr>
            <a:picLocks xmlns:a="http://schemas.openxmlformats.org/drawingml/2006/main" noChangeAspect="1"/>
          </p:cNvPicPr>
          <p:nvPr/>
        </p:nvPicPr>
        <p:blipFill>
          <a:blip xmlns:r="http://schemas.openxmlformats.org/officeDocument/2006/relationships" xmlns:a="http://schemas.openxmlformats.org/drawingml/2006/main" r:embed="R4826b224f19640cd"/>
          <a:stretch xmlns:a="http://schemas.openxmlformats.org/drawingml/2006/main"/>
        </p:blipFill>
        <p:spPr>
          <a:xfrm xmlns:a="http://schemas.openxmlformats.org/drawingml/2006/main">
            <a:off x="5067300" y="1734190"/>
            <a:ext cx="6419850" cy="2589519"/>
          </a:xfrm>
          <a:prstGeom xmlns:a="http://schemas.openxmlformats.org/drawingml/2006/main" prst="roundRect">
            <a:avLst>
              <a:gd name="adj" fmla="val 2941"/>
            </a:avLst>
          </a:prstGeom>
        </p:spPr>
      </p:pic>
      <p:sp>
        <p:nvSpPr>
          <p:cNvPr id="15" name="">
            <a:extLst xmlns:a="http://schemas.openxmlformats.org/drawingml/2006/main">
              <a:ext uri="{FF2B5EF4-FFF2-40B4-BE49-F238E27FC236}">
                <a16:creationId xmlns:a16="http://schemas.microsoft.com/office/drawing/2014/main" id="{3800875E-619C-410A-A6FE-3D7F0F50E1F7}"/>
              </a:ext>
            </a:extLst>
          </p:cNvPr>
          <p:cNvSpPr>
            <a:spLocks xmlns:a="http://schemas.openxmlformats.org/drawingml/2006/main" noGrp="1"/>
          </p:cNvSpPr>
          <p:nvPr/>
        </p:nvSpPr>
        <p:spPr>
          <a:xfrm xmlns:a="http://schemas.openxmlformats.org/drawingml/2006/main">
            <a:off x="742950" y="39433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4F7FB"/>
                </a:solidFill>
                <a:latin typeface="Arial"/>
                <a:ea typeface="Arial"/>
                <a:cs typeface="Arial"/>
              </a:defRPr>
            </a:defPPr>
            <a:lvl1pPr algn="l">
              <a:defRPr sz="1350" b="1">
                <a:solidFill>
                  <a:srgbClr val="F4F7FB"/>
                </a:solidFill>
                <a:latin typeface="Arial"/>
                <a:ea typeface="Arial"/>
                <a:cs typeface="Arial"/>
              </a:defRPr>
            </a:lvl1pPr>
            <a:lvl2pPr algn="l">
              <a:defRPr sz="1350" b="1">
                <a:solidFill>
                  <a:srgbClr val="F4F7FB"/>
                </a:solidFill>
                <a:latin typeface="Arial"/>
                <a:ea typeface="Arial"/>
                <a:cs typeface="Arial"/>
              </a:defRPr>
            </a:lvl2pPr>
            <a:lvl3pPr algn="l">
              <a:defRPr sz="1350" b="1">
                <a:solidFill>
                  <a:srgbClr val="F4F7FB"/>
                </a:solidFill>
                <a:latin typeface="Arial"/>
                <a:ea typeface="Arial"/>
                <a:cs typeface="Arial"/>
              </a:defRPr>
            </a:lvl3pPr>
            <a:lvl4pPr algn="l">
              <a:defRPr sz="1350" b="1">
                <a:solidFill>
                  <a:srgbClr val="F4F7FB"/>
                </a:solidFill>
                <a:latin typeface="Arial"/>
                <a:ea typeface="Arial"/>
                <a:cs typeface="Arial"/>
              </a:defRPr>
            </a:lvl4pPr>
            <a:lvl5pPr algn="l">
              <a:defRPr sz="1350" b="1">
                <a:solidFill>
                  <a:srgbClr val="F4F7FB"/>
                </a:solidFill>
                <a:latin typeface="Arial"/>
                <a:ea typeface="Arial"/>
                <a:cs typeface="Arial"/>
              </a:defRPr>
            </a:lvl5pPr>
            <a:lvl6pPr algn="l">
              <a:defRPr sz="1350" b="1">
                <a:solidFill>
                  <a:srgbClr val="F4F7FB"/>
                </a:solidFill>
                <a:latin typeface="Arial"/>
                <a:ea typeface="Arial"/>
                <a:cs typeface="Arial"/>
              </a:defRPr>
            </a:lvl6pPr>
            <a:lvl7pPr algn="l">
              <a:defRPr sz="1350" b="1">
                <a:solidFill>
                  <a:srgbClr val="F4F7FB"/>
                </a:solidFill>
                <a:latin typeface="Arial"/>
                <a:ea typeface="Arial"/>
                <a:cs typeface="Arial"/>
              </a:defRPr>
            </a:lvl7pPr>
            <a:lvl8pPr algn="l">
              <a:defRPr sz="1350" b="1">
                <a:solidFill>
                  <a:srgbClr val="F4F7FB"/>
                </a:solidFill>
                <a:latin typeface="Arial"/>
                <a:ea typeface="Arial"/>
                <a:cs typeface="Arial"/>
              </a:defRPr>
            </a:lvl8pPr>
            <a:lvl9pPr algn="l">
              <a:defRPr sz="1350" b="1">
                <a:solidFill>
                  <a:srgbClr val="F4F7FB"/>
                </a:solidFill>
                <a:latin typeface="Arial"/>
                <a:ea typeface="Arial"/>
                <a:cs typeface="Arial"/>
              </a:defRPr>
            </a:lvl9pPr>
          </a:lstStyle>
          <a:p xmlns:a="http://schemas.openxmlformats.org/drawingml/2006/main">
            <a:pPr algn="l">
              <a:defRPr sz="1350" b="1">
                <a:solidFill>
                  <a:srgbClr val="F4F7FB"/>
                </a:solidFill>
                <a:latin typeface="Arial"/>
                <a:ea typeface="Arial"/>
                <a:cs typeface="Arial"/>
              </a:defRPr>
            </a:pPr>
            <a:r>
              <a:rPr sz="1350" b="1">
                <a:solidFill>
                  <a:srgbClr val="F4F7FB"/>
                </a:solidFill>
                <a:latin typeface="Arial"/>
                <a:ea typeface="Arial"/>
                <a:cs typeface="Arial"/>
              </a:rPr>
              <a:t>Overview · verified fixture KPIs</a:t>
            </a:r>
          </a:p>
        </p:txBody>
      </p:sp>
      <p:sp>
        <p:nvSpPr>
          <p:cNvPr id="16" name="">
            <a:extLst xmlns:a="http://schemas.openxmlformats.org/drawingml/2006/main">
              <a:ext uri="{FF2B5EF4-FFF2-40B4-BE49-F238E27FC236}">
                <a16:creationId xmlns:a16="http://schemas.microsoft.com/office/drawing/2014/main" id="{10A2BB47-11E5-4001-A1A6-A7F70063F419}"/>
              </a:ext>
            </a:extLst>
          </p:cNvPr>
          <p:cNvSpPr>
            <a:spLocks xmlns:a="http://schemas.openxmlformats.org/drawingml/2006/main" noGrp="1"/>
          </p:cNvSpPr>
          <p:nvPr/>
        </p:nvSpPr>
        <p:spPr>
          <a:xfrm xmlns:a="http://schemas.openxmlformats.org/drawingml/2006/main">
            <a:off x="742950" y="4286250"/>
            <a:ext cx="3905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9AAFC2"/>
                </a:solidFill>
                <a:latin typeface="Arial"/>
                <a:ea typeface="Arial"/>
                <a:cs typeface="Arial"/>
              </a:defRPr>
            </a:defPPr>
            <a:lvl1pPr algn="l">
              <a:defRPr sz="1125" b="0">
                <a:solidFill>
                  <a:srgbClr val="9AAFC2"/>
                </a:solidFill>
                <a:latin typeface="Arial"/>
                <a:ea typeface="Arial"/>
                <a:cs typeface="Arial"/>
              </a:defRPr>
            </a:lvl1pPr>
            <a:lvl2pPr algn="l">
              <a:defRPr sz="1125" b="0">
                <a:solidFill>
                  <a:srgbClr val="9AAFC2"/>
                </a:solidFill>
                <a:latin typeface="Arial"/>
                <a:ea typeface="Arial"/>
                <a:cs typeface="Arial"/>
              </a:defRPr>
            </a:lvl2pPr>
            <a:lvl3pPr algn="l">
              <a:defRPr sz="1125" b="0">
                <a:solidFill>
                  <a:srgbClr val="9AAFC2"/>
                </a:solidFill>
                <a:latin typeface="Arial"/>
                <a:ea typeface="Arial"/>
                <a:cs typeface="Arial"/>
              </a:defRPr>
            </a:lvl3pPr>
            <a:lvl4pPr algn="l">
              <a:defRPr sz="1125" b="0">
                <a:solidFill>
                  <a:srgbClr val="9AAFC2"/>
                </a:solidFill>
                <a:latin typeface="Arial"/>
                <a:ea typeface="Arial"/>
                <a:cs typeface="Arial"/>
              </a:defRPr>
            </a:lvl4pPr>
            <a:lvl5pPr algn="l">
              <a:defRPr sz="1125" b="0">
                <a:solidFill>
                  <a:srgbClr val="9AAFC2"/>
                </a:solidFill>
                <a:latin typeface="Arial"/>
                <a:ea typeface="Arial"/>
                <a:cs typeface="Arial"/>
              </a:defRPr>
            </a:lvl5pPr>
            <a:lvl6pPr algn="l">
              <a:defRPr sz="1125" b="0">
                <a:solidFill>
                  <a:srgbClr val="9AAFC2"/>
                </a:solidFill>
                <a:latin typeface="Arial"/>
                <a:ea typeface="Arial"/>
                <a:cs typeface="Arial"/>
              </a:defRPr>
            </a:lvl6pPr>
            <a:lvl7pPr algn="l">
              <a:defRPr sz="1125" b="0">
                <a:solidFill>
                  <a:srgbClr val="9AAFC2"/>
                </a:solidFill>
                <a:latin typeface="Arial"/>
                <a:ea typeface="Arial"/>
                <a:cs typeface="Arial"/>
              </a:defRPr>
            </a:lvl7pPr>
            <a:lvl8pPr algn="l">
              <a:defRPr sz="1125" b="0">
                <a:solidFill>
                  <a:srgbClr val="9AAFC2"/>
                </a:solidFill>
                <a:latin typeface="Arial"/>
                <a:ea typeface="Arial"/>
                <a:cs typeface="Arial"/>
              </a:defRPr>
            </a:lvl8pPr>
            <a:lvl9pPr algn="l">
              <a:defRPr sz="1125" b="0">
                <a:solidFill>
                  <a:srgbClr val="9AAFC2"/>
                </a:solidFill>
                <a:latin typeface="Arial"/>
                <a:ea typeface="Arial"/>
                <a:cs typeface="Arial"/>
              </a:defRPr>
            </a:lvl9pPr>
          </a:lstStyle>
          <a:p xmlns:a="http://schemas.openxmlformats.org/drawingml/2006/main">
            <a:pPr algn="l">
              <a:defRPr sz="1125" b="0">
                <a:solidFill>
                  <a:srgbClr val="9AAFC2"/>
                </a:solidFill>
                <a:latin typeface="Arial"/>
                <a:ea typeface="Arial"/>
                <a:cs typeface="Arial"/>
              </a:defRPr>
            </a:pPr>
            <a:r>
              <a:rPr sz="1125" b="0">
                <a:solidFill>
                  <a:srgbClr val="9AAFC2"/>
                </a:solidFill>
                <a:latin typeface="Arial"/>
                <a:ea typeface="Arial"/>
                <a:cs typeface="Arial"/>
              </a:rPr>
              <a:t>Workflow counts are live. The six cards show validation, accepted graph size and findings.</a:t>
            </a:r>
          </a:p>
        </p:txBody>
      </p:sp>
      <p:sp>
        <p:nvSpPr>
          <p:cNvPr id="17" name="">
            <a:extLst xmlns:a="http://schemas.openxmlformats.org/drawingml/2006/main">
              <a:ext uri="{FF2B5EF4-FFF2-40B4-BE49-F238E27FC236}">
                <a16:creationId xmlns:a16="http://schemas.microsoft.com/office/drawing/2014/main" id="{92D13D97-D01B-44E5-812F-D5D3E36668A2}"/>
              </a:ext>
            </a:extLst>
          </p:cNvPr>
          <p:cNvSpPr>
            <a:spLocks xmlns:a="http://schemas.openxmlformats.org/drawingml/2006/main" noGrp="1"/>
          </p:cNvSpPr>
          <p:nvPr/>
        </p:nvSpPr>
        <p:spPr>
          <a:xfrm xmlns:a="http://schemas.openxmlformats.org/drawingml/2006/main">
            <a:off x="5067300" y="4438650"/>
            <a:ext cx="641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4F7FB"/>
                </a:solidFill>
                <a:latin typeface="Arial"/>
                <a:ea typeface="Arial"/>
                <a:cs typeface="Arial"/>
              </a:defRPr>
            </a:defPPr>
            <a:lvl1pPr algn="l">
              <a:defRPr sz="1350" b="1">
                <a:solidFill>
                  <a:srgbClr val="F4F7FB"/>
                </a:solidFill>
                <a:latin typeface="Arial"/>
                <a:ea typeface="Arial"/>
                <a:cs typeface="Arial"/>
              </a:defRPr>
            </a:lvl1pPr>
            <a:lvl2pPr algn="l">
              <a:defRPr sz="1350" b="1">
                <a:solidFill>
                  <a:srgbClr val="F4F7FB"/>
                </a:solidFill>
                <a:latin typeface="Arial"/>
                <a:ea typeface="Arial"/>
                <a:cs typeface="Arial"/>
              </a:defRPr>
            </a:lvl2pPr>
            <a:lvl3pPr algn="l">
              <a:defRPr sz="1350" b="1">
                <a:solidFill>
                  <a:srgbClr val="F4F7FB"/>
                </a:solidFill>
                <a:latin typeface="Arial"/>
                <a:ea typeface="Arial"/>
                <a:cs typeface="Arial"/>
              </a:defRPr>
            </a:lvl3pPr>
            <a:lvl4pPr algn="l">
              <a:defRPr sz="1350" b="1">
                <a:solidFill>
                  <a:srgbClr val="F4F7FB"/>
                </a:solidFill>
                <a:latin typeface="Arial"/>
                <a:ea typeface="Arial"/>
                <a:cs typeface="Arial"/>
              </a:defRPr>
            </a:lvl4pPr>
            <a:lvl5pPr algn="l">
              <a:defRPr sz="1350" b="1">
                <a:solidFill>
                  <a:srgbClr val="F4F7FB"/>
                </a:solidFill>
                <a:latin typeface="Arial"/>
                <a:ea typeface="Arial"/>
                <a:cs typeface="Arial"/>
              </a:defRPr>
            </a:lvl5pPr>
            <a:lvl6pPr algn="l">
              <a:defRPr sz="1350" b="1">
                <a:solidFill>
                  <a:srgbClr val="F4F7FB"/>
                </a:solidFill>
                <a:latin typeface="Arial"/>
                <a:ea typeface="Arial"/>
                <a:cs typeface="Arial"/>
              </a:defRPr>
            </a:lvl6pPr>
            <a:lvl7pPr algn="l">
              <a:defRPr sz="1350" b="1">
                <a:solidFill>
                  <a:srgbClr val="F4F7FB"/>
                </a:solidFill>
                <a:latin typeface="Arial"/>
                <a:ea typeface="Arial"/>
                <a:cs typeface="Arial"/>
              </a:defRPr>
            </a:lvl7pPr>
            <a:lvl8pPr algn="l">
              <a:defRPr sz="1350" b="1">
                <a:solidFill>
                  <a:srgbClr val="F4F7FB"/>
                </a:solidFill>
                <a:latin typeface="Arial"/>
                <a:ea typeface="Arial"/>
                <a:cs typeface="Arial"/>
              </a:defRPr>
            </a:lvl8pPr>
            <a:lvl9pPr algn="l">
              <a:defRPr sz="1350" b="1">
                <a:solidFill>
                  <a:srgbClr val="F4F7FB"/>
                </a:solidFill>
                <a:latin typeface="Arial"/>
                <a:ea typeface="Arial"/>
                <a:cs typeface="Arial"/>
              </a:defRPr>
            </a:lvl9pPr>
          </a:lstStyle>
          <a:p xmlns:a="http://schemas.openxmlformats.org/drawingml/2006/main">
            <a:pPr algn="l">
              <a:defRPr sz="1350" b="1">
                <a:solidFill>
                  <a:srgbClr val="F4F7FB"/>
                </a:solidFill>
                <a:latin typeface="Arial"/>
                <a:ea typeface="Arial"/>
                <a:cs typeface="Arial"/>
              </a:defRPr>
            </a:pPr>
            <a:r>
              <a:rPr sz="1350" b="1">
                <a:solidFill>
                  <a:srgbClr val="F4F7FB"/>
                </a:solidFill>
                <a:latin typeface="Arial"/>
                <a:ea typeface="Arial"/>
                <a:cs typeface="Arial"/>
              </a:rPr>
              <a:t>Investigation evidence + optional local Ollama</a:t>
            </a:r>
          </a:p>
        </p:txBody>
      </p:sp>
      <p:sp>
        <p:nvSpPr>
          <p:cNvPr id="18" name="">
            <a:extLst xmlns:a="http://schemas.openxmlformats.org/drawingml/2006/main">
              <a:ext uri="{FF2B5EF4-FFF2-40B4-BE49-F238E27FC236}">
                <a16:creationId xmlns:a16="http://schemas.microsoft.com/office/drawing/2014/main" id="{D406F170-EFA8-46EC-93E7-D9FBB4CA2037}"/>
              </a:ext>
            </a:extLst>
          </p:cNvPr>
          <p:cNvSpPr>
            <a:spLocks xmlns:a="http://schemas.openxmlformats.org/drawingml/2006/main" noGrp="1"/>
          </p:cNvSpPr>
          <p:nvPr/>
        </p:nvSpPr>
        <p:spPr>
          <a:xfrm xmlns:a="http://schemas.openxmlformats.org/drawingml/2006/main">
            <a:off x="5067300" y="4743450"/>
            <a:ext cx="6419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B8F7E5"/>
                </a:solidFill>
                <a:latin typeface="Arial"/>
                <a:ea typeface="Arial"/>
                <a:cs typeface="Arial"/>
              </a:defRPr>
            </a:defPPr>
            <a:lvl1pPr algn="l">
              <a:defRPr sz="1125" b="1">
                <a:solidFill>
                  <a:srgbClr val="B8F7E5"/>
                </a:solidFill>
                <a:latin typeface="Arial"/>
                <a:ea typeface="Arial"/>
                <a:cs typeface="Arial"/>
              </a:defRPr>
            </a:lvl1pPr>
            <a:lvl2pPr algn="l">
              <a:defRPr sz="1125" b="1">
                <a:solidFill>
                  <a:srgbClr val="B8F7E5"/>
                </a:solidFill>
                <a:latin typeface="Arial"/>
                <a:ea typeface="Arial"/>
                <a:cs typeface="Arial"/>
              </a:defRPr>
            </a:lvl2pPr>
            <a:lvl3pPr algn="l">
              <a:defRPr sz="1125" b="1">
                <a:solidFill>
                  <a:srgbClr val="B8F7E5"/>
                </a:solidFill>
                <a:latin typeface="Arial"/>
                <a:ea typeface="Arial"/>
                <a:cs typeface="Arial"/>
              </a:defRPr>
            </a:lvl3pPr>
            <a:lvl4pPr algn="l">
              <a:defRPr sz="1125" b="1">
                <a:solidFill>
                  <a:srgbClr val="B8F7E5"/>
                </a:solidFill>
                <a:latin typeface="Arial"/>
                <a:ea typeface="Arial"/>
                <a:cs typeface="Arial"/>
              </a:defRPr>
            </a:lvl4pPr>
            <a:lvl5pPr algn="l">
              <a:defRPr sz="1125" b="1">
                <a:solidFill>
                  <a:srgbClr val="B8F7E5"/>
                </a:solidFill>
                <a:latin typeface="Arial"/>
                <a:ea typeface="Arial"/>
                <a:cs typeface="Arial"/>
              </a:defRPr>
            </a:lvl5pPr>
            <a:lvl6pPr algn="l">
              <a:defRPr sz="1125" b="1">
                <a:solidFill>
                  <a:srgbClr val="B8F7E5"/>
                </a:solidFill>
                <a:latin typeface="Arial"/>
                <a:ea typeface="Arial"/>
                <a:cs typeface="Arial"/>
              </a:defRPr>
            </a:lvl6pPr>
            <a:lvl7pPr algn="l">
              <a:defRPr sz="1125" b="1">
                <a:solidFill>
                  <a:srgbClr val="B8F7E5"/>
                </a:solidFill>
                <a:latin typeface="Arial"/>
                <a:ea typeface="Arial"/>
                <a:cs typeface="Arial"/>
              </a:defRPr>
            </a:lvl7pPr>
            <a:lvl8pPr algn="l">
              <a:defRPr sz="1125" b="1">
                <a:solidFill>
                  <a:srgbClr val="B8F7E5"/>
                </a:solidFill>
                <a:latin typeface="Arial"/>
                <a:ea typeface="Arial"/>
                <a:cs typeface="Arial"/>
              </a:defRPr>
            </a:lvl8pPr>
            <a:lvl9pPr algn="l">
              <a:defRPr sz="1125" b="1">
                <a:solidFill>
                  <a:srgbClr val="B8F7E5"/>
                </a:solidFill>
                <a:latin typeface="Arial"/>
                <a:ea typeface="Arial"/>
                <a:cs typeface="Arial"/>
              </a:defRPr>
            </a:lvl9pPr>
          </a:lstStyle>
          <a:p xmlns:a="http://schemas.openxmlformats.org/drawingml/2006/main">
            <a:pPr algn="l">
              <a:defRPr sz="1125" b="1">
                <a:solidFill>
                  <a:srgbClr val="B8F7E5"/>
                </a:solidFill>
                <a:latin typeface="Arial"/>
                <a:ea typeface="Arial"/>
                <a:cs typeface="Arial"/>
              </a:defRPr>
            </a:pPr>
            <a:r>
              <a:rPr sz="1125" b="1">
                <a:solidFill>
                  <a:srgbClr val="B8F7E5"/>
                </a:solidFill>
                <a:latin typeface="Arial"/>
                <a:ea typeface="Arial"/>
                <a:cs typeface="Arial"/>
              </a:rPr>
              <a:t>qwen2.5:3b · user-triggered · local Ollama</a:t>
            </a:r>
          </a:p>
        </p:txBody>
      </p:sp>
      <p:sp>
        <p:nvSpPr>
          <p:cNvPr id="19" name="">
            <a:extLst xmlns:a="http://schemas.openxmlformats.org/drawingml/2006/main">
              <a:ext uri="{FF2B5EF4-FFF2-40B4-BE49-F238E27FC236}">
                <a16:creationId xmlns:a16="http://schemas.microsoft.com/office/drawing/2014/main" id="{7039BDDE-9FC2-47F2-99F2-5046750C0B46}"/>
              </a:ext>
            </a:extLst>
          </p:cNvPr>
          <p:cNvSpPr>
            <a:spLocks xmlns:a="http://schemas.openxmlformats.org/drawingml/2006/main" noGrp="1"/>
          </p:cNvSpPr>
          <p:nvPr/>
        </p:nvSpPr>
        <p:spPr>
          <a:xfrm xmlns:a="http://schemas.openxmlformats.org/drawingml/2006/main">
            <a:off x="5067300" y="5048250"/>
            <a:ext cx="6419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9AAFC2"/>
                </a:solidFill>
                <a:latin typeface="Arial"/>
                <a:ea typeface="Arial"/>
                <a:cs typeface="Arial"/>
              </a:defRPr>
            </a:defPPr>
            <a:lvl1pPr algn="l">
              <a:defRPr sz="1050" b="0">
                <a:solidFill>
                  <a:srgbClr val="9AAFC2"/>
                </a:solidFill>
                <a:latin typeface="Arial"/>
                <a:ea typeface="Arial"/>
                <a:cs typeface="Arial"/>
              </a:defRPr>
            </a:lvl1pPr>
            <a:lvl2pPr algn="l">
              <a:defRPr sz="1050" b="0">
                <a:solidFill>
                  <a:srgbClr val="9AAFC2"/>
                </a:solidFill>
                <a:latin typeface="Arial"/>
                <a:ea typeface="Arial"/>
                <a:cs typeface="Arial"/>
              </a:defRPr>
            </a:lvl2pPr>
            <a:lvl3pPr algn="l">
              <a:defRPr sz="1050" b="0">
                <a:solidFill>
                  <a:srgbClr val="9AAFC2"/>
                </a:solidFill>
                <a:latin typeface="Arial"/>
                <a:ea typeface="Arial"/>
                <a:cs typeface="Arial"/>
              </a:defRPr>
            </a:lvl3pPr>
            <a:lvl4pPr algn="l">
              <a:defRPr sz="1050" b="0">
                <a:solidFill>
                  <a:srgbClr val="9AAFC2"/>
                </a:solidFill>
                <a:latin typeface="Arial"/>
                <a:ea typeface="Arial"/>
                <a:cs typeface="Arial"/>
              </a:defRPr>
            </a:lvl4pPr>
            <a:lvl5pPr algn="l">
              <a:defRPr sz="1050" b="0">
                <a:solidFill>
                  <a:srgbClr val="9AAFC2"/>
                </a:solidFill>
                <a:latin typeface="Arial"/>
                <a:ea typeface="Arial"/>
                <a:cs typeface="Arial"/>
              </a:defRPr>
            </a:lvl5pPr>
            <a:lvl6pPr algn="l">
              <a:defRPr sz="1050" b="0">
                <a:solidFill>
                  <a:srgbClr val="9AAFC2"/>
                </a:solidFill>
                <a:latin typeface="Arial"/>
                <a:ea typeface="Arial"/>
                <a:cs typeface="Arial"/>
              </a:defRPr>
            </a:lvl6pPr>
            <a:lvl7pPr algn="l">
              <a:defRPr sz="1050" b="0">
                <a:solidFill>
                  <a:srgbClr val="9AAFC2"/>
                </a:solidFill>
                <a:latin typeface="Arial"/>
                <a:ea typeface="Arial"/>
                <a:cs typeface="Arial"/>
              </a:defRPr>
            </a:lvl7pPr>
            <a:lvl8pPr algn="l">
              <a:defRPr sz="1050" b="0">
                <a:solidFill>
                  <a:srgbClr val="9AAFC2"/>
                </a:solidFill>
                <a:latin typeface="Arial"/>
                <a:ea typeface="Arial"/>
                <a:cs typeface="Arial"/>
              </a:defRPr>
            </a:lvl8pPr>
            <a:lvl9pPr algn="l">
              <a:defRPr sz="1050" b="0">
                <a:solidFill>
                  <a:srgbClr val="9AAFC2"/>
                </a:solidFill>
                <a:latin typeface="Arial"/>
                <a:ea typeface="Arial"/>
                <a:cs typeface="Arial"/>
              </a:defRPr>
            </a:lvl9pPr>
          </a:lstStyle>
          <a:p xmlns:a="http://schemas.openxmlformats.org/drawingml/2006/main">
            <a:pPr algn="l">
              <a:defRPr sz="1050" b="0">
                <a:solidFill>
                  <a:srgbClr val="9AAFC2"/>
                </a:solidFill>
                <a:latin typeface="Arial"/>
                <a:ea typeface="Arial"/>
                <a:cs typeface="Arial"/>
              </a:defRPr>
            </a:pPr>
            <a:r>
              <a:rPr sz="1050" b="0">
                <a:solidFill>
                  <a:srgbClr val="9AAFC2"/>
                </a:solidFill>
                <a:latin typeface="Arial"/>
                <a:ea typeface="Arial"/>
                <a:cs typeface="Arial"/>
              </a:rPr>
              <a:t>Only selected-finding whitelisted evidence is sent. No full CSV or unrelated history is included. Detection stays deterministic; unsuitable output uses an evidence-based fallback.</a:t>
            </a:r>
          </a:p>
        </p:txBody>
      </p:sp>
      <p:sp>
        <p:nvSpPr>
          <p:cNvPr id="20" name="footer-rule">
            <a:extLst xmlns:a="http://schemas.openxmlformats.org/drawingml/2006/main">
              <a:ext uri="{FF2B5EF4-FFF2-40B4-BE49-F238E27FC236}">
                <a16:creationId xmlns:a16="http://schemas.microsoft.com/office/drawing/2014/main" id="{C7FB3D0C-6DED-4E72-93DE-D02AF975C920}"/>
              </a:ext>
            </a:extLst>
          </p:cNvPr>
          <p:cNvSpPr>
            <a:spLocks xmlns:a="http://schemas.openxmlformats.org/drawingml/2006/main" noGrp="1"/>
          </p:cNvSpPr>
          <p:nvPr/>
        </p:nvSpPr>
        <p:spPr>
          <a:xfrm xmlns:a="http://schemas.openxmlformats.org/drawingml/2006/main">
            <a:off x="590550" y="6267450"/>
            <a:ext cx="110109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21" name="">
            <a:extLst xmlns:a="http://schemas.openxmlformats.org/drawingml/2006/main">
              <a:ext uri="{FF2B5EF4-FFF2-40B4-BE49-F238E27FC236}">
                <a16:creationId xmlns:a16="http://schemas.microsoft.com/office/drawing/2014/main" id="{C2DA6D3B-0507-4E7C-B4D9-BFC6406D878E}"/>
              </a:ext>
            </a:extLst>
          </p:cNvPr>
          <p:cNvSpPr>
            <a:spLocks xmlns:a="http://schemas.openxmlformats.org/drawingml/2006/main" noGrp="1"/>
          </p:cNvSpPr>
          <p:nvPr/>
        </p:nvSpPr>
        <p:spPr>
          <a:xfrm xmlns:a="http://schemas.openxmlformats.org/drawingml/2006/main">
            <a:off x="590550" y="6429375"/>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9AAFC2"/>
                </a:solidFill>
                <a:latin typeface="Arial"/>
                <a:ea typeface="Arial"/>
                <a:cs typeface="Arial"/>
              </a:defRPr>
            </a:defPPr>
            <a:lvl1pPr algn="l">
              <a:defRPr sz="975" b="0">
                <a:solidFill>
                  <a:srgbClr val="9AAFC2"/>
                </a:solidFill>
                <a:latin typeface="Arial"/>
                <a:ea typeface="Arial"/>
                <a:cs typeface="Arial"/>
              </a:defRPr>
            </a:lvl1pPr>
            <a:lvl2pPr algn="l">
              <a:defRPr sz="975" b="0">
                <a:solidFill>
                  <a:srgbClr val="9AAFC2"/>
                </a:solidFill>
                <a:latin typeface="Arial"/>
                <a:ea typeface="Arial"/>
                <a:cs typeface="Arial"/>
              </a:defRPr>
            </a:lvl2pPr>
            <a:lvl3pPr algn="l">
              <a:defRPr sz="975" b="0">
                <a:solidFill>
                  <a:srgbClr val="9AAFC2"/>
                </a:solidFill>
                <a:latin typeface="Arial"/>
                <a:ea typeface="Arial"/>
                <a:cs typeface="Arial"/>
              </a:defRPr>
            </a:lvl3pPr>
            <a:lvl4pPr algn="l">
              <a:defRPr sz="975" b="0">
                <a:solidFill>
                  <a:srgbClr val="9AAFC2"/>
                </a:solidFill>
                <a:latin typeface="Arial"/>
                <a:ea typeface="Arial"/>
                <a:cs typeface="Arial"/>
              </a:defRPr>
            </a:lvl4pPr>
            <a:lvl5pPr algn="l">
              <a:defRPr sz="975" b="0">
                <a:solidFill>
                  <a:srgbClr val="9AAFC2"/>
                </a:solidFill>
                <a:latin typeface="Arial"/>
                <a:ea typeface="Arial"/>
                <a:cs typeface="Arial"/>
              </a:defRPr>
            </a:lvl5pPr>
            <a:lvl6pPr algn="l">
              <a:defRPr sz="975" b="0">
                <a:solidFill>
                  <a:srgbClr val="9AAFC2"/>
                </a:solidFill>
                <a:latin typeface="Arial"/>
                <a:ea typeface="Arial"/>
                <a:cs typeface="Arial"/>
              </a:defRPr>
            </a:lvl6pPr>
            <a:lvl7pPr algn="l">
              <a:defRPr sz="975" b="0">
                <a:solidFill>
                  <a:srgbClr val="9AAFC2"/>
                </a:solidFill>
                <a:latin typeface="Arial"/>
                <a:ea typeface="Arial"/>
                <a:cs typeface="Arial"/>
              </a:defRPr>
            </a:lvl7pPr>
            <a:lvl8pPr algn="l">
              <a:defRPr sz="975" b="0">
                <a:solidFill>
                  <a:srgbClr val="9AAFC2"/>
                </a:solidFill>
                <a:latin typeface="Arial"/>
                <a:ea typeface="Arial"/>
                <a:cs typeface="Arial"/>
              </a:defRPr>
            </a:lvl8pPr>
            <a:lvl9pPr algn="l">
              <a:defRPr sz="975" b="0">
                <a:solidFill>
                  <a:srgbClr val="9AAFC2"/>
                </a:solidFill>
                <a:latin typeface="Arial"/>
                <a:ea typeface="Arial"/>
                <a:cs typeface="Arial"/>
              </a:defRPr>
            </a:lvl9pPr>
          </a:lstStyle>
          <a:p xmlns:a="http://schemas.openxmlformats.org/drawingml/2006/main">
            <a:pPr algn="l">
              <a:defRPr sz="975" b="0">
                <a:solidFill>
                  <a:srgbClr val="9AAFC2"/>
                </a:solidFill>
                <a:latin typeface="Arial"/>
                <a:ea typeface="Arial"/>
                <a:cs typeface="Arial"/>
              </a:defRPr>
            </a:pPr>
            <a:r>
              <a:rPr sz="975" b="0">
                <a:solidFill>
                  <a:srgbClr val="9AAFC2"/>
                </a:solidFill>
                <a:latin typeface="Arial"/>
                <a:ea typeface="Arial"/>
                <a:cs typeface="Arial"/>
              </a:rPr>
              <a:t>Investigation leads for human review — not proof of fraud or mule activity.</a:t>
            </a:r>
          </a:p>
        </p:txBody>
      </p:sp>
      <p:sp>
        <p:nvSpPr>
          <p:cNvPr id="22" name="">
            <a:extLst xmlns:a="http://schemas.openxmlformats.org/drawingml/2006/main">
              <a:ext uri="{FF2B5EF4-FFF2-40B4-BE49-F238E27FC236}">
                <a16:creationId xmlns:a16="http://schemas.microsoft.com/office/drawing/2014/main" id="{6915FBCF-8229-44EF-BEEC-ADE6B4A9C540}"/>
              </a:ext>
            </a:extLst>
          </p:cNvPr>
          <p:cNvSpPr>
            <a:spLocks xmlns:a="http://schemas.openxmlformats.org/drawingml/2006/main" noGrp="1"/>
          </p:cNvSpPr>
          <p:nvPr/>
        </p:nvSpPr>
        <p:spPr>
          <a:xfrm xmlns:a="http://schemas.openxmlformats.org/drawingml/2006/main">
            <a:off x="1114425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9AAFC2"/>
                </a:solidFill>
                <a:latin typeface="Arial"/>
                <a:ea typeface="Arial"/>
                <a:cs typeface="Arial"/>
              </a:defRPr>
            </a:defPPr>
            <a:lvl1pPr algn="r">
              <a:defRPr sz="975" b="0">
                <a:solidFill>
                  <a:srgbClr val="9AAFC2"/>
                </a:solidFill>
                <a:latin typeface="Arial"/>
                <a:ea typeface="Arial"/>
                <a:cs typeface="Arial"/>
              </a:defRPr>
            </a:lvl1pPr>
            <a:lvl2pPr algn="r">
              <a:defRPr sz="975" b="0">
                <a:solidFill>
                  <a:srgbClr val="9AAFC2"/>
                </a:solidFill>
                <a:latin typeface="Arial"/>
                <a:ea typeface="Arial"/>
                <a:cs typeface="Arial"/>
              </a:defRPr>
            </a:lvl2pPr>
            <a:lvl3pPr algn="r">
              <a:defRPr sz="975" b="0">
                <a:solidFill>
                  <a:srgbClr val="9AAFC2"/>
                </a:solidFill>
                <a:latin typeface="Arial"/>
                <a:ea typeface="Arial"/>
                <a:cs typeface="Arial"/>
              </a:defRPr>
            </a:lvl3pPr>
            <a:lvl4pPr algn="r">
              <a:defRPr sz="975" b="0">
                <a:solidFill>
                  <a:srgbClr val="9AAFC2"/>
                </a:solidFill>
                <a:latin typeface="Arial"/>
                <a:ea typeface="Arial"/>
                <a:cs typeface="Arial"/>
              </a:defRPr>
            </a:lvl4pPr>
            <a:lvl5pPr algn="r">
              <a:defRPr sz="975" b="0">
                <a:solidFill>
                  <a:srgbClr val="9AAFC2"/>
                </a:solidFill>
                <a:latin typeface="Arial"/>
                <a:ea typeface="Arial"/>
                <a:cs typeface="Arial"/>
              </a:defRPr>
            </a:lvl5pPr>
            <a:lvl6pPr algn="r">
              <a:defRPr sz="975" b="0">
                <a:solidFill>
                  <a:srgbClr val="9AAFC2"/>
                </a:solidFill>
                <a:latin typeface="Arial"/>
                <a:ea typeface="Arial"/>
                <a:cs typeface="Arial"/>
              </a:defRPr>
            </a:lvl6pPr>
            <a:lvl7pPr algn="r">
              <a:defRPr sz="975" b="0">
                <a:solidFill>
                  <a:srgbClr val="9AAFC2"/>
                </a:solidFill>
                <a:latin typeface="Arial"/>
                <a:ea typeface="Arial"/>
                <a:cs typeface="Arial"/>
              </a:defRPr>
            </a:lvl7pPr>
            <a:lvl8pPr algn="r">
              <a:defRPr sz="975" b="0">
                <a:solidFill>
                  <a:srgbClr val="9AAFC2"/>
                </a:solidFill>
                <a:latin typeface="Arial"/>
                <a:ea typeface="Arial"/>
                <a:cs typeface="Arial"/>
              </a:defRPr>
            </a:lvl8pPr>
            <a:lvl9pPr algn="r">
              <a:defRPr sz="975" b="0">
                <a:solidFill>
                  <a:srgbClr val="9AAFC2"/>
                </a:solidFill>
                <a:latin typeface="Arial"/>
                <a:ea typeface="Arial"/>
                <a:cs typeface="Arial"/>
              </a:defRPr>
            </a:lvl9pPr>
          </a:lstStyle>
          <a:p xmlns:a="http://schemas.openxmlformats.org/drawingml/2006/main">
            <a:pPr algn="r">
              <a:defRPr sz="975" b="0">
                <a:solidFill>
                  <a:srgbClr val="9AAFC2"/>
                </a:solidFill>
                <a:latin typeface="Arial"/>
                <a:ea typeface="Arial"/>
                <a:cs typeface="Arial"/>
              </a:defRPr>
            </a:pPr>
            <a:r>
              <a:rPr sz="975" b="0">
                <a:solidFill>
                  <a:srgbClr val="9AAFC2"/>
                </a:solidFill>
                <a:latin typeface="Arial"/>
                <a:ea typeface="Arial"/>
                <a:cs typeface="Arial"/>
              </a:rPr>
              <a:t>07</a:t>
            </a:r>
          </a:p>
        </p:txBody>
      </p:sp>
    </p:spTree>
    <p:extLst>
      <p:ext uri="{BB962C8B-B14F-4D97-AF65-F5344CB8AC3E}">
        <p14:creationId xmlns:p14="http://schemas.microsoft.com/office/powerpoint/2010/main" val="1520009467"/>
      </p:ext>
    </p:extLst>
  </p:cSld>
</p:sld>
</file>

<file path=ppt/slides/slide8.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48" name="Rectangle 47">
            <a:extLst xmlns:a="http://schemas.openxmlformats.org/drawingml/2006/main">
              <a:ext uri="{FF2B5EF4-FFF2-40B4-BE49-F238E27FC236}">
                <a16:creationId xmlns:a16="http://schemas.microsoft.com/office/drawing/2014/main" id="{A4DCD93E-0EED-432B-802A-CCEB3B5655B6}"/>
              </a:ext>
            </a:extLst>
          </p:cNvPr>
          <p:cNvSpPr>
            <a:spLocks xmlns:a="http://schemas.openxmlformats.org/drawingml/2006/main" noGrp="1"/>
          </p:cNvSpPr>
          <p:nvPr/>
        </p:nvSpPr>
        <p:spPr>
          <a:xfrm xmlns:a="http://schemas.openxmlformats.org/drawingml/2006/main">
            <a:off x="590550" y="3429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38E0C1"/>
                </a:solidFill>
                <a:latin typeface="Arial"/>
                <a:ea typeface="Arial"/>
                <a:cs typeface="Arial"/>
              </a:defRPr>
            </a:defPPr>
            <a:lvl1pPr algn="l">
              <a:buNone/>
              <a:defRPr sz="975" b="1" i="0">
                <a:solidFill>
                  <a:srgbClr val="38E0C1"/>
                </a:solidFill>
                <a:latin typeface="Arial"/>
                <a:ea typeface="Arial"/>
                <a:cs typeface="Arial"/>
              </a:defRPr>
            </a:lvl1pPr>
            <a:lvl2pPr algn="l">
              <a:buNone/>
              <a:defRPr sz="975" b="1" i="0">
                <a:solidFill>
                  <a:srgbClr val="38E0C1"/>
                </a:solidFill>
                <a:latin typeface="Arial"/>
                <a:ea typeface="Arial"/>
                <a:cs typeface="Arial"/>
              </a:defRPr>
            </a:lvl2pPr>
            <a:lvl3pPr algn="l">
              <a:buNone/>
              <a:defRPr sz="975" b="1" i="0">
                <a:solidFill>
                  <a:srgbClr val="38E0C1"/>
                </a:solidFill>
                <a:latin typeface="Arial"/>
                <a:ea typeface="Arial"/>
                <a:cs typeface="Arial"/>
              </a:defRPr>
            </a:lvl3pPr>
            <a:lvl4pPr algn="l">
              <a:buNone/>
              <a:defRPr sz="975" b="1" i="0">
                <a:solidFill>
                  <a:srgbClr val="38E0C1"/>
                </a:solidFill>
                <a:latin typeface="Arial"/>
                <a:ea typeface="Arial"/>
                <a:cs typeface="Arial"/>
              </a:defRPr>
            </a:lvl4pPr>
            <a:lvl5pPr algn="l">
              <a:buNone/>
              <a:defRPr sz="975" b="1" i="0">
                <a:solidFill>
                  <a:srgbClr val="38E0C1"/>
                </a:solidFill>
                <a:latin typeface="Arial"/>
                <a:ea typeface="Arial"/>
                <a:cs typeface="Arial"/>
              </a:defRPr>
            </a:lvl5pPr>
            <a:lvl6pPr algn="l">
              <a:buNone/>
              <a:defRPr sz="975" b="1" i="0">
                <a:solidFill>
                  <a:srgbClr val="38E0C1"/>
                </a:solidFill>
                <a:latin typeface="Arial"/>
                <a:ea typeface="Arial"/>
                <a:cs typeface="Arial"/>
              </a:defRPr>
            </a:lvl6pPr>
            <a:lvl7pPr algn="l">
              <a:buNone/>
              <a:defRPr sz="975" b="1" i="0">
                <a:solidFill>
                  <a:srgbClr val="38E0C1"/>
                </a:solidFill>
                <a:latin typeface="Arial"/>
                <a:ea typeface="Arial"/>
                <a:cs typeface="Arial"/>
              </a:defRPr>
            </a:lvl7pPr>
            <a:lvl8pPr algn="l">
              <a:buNone/>
              <a:defRPr sz="975" b="1" i="0">
                <a:solidFill>
                  <a:srgbClr val="38E0C1"/>
                </a:solidFill>
                <a:latin typeface="Arial"/>
                <a:ea typeface="Arial"/>
                <a:cs typeface="Arial"/>
              </a:defRPr>
            </a:lvl8pPr>
            <a:lvl9pPr algn="l">
              <a:buNone/>
              <a:defRPr sz="975" b="1" i="0">
                <a:solidFill>
                  <a:srgbClr val="38E0C1"/>
                </a:solidFill>
                <a:latin typeface="Arial"/>
                <a:ea typeface="Arial"/>
                <a:cs typeface="Arial"/>
              </a:defRPr>
            </a:lvl9pPr>
          </a:lstStyle>
          <a:p xmlns:a="http://schemas.openxmlformats.org/drawingml/2006/main">
            <a:pPr algn="l">
              <a:buNone/>
              <a:defRPr sz="975" b="1" i="0">
                <a:solidFill>
                  <a:srgbClr val="38E0C1"/>
                </a:solidFill>
                <a:latin typeface="Arial"/>
                <a:ea typeface="Arial"/>
                <a:cs typeface="Arial"/>
              </a:defRPr>
            </a:pPr>
            <a:r>
              <a:rPr sz="975" b="1" i="0">
                <a:solidFill>
                  <a:srgbClr val="38E0C1"/>
                </a:solidFill>
                <a:latin typeface="Arial"/>
                <a:ea typeface="Arial"/>
                <a:cs typeface="Arial"/>
              </a:rPr>
              <a:t>40 ROWS · CHECKED WORKFLOW OUTPUT</a:t>
            </a:r>
          </a:p>
        </p:txBody>
      </p:sp>
      <p:sp>
        <p:nvSpPr>
          <p:cNvPr id="2" name="Rectangle 1">
            <a:extLst xmlns:a="http://schemas.openxmlformats.org/drawingml/2006/main">
              <a:ext uri="{FF2B5EF4-FFF2-40B4-BE49-F238E27FC236}">
                <a16:creationId xmlns:a16="http://schemas.microsoft.com/office/drawing/2014/main" id="{7DA4A76C-D312-4D7A-AA76-7FE435B759A0}"/>
              </a:ext>
            </a:extLst>
          </p:cNvPr>
          <p:cNvSpPr>
            <a:spLocks xmlns:a="http://schemas.openxmlformats.org/drawingml/2006/main" noGrp="1"/>
          </p:cNvSpPr>
          <p:nvPr/>
        </p:nvSpPr>
        <p:spPr>
          <a:xfrm xmlns:a="http://schemas.openxmlformats.org/drawingml/2006/main">
            <a:off x="590550" y="6096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3000" b="1" i="0">
                <a:solidFill>
                  <a:srgbClr val="F4F7FB"/>
                </a:solidFill>
                <a:latin typeface="Arial"/>
                <a:ea typeface="Arial"/>
                <a:cs typeface="Arial"/>
              </a:defRPr>
            </a:defPPr>
            <a:lvl1pPr algn="l">
              <a:buNone/>
              <a:defRPr sz="3000" b="1" i="0">
                <a:solidFill>
                  <a:srgbClr val="F4F7FB"/>
                </a:solidFill>
                <a:latin typeface="Arial"/>
                <a:ea typeface="Arial"/>
                <a:cs typeface="Arial"/>
              </a:defRPr>
            </a:lvl1pPr>
            <a:lvl2pPr algn="l">
              <a:buNone/>
              <a:defRPr sz="3000" b="1" i="0">
                <a:solidFill>
                  <a:srgbClr val="F4F7FB"/>
                </a:solidFill>
                <a:latin typeface="Arial"/>
                <a:ea typeface="Arial"/>
                <a:cs typeface="Arial"/>
              </a:defRPr>
            </a:lvl2pPr>
            <a:lvl3pPr algn="l">
              <a:buNone/>
              <a:defRPr sz="3000" b="1" i="0">
                <a:solidFill>
                  <a:srgbClr val="F4F7FB"/>
                </a:solidFill>
                <a:latin typeface="Arial"/>
                <a:ea typeface="Arial"/>
                <a:cs typeface="Arial"/>
              </a:defRPr>
            </a:lvl3pPr>
            <a:lvl4pPr algn="l">
              <a:buNone/>
              <a:defRPr sz="3000" b="1" i="0">
                <a:solidFill>
                  <a:srgbClr val="F4F7FB"/>
                </a:solidFill>
                <a:latin typeface="Arial"/>
                <a:ea typeface="Arial"/>
                <a:cs typeface="Arial"/>
              </a:defRPr>
            </a:lvl4pPr>
            <a:lvl5pPr algn="l">
              <a:buNone/>
              <a:defRPr sz="3000" b="1" i="0">
                <a:solidFill>
                  <a:srgbClr val="F4F7FB"/>
                </a:solidFill>
                <a:latin typeface="Arial"/>
                <a:ea typeface="Arial"/>
                <a:cs typeface="Arial"/>
              </a:defRPr>
            </a:lvl5pPr>
            <a:lvl6pPr algn="l">
              <a:buNone/>
              <a:defRPr sz="3000" b="1" i="0">
                <a:solidFill>
                  <a:srgbClr val="F4F7FB"/>
                </a:solidFill>
                <a:latin typeface="Arial"/>
                <a:ea typeface="Arial"/>
                <a:cs typeface="Arial"/>
              </a:defRPr>
            </a:lvl6pPr>
            <a:lvl7pPr algn="l">
              <a:buNone/>
              <a:defRPr sz="3000" b="1" i="0">
                <a:solidFill>
                  <a:srgbClr val="F4F7FB"/>
                </a:solidFill>
                <a:latin typeface="Arial"/>
                <a:ea typeface="Arial"/>
                <a:cs typeface="Arial"/>
              </a:defRPr>
            </a:lvl7pPr>
            <a:lvl8pPr algn="l">
              <a:buNone/>
              <a:defRPr sz="3000" b="1" i="0">
                <a:solidFill>
                  <a:srgbClr val="F4F7FB"/>
                </a:solidFill>
                <a:latin typeface="Arial"/>
                <a:ea typeface="Arial"/>
                <a:cs typeface="Arial"/>
              </a:defRPr>
            </a:lvl8pPr>
            <a:lvl9pPr algn="l">
              <a:buNone/>
              <a:defRPr sz="3000" b="1" i="0">
                <a:solidFill>
                  <a:srgbClr val="F4F7FB"/>
                </a:solidFill>
                <a:latin typeface="Arial"/>
                <a:ea typeface="Arial"/>
                <a:cs typeface="Arial"/>
              </a:defRPr>
            </a:lvl9pPr>
          </a:lstStyle>
          <a:p xmlns:a="http://schemas.openxmlformats.org/drawingml/2006/main">
            <a:pPr algn="l">
              <a:buNone/>
              <a:defRPr sz="3000" b="1" i="0">
                <a:solidFill>
                  <a:srgbClr val="F4F7FB"/>
                </a:solidFill>
                <a:latin typeface="Arial"/>
                <a:ea typeface="Arial"/>
                <a:cs typeface="Arial"/>
              </a:defRPr>
            </a:pPr>
            <a:r>
              <a:rPr sz="3000" b="1" i="0">
                <a:solidFill>
                  <a:srgbClr val="F4F7FB"/>
                </a:solidFill>
                <a:latin typeface="Arial"/>
                <a:ea typeface="Arial"/>
                <a:cs typeface="Arial"/>
              </a:rPr>
              <a:t>Synthetic fixture results</a:t>
            </a:r>
          </a:p>
        </p:txBody>
      </p:sp>
      <p:sp>
        <p:nvSpPr>
          <p:cNvPr id="3" name="Straight Connector 2">
            <a:extLst xmlns:a="http://schemas.openxmlformats.org/drawingml/2006/main">
              <a:ext uri="{FF2B5EF4-FFF2-40B4-BE49-F238E27FC236}">
                <a16:creationId xmlns:a16="http://schemas.microsoft.com/office/drawing/2014/main" id="{06B5BB6D-789E-4787-A5E1-814E3028F14A}"/>
              </a:ext>
            </a:extLst>
          </p:cNvPr>
          <p:cNvSpPr>
            <a:spLocks xmlns:a="http://schemas.openxmlformats.org/drawingml/2006/main" noGrp="1"/>
          </p:cNvSpPr>
          <p:nvPr/>
        </p:nvSpPr>
        <p:spPr>
          <a:xfrm xmlns:a="http://schemas.openxmlformats.org/drawingml/2006/main">
            <a:off x="590550" y="6286500"/>
            <a:ext cx="110109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4" name="Rectangle 3">
            <a:extLst xmlns:a="http://schemas.openxmlformats.org/drawingml/2006/main">
              <a:ext uri="{FF2B5EF4-FFF2-40B4-BE49-F238E27FC236}">
                <a16:creationId xmlns:a16="http://schemas.microsoft.com/office/drawing/2014/main" id="{593788EC-6F7A-49B0-8A52-07DED438AA1A}"/>
              </a:ext>
            </a:extLst>
          </p:cNvPr>
          <p:cNvSpPr>
            <a:spLocks xmlns:a="http://schemas.openxmlformats.org/drawingml/2006/main" noGrp="1"/>
          </p:cNvSpPr>
          <p:nvPr/>
        </p:nvSpPr>
        <p:spPr>
          <a:xfrm xmlns:a="http://schemas.openxmlformats.org/drawingml/2006/main">
            <a:off x="590550" y="6438900"/>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0" i="0">
                <a:solidFill>
                  <a:srgbClr val="9AAFC2"/>
                </a:solidFill>
                <a:latin typeface="Arial"/>
                <a:ea typeface="Arial"/>
                <a:cs typeface="Arial"/>
              </a:defRPr>
            </a:defPPr>
            <a:lvl1pPr algn="l">
              <a:buNone/>
              <a:defRPr sz="975" b="0" i="0">
                <a:solidFill>
                  <a:srgbClr val="9AAFC2"/>
                </a:solidFill>
                <a:latin typeface="Arial"/>
                <a:ea typeface="Arial"/>
                <a:cs typeface="Arial"/>
              </a:defRPr>
            </a:lvl1pPr>
            <a:lvl2pPr algn="l">
              <a:buNone/>
              <a:defRPr sz="975" b="0" i="0">
                <a:solidFill>
                  <a:srgbClr val="9AAFC2"/>
                </a:solidFill>
                <a:latin typeface="Arial"/>
                <a:ea typeface="Arial"/>
                <a:cs typeface="Arial"/>
              </a:defRPr>
            </a:lvl2pPr>
            <a:lvl3pPr algn="l">
              <a:buNone/>
              <a:defRPr sz="975" b="0" i="0">
                <a:solidFill>
                  <a:srgbClr val="9AAFC2"/>
                </a:solidFill>
                <a:latin typeface="Arial"/>
                <a:ea typeface="Arial"/>
                <a:cs typeface="Arial"/>
              </a:defRPr>
            </a:lvl3pPr>
            <a:lvl4pPr algn="l">
              <a:buNone/>
              <a:defRPr sz="975" b="0" i="0">
                <a:solidFill>
                  <a:srgbClr val="9AAFC2"/>
                </a:solidFill>
                <a:latin typeface="Arial"/>
                <a:ea typeface="Arial"/>
                <a:cs typeface="Arial"/>
              </a:defRPr>
            </a:lvl4pPr>
            <a:lvl5pPr algn="l">
              <a:buNone/>
              <a:defRPr sz="975" b="0" i="0">
                <a:solidFill>
                  <a:srgbClr val="9AAFC2"/>
                </a:solidFill>
                <a:latin typeface="Arial"/>
                <a:ea typeface="Arial"/>
                <a:cs typeface="Arial"/>
              </a:defRPr>
            </a:lvl5pPr>
            <a:lvl6pPr algn="l">
              <a:buNone/>
              <a:defRPr sz="975" b="0" i="0">
                <a:solidFill>
                  <a:srgbClr val="9AAFC2"/>
                </a:solidFill>
                <a:latin typeface="Arial"/>
                <a:ea typeface="Arial"/>
                <a:cs typeface="Arial"/>
              </a:defRPr>
            </a:lvl6pPr>
            <a:lvl7pPr algn="l">
              <a:buNone/>
              <a:defRPr sz="975" b="0" i="0">
                <a:solidFill>
                  <a:srgbClr val="9AAFC2"/>
                </a:solidFill>
                <a:latin typeface="Arial"/>
                <a:ea typeface="Arial"/>
                <a:cs typeface="Arial"/>
              </a:defRPr>
            </a:lvl7pPr>
            <a:lvl8pPr algn="l">
              <a:buNone/>
              <a:defRPr sz="975" b="0" i="0">
                <a:solidFill>
                  <a:srgbClr val="9AAFC2"/>
                </a:solidFill>
                <a:latin typeface="Arial"/>
                <a:ea typeface="Arial"/>
                <a:cs typeface="Arial"/>
              </a:defRPr>
            </a:lvl8pPr>
            <a:lvl9pPr algn="l">
              <a:buNone/>
              <a:defRPr sz="975" b="0" i="0">
                <a:solidFill>
                  <a:srgbClr val="9AAFC2"/>
                </a:solidFill>
                <a:latin typeface="Arial"/>
                <a:ea typeface="Arial"/>
                <a:cs typeface="Arial"/>
              </a:defRPr>
            </a:lvl9pPr>
          </a:lstStyle>
          <a:p xmlns:a="http://schemas.openxmlformats.org/drawingml/2006/main">
            <a:pPr algn="l">
              <a:buNone/>
              <a:defRPr sz="975" b="0" i="0">
                <a:solidFill>
                  <a:srgbClr val="9AAFC2"/>
                </a:solidFill>
                <a:latin typeface="Arial"/>
                <a:ea typeface="Arial"/>
                <a:cs typeface="Arial"/>
              </a:defRPr>
            </a:pPr>
            <a:r>
              <a:rPr sz="975" b="0" i="0">
                <a:solidFill>
                  <a:srgbClr val="9AAFC2"/>
                </a:solidFill>
                <a:latin typeface="Arial"/>
                <a:ea typeface="Arial"/>
                <a:cs typeface="Arial"/>
              </a:rPr>
              <a:t>Investigation leads for human review — not proof of fraud or mule activity.</a:t>
            </a:r>
          </a:p>
        </p:txBody>
      </p:sp>
      <p:sp>
        <p:nvSpPr>
          <p:cNvPr id="5" name="Rectangle 4">
            <a:extLst xmlns:a="http://schemas.openxmlformats.org/drawingml/2006/main">
              <a:ext uri="{FF2B5EF4-FFF2-40B4-BE49-F238E27FC236}">
                <a16:creationId xmlns:a16="http://schemas.microsoft.com/office/drawing/2014/main" id="{782D212E-FBEF-4174-BBBE-8E46BD834E87}"/>
              </a:ext>
            </a:extLst>
          </p:cNvPr>
          <p:cNvSpPr>
            <a:spLocks xmlns:a="http://schemas.openxmlformats.org/drawingml/2006/main" noGrp="1"/>
          </p:cNvSpPr>
          <p:nvPr/>
        </p:nvSpPr>
        <p:spPr>
          <a:xfrm xmlns:a="http://schemas.openxmlformats.org/drawingml/2006/main">
            <a:off x="1114425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r">
              <a:defRPr sz="975" b="0" i="0">
                <a:solidFill>
                  <a:srgbClr val="9AAFC2"/>
                </a:solidFill>
                <a:latin typeface="Arial"/>
                <a:ea typeface="Arial"/>
                <a:cs typeface="Arial"/>
              </a:defRPr>
            </a:defPPr>
            <a:lvl1pPr algn="r">
              <a:buNone/>
              <a:defRPr sz="975" b="0" i="0">
                <a:solidFill>
                  <a:srgbClr val="9AAFC2"/>
                </a:solidFill>
                <a:latin typeface="Arial"/>
                <a:ea typeface="Arial"/>
                <a:cs typeface="Arial"/>
              </a:defRPr>
            </a:lvl1pPr>
            <a:lvl2pPr algn="r">
              <a:buNone/>
              <a:defRPr sz="975" b="0" i="0">
                <a:solidFill>
                  <a:srgbClr val="9AAFC2"/>
                </a:solidFill>
                <a:latin typeface="Arial"/>
                <a:ea typeface="Arial"/>
                <a:cs typeface="Arial"/>
              </a:defRPr>
            </a:lvl2pPr>
            <a:lvl3pPr algn="r">
              <a:buNone/>
              <a:defRPr sz="975" b="0" i="0">
                <a:solidFill>
                  <a:srgbClr val="9AAFC2"/>
                </a:solidFill>
                <a:latin typeface="Arial"/>
                <a:ea typeface="Arial"/>
                <a:cs typeface="Arial"/>
              </a:defRPr>
            </a:lvl3pPr>
            <a:lvl4pPr algn="r">
              <a:buNone/>
              <a:defRPr sz="975" b="0" i="0">
                <a:solidFill>
                  <a:srgbClr val="9AAFC2"/>
                </a:solidFill>
                <a:latin typeface="Arial"/>
                <a:ea typeface="Arial"/>
                <a:cs typeface="Arial"/>
              </a:defRPr>
            </a:lvl4pPr>
            <a:lvl5pPr algn="r">
              <a:buNone/>
              <a:defRPr sz="975" b="0" i="0">
                <a:solidFill>
                  <a:srgbClr val="9AAFC2"/>
                </a:solidFill>
                <a:latin typeface="Arial"/>
                <a:ea typeface="Arial"/>
                <a:cs typeface="Arial"/>
              </a:defRPr>
            </a:lvl5pPr>
            <a:lvl6pPr algn="r">
              <a:buNone/>
              <a:defRPr sz="975" b="0" i="0">
                <a:solidFill>
                  <a:srgbClr val="9AAFC2"/>
                </a:solidFill>
                <a:latin typeface="Arial"/>
                <a:ea typeface="Arial"/>
                <a:cs typeface="Arial"/>
              </a:defRPr>
            </a:lvl6pPr>
            <a:lvl7pPr algn="r">
              <a:buNone/>
              <a:defRPr sz="975" b="0" i="0">
                <a:solidFill>
                  <a:srgbClr val="9AAFC2"/>
                </a:solidFill>
                <a:latin typeface="Arial"/>
                <a:ea typeface="Arial"/>
                <a:cs typeface="Arial"/>
              </a:defRPr>
            </a:lvl7pPr>
            <a:lvl8pPr algn="r">
              <a:buNone/>
              <a:defRPr sz="975" b="0" i="0">
                <a:solidFill>
                  <a:srgbClr val="9AAFC2"/>
                </a:solidFill>
                <a:latin typeface="Arial"/>
                <a:ea typeface="Arial"/>
                <a:cs typeface="Arial"/>
              </a:defRPr>
            </a:lvl8pPr>
            <a:lvl9pPr algn="r">
              <a:buNone/>
              <a:defRPr sz="975" b="0" i="0">
                <a:solidFill>
                  <a:srgbClr val="9AAFC2"/>
                </a:solidFill>
                <a:latin typeface="Arial"/>
                <a:ea typeface="Arial"/>
                <a:cs typeface="Arial"/>
              </a:defRPr>
            </a:lvl9pPr>
          </a:lstStyle>
          <a:p xmlns:a="http://schemas.openxmlformats.org/drawingml/2006/main">
            <a:pPr algn="r">
              <a:buNone/>
              <a:defRPr sz="975" b="0" i="0">
                <a:solidFill>
                  <a:srgbClr val="9AAFC2"/>
                </a:solidFill>
                <a:latin typeface="Arial"/>
                <a:ea typeface="Arial"/>
                <a:cs typeface="Arial"/>
              </a:defRPr>
            </a:pPr>
            <a:r>
              <a:rPr sz="975" b="0" i="0">
                <a:solidFill>
                  <a:srgbClr val="9AAFC2"/>
                </a:solidFill>
                <a:latin typeface="Arial"/>
                <a:ea typeface="Arial"/>
                <a:cs typeface="Arial"/>
              </a:rPr>
              <a:t>08</a:t>
            </a:r>
          </a:p>
        </p:txBody>
      </p:sp>
      <p:sp>
        <p:nvSpPr>
          <p:cNvPr id="6" name="Rectangle 5">
            <a:extLst xmlns:a="http://schemas.openxmlformats.org/drawingml/2006/main">
              <a:ext uri="{FF2B5EF4-FFF2-40B4-BE49-F238E27FC236}">
                <a16:creationId xmlns:a16="http://schemas.microsoft.com/office/drawing/2014/main" id="{25F6743D-3F73-4BA8-B2A3-FC901ADFF7CF}"/>
              </a:ext>
            </a:extLst>
          </p:cNvPr>
          <p:cNvSpPr>
            <a:spLocks xmlns:a="http://schemas.openxmlformats.org/drawingml/2006/main" noGrp="1"/>
          </p:cNvSpPr>
          <p:nvPr/>
        </p:nvSpPr>
        <p:spPr>
          <a:xfrm xmlns:a="http://schemas.openxmlformats.org/drawingml/2006/main">
            <a:off x="590550" y="13430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3000" b="1" i="0">
                <a:solidFill>
                  <a:srgbClr val="F4F7FB"/>
                </a:solidFill>
                <a:latin typeface="Arial"/>
                <a:ea typeface="Arial"/>
                <a:cs typeface="Arial"/>
              </a:defRPr>
            </a:defPPr>
            <a:lvl1pPr algn="ctr">
              <a:buNone/>
              <a:defRPr sz="3000" b="1" i="0">
                <a:solidFill>
                  <a:srgbClr val="F4F7FB"/>
                </a:solidFill>
                <a:latin typeface="Arial"/>
                <a:ea typeface="Arial"/>
                <a:cs typeface="Arial"/>
              </a:defRPr>
            </a:lvl1pPr>
            <a:lvl2pPr algn="ctr">
              <a:buNone/>
              <a:defRPr sz="3000" b="1" i="0">
                <a:solidFill>
                  <a:srgbClr val="F4F7FB"/>
                </a:solidFill>
                <a:latin typeface="Arial"/>
                <a:ea typeface="Arial"/>
                <a:cs typeface="Arial"/>
              </a:defRPr>
            </a:lvl2pPr>
            <a:lvl3pPr algn="ctr">
              <a:buNone/>
              <a:defRPr sz="3000" b="1" i="0">
                <a:solidFill>
                  <a:srgbClr val="F4F7FB"/>
                </a:solidFill>
                <a:latin typeface="Arial"/>
                <a:ea typeface="Arial"/>
                <a:cs typeface="Arial"/>
              </a:defRPr>
            </a:lvl3pPr>
            <a:lvl4pPr algn="ctr">
              <a:buNone/>
              <a:defRPr sz="3000" b="1" i="0">
                <a:solidFill>
                  <a:srgbClr val="F4F7FB"/>
                </a:solidFill>
                <a:latin typeface="Arial"/>
                <a:ea typeface="Arial"/>
                <a:cs typeface="Arial"/>
              </a:defRPr>
            </a:lvl4pPr>
            <a:lvl5pPr algn="ctr">
              <a:buNone/>
              <a:defRPr sz="3000" b="1" i="0">
                <a:solidFill>
                  <a:srgbClr val="F4F7FB"/>
                </a:solidFill>
                <a:latin typeface="Arial"/>
                <a:ea typeface="Arial"/>
                <a:cs typeface="Arial"/>
              </a:defRPr>
            </a:lvl5pPr>
            <a:lvl6pPr algn="ctr">
              <a:buNone/>
              <a:defRPr sz="3000" b="1" i="0">
                <a:solidFill>
                  <a:srgbClr val="F4F7FB"/>
                </a:solidFill>
                <a:latin typeface="Arial"/>
                <a:ea typeface="Arial"/>
                <a:cs typeface="Arial"/>
              </a:defRPr>
            </a:lvl6pPr>
            <a:lvl7pPr algn="ctr">
              <a:buNone/>
              <a:defRPr sz="3000" b="1" i="0">
                <a:solidFill>
                  <a:srgbClr val="F4F7FB"/>
                </a:solidFill>
                <a:latin typeface="Arial"/>
                <a:ea typeface="Arial"/>
                <a:cs typeface="Arial"/>
              </a:defRPr>
            </a:lvl7pPr>
            <a:lvl8pPr algn="ctr">
              <a:buNone/>
              <a:defRPr sz="3000" b="1" i="0">
                <a:solidFill>
                  <a:srgbClr val="F4F7FB"/>
                </a:solidFill>
                <a:latin typeface="Arial"/>
                <a:ea typeface="Arial"/>
                <a:cs typeface="Arial"/>
              </a:defRPr>
            </a:lvl8pPr>
            <a:lvl9pPr algn="ctr">
              <a:buNone/>
              <a:defRPr sz="3000" b="1" i="0">
                <a:solidFill>
                  <a:srgbClr val="F4F7FB"/>
                </a:solidFill>
                <a:latin typeface="Arial"/>
                <a:ea typeface="Arial"/>
                <a:cs typeface="Arial"/>
              </a:defRPr>
            </a:lvl9pPr>
          </a:lstStyle>
          <a:p xmlns:a="http://schemas.openxmlformats.org/drawingml/2006/main">
            <a:pPr algn="ctr">
              <a:buNone/>
              <a:defRPr sz="3000" b="1" i="0">
                <a:solidFill>
                  <a:srgbClr val="F4F7FB"/>
                </a:solidFill>
                <a:latin typeface="Arial"/>
                <a:ea typeface="Arial"/>
                <a:cs typeface="Arial"/>
              </a:defRPr>
            </a:pPr>
            <a:r>
              <a:rPr sz="3000" b="1" i="0">
                <a:solidFill>
                  <a:srgbClr val="F4F7FB"/>
                </a:solidFill>
                <a:latin typeface="Arial"/>
                <a:ea typeface="Arial"/>
                <a:cs typeface="Arial"/>
              </a:rPr>
              <a:t>40</a:t>
            </a:r>
          </a:p>
        </p:txBody>
      </p:sp>
      <p:sp>
        <p:nvSpPr>
          <p:cNvPr id="7" name="Rectangle 6">
            <a:extLst xmlns:a="http://schemas.openxmlformats.org/drawingml/2006/main">
              <a:ext uri="{FF2B5EF4-FFF2-40B4-BE49-F238E27FC236}">
                <a16:creationId xmlns:a16="http://schemas.microsoft.com/office/drawing/2014/main" id="{2C5AB443-455D-4769-9759-5E23D73D809C}"/>
              </a:ext>
            </a:extLst>
          </p:cNvPr>
          <p:cNvSpPr>
            <a:spLocks xmlns:a="http://schemas.openxmlformats.org/drawingml/2006/main" noGrp="1"/>
          </p:cNvSpPr>
          <p:nvPr/>
        </p:nvSpPr>
        <p:spPr>
          <a:xfrm xmlns:a="http://schemas.openxmlformats.org/drawingml/2006/main">
            <a:off x="590550" y="1876425"/>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125" b="1" i="0">
                <a:solidFill>
                  <a:srgbClr val="9AAFC2"/>
                </a:solidFill>
                <a:latin typeface="Arial"/>
                <a:ea typeface="Arial"/>
                <a:cs typeface="Arial"/>
              </a:defRPr>
            </a:defPPr>
            <a:lvl1pPr algn="ctr">
              <a:buNone/>
              <a:defRPr sz="1125" b="1" i="0">
                <a:solidFill>
                  <a:srgbClr val="9AAFC2"/>
                </a:solidFill>
                <a:latin typeface="Arial"/>
                <a:ea typeface="Arial"/>
                <a:cs typeface="Arial"/>
              </a:defRPr>
            </a:lvl1pPr>
            <a:lvl2pPr algn="ctr">
              <a:buNone/>
              <a:defRPr sz="1125" b="1" i="0">
                <a:solidFill>
                  <a:srgbClr val="9AAFC2"/>
                </a:solidFill>
                <a:latin typeface="Arial"/>
                <a:ea typeface="Arial"/>
                <a:cs typeface="Arial"/>
              </a:defRPr>
            </a:lvl2pPr>
            <a:lvl3pPr algn="ctr">
              <a:buNone/>
              <a:defRPr sz="1125" b="1" i="0">
                <a:solidFill>
                  <a:srgbClr val="9AAFC2"/>
                </a:solidFill>
                <a:latin typeface="Arial"/>
                <a:ea typeface="Arial"/>
                <a:cs typeface="Arial"/>
              </a:defRPr>
            </a:lvl3pPr>
            <a:lvl4pPr algn="ctr">
              <a:buNone/>
              <a:defRPr sz="1125" b="1" i="0">
                <a:solidFill>
                  <a:srgbClr val="9AAFC2"/>
                </a:solidFill>
                <a:latin typeface="Arial"/>
                <a:ea typeface="Arial"/>
                <a:cs typeface="Arial"/>
              </a:defRPr>
            </a:lvl4pPr>
            <a:lvl5pPr algn="ctr">
              <a:buNone/>
              <a:defRPr sz="1125" b="1" i="0">
                <a:solidFill>
                  <a:srgbClr val="9AAFC2"/>
                </a:solidFill>
                <a:latin typeface="Arial"/>
                <a:ea typeface="Arial"/>
                <a:cs typeface="Arial"/>
              </a:defRPr>
            </a:lvl5pPr>
            <a:lvl6pPr algn="ctr">
              <a:buNone/>
              <a:defRPr sz="1125" b="1" i="0">
                <a:solidFill>
                  <a:srgbClr val="9AAFC2"/>
                </a:solidFill>
                <a:latin typeface="Arial"/>
                <a:ea typeface="Arial"/>
                <a:cs typeface="Arial"/>
              </a:defRPr>
            </a:lvl6pPr>
            <a:lvl7pPr algn="ctr">
              <a:buNone/>
              <a:defRPr sz="1125" b="1" i="0">
                <a:solidFill>
                  <a:srgbClr val="9AAFC2"/>
                </a:solidFill>
                <a:latin typeface="Arial"/>
                <a:ea typeface="Arial"/>
                <a:cs typeface="Arial"/>
              </a:defRPr>
            </a:lvl7pPr>
            <a:lvl8pPr algn="ctr">
              <a:buNone/>
              <a:defRPr sz="1125" b="1" i="0">
                <a:solidFill>
                  <a:srgbClr val="9AAFC2"/>
                </a:solidFill>
                <a:latin typeface="Arial"/>
                <a:ea typeface="Arial"/>
                <a:cs typeface="Arial"/>
              </a:defRPr>
            </a:lvl8pPr>
            <a:lvl9pPr algn="ctr">
              <a:buNone/>
              <a:defRPr sz="1125" b="1" i="0">
                <a:solidFill>
                  <a:srgbClr val="9AAFC2"/>
                </a:solidFill>
                <a:latin typeface="Arial"/>
                <a:ea typeface="Arial"/>
                <a:cs typeface="Arial"/>
              </a:defRPr>
            </a:lvl9pPr>
          </a:lstStyle>
          <a:p xmlns:a="http://schemas.openxmlformats.org/drawingml/2006/main">
            <a:pPr algn="ctr">
              <a:buNone/>
              <a:defRPr sz="1125" b="1" i="0">
                <a:solidFill>
                  <a:srgbClr val="9AAFC2"/>
                </a:solidFill>
                <a:latin typeface="Arial"/>
                <a:ea typeface="Arial"/>
                <a:cs typeface="Arial"/>
              </a:defRPr>
            </a:pPr>
            <a:r>
              <a:rPr sz="1125" b="1" i="0">
                <a:solidFill>
                  <a:srgbClr val="9AAFC2"/>
                </a:solidFill>
                <a:latin typeface="Arial"/>
                <a:ea typeface="Arial"/>
                <a:cs typeface="Arial"/>
              </a:rPr>
              <a:t>Input rows</a:t>
            </a:r>
          </a:p>
        </p:txBody>
      </p:sp>
      <p:sp>
        <p:nvSpPr>
          <p:cNvPr id="8" name="Straight Connector 7">
            <a:extLst xmlns:a="http://schemas.openxmlformats.org/drawingml/2006/main">
              <a:ext uri="{FF2B5EF4-FFF2-40B4-BE49-F238E27FC236}">
                <a16:creationId xmlns:a16="http://schemas.microsoft.com/office/drawing/2014/main" id="{CD9284D1-9F5C-4A19-86BC-77D4ED64C5CF}"/>
              </a:ext>
            </a:extLst>
          </p:cNvPr>
          <p:cNvSpPr>
            <a:spLocks xmlns:a="http://schemas.openxmlformats.org/drawingml/2006/main" noGrp="1"/>
          </p:cNvSpPr>
          <p:nvPr/>
        </p:nvSpPr>
        <p:spPr>
          <a:xfrm xmlns:a="http://schemas.openxmlformats.org/drawingml/2006/main">
            <a:off x="2371725" y="1428750"/>
            <a:ext cx="9525"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9" name="Rectangle 8">
            <a:extLst xmlns:a="http://schemas.openxmlformats.org/drawingml/2006/main">
              <a:ext uri="{FF2B5EF4-FFF2-40B4-BE49-F238E27FC236}">
                <a16:creationId xmlns:a16="http://schemas.microsoft.com/office/drawing/2014/main" id="{C83E5748-9ABA-49A1-A5DA-E46C77C0659B}"/>
              </a:ext>
            </a:extLst>
          </p:cNvPr>
          <p:cNvSpPr>
            <a:spLocks xmlns:a="http://schemas.openxmlformats.org/drawingml/2006/main" noGrp="1"/>
          </p:cNvSpPr>
          <p:nvPr/>
        </p:nvSpPr>
        <p:spPr>
          <a:xfrm xmlns:a="http://schemas.openxmlformats.org/drawingml/2006/main">
            <a:off x="2457450" y="13430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3000" b="1" i="0">
                <a:solidFill>
                  <a:srgbClr val="38E0C1"/>
                </a:solidFill>
                <a:latin typeface="Arial"/>
                <a:ea typeface="Arial"/>
                <a:cs typeface="Arial"/>
              </a:defRPr>
            </a:defPPr>
            <a:lvl1pPr algn="ctr">
              <a:buNone/>
              <a:defRPr sz="3000" b="1" i="0">
                <a:solidFill>
                  <a:srgbClr val="38E0C1"/>
                </a:solidFill>
                <a:latin typeface="Arial"/>
                <a:ea typeface="Arial"/>
                <a:cs typeface="Arial"/>
              </a:defRPr>
            </a:lvl1pPr>
            <a:lvl2pPr algn="ctr">
              <a:buNone/>
              <a:defRPr sz="3000" b="1" i="0">
                <a:solidFill>
                  <a:srgbClr val="38E0C1"/>
                </a:solidFill>
                <a:latin typeface="Arial"/>
                <a:ea typeface="Arial"/>
                <a:cs typeface="Arial"/>
              </a:defRPr>
            </a:lvl2pPr>
            <a:lvl3pPr algn="ctr">
              <a:buNone/>
              <a:defRPr sz="3000" b="1" i="0">
                <a:solidFill>
                  <a:srgbClr val="38E0C1"/>
                </a:solidFill>
                <a:latin typeface="Arial"/>
                <a:ea typeface="Arial"/>
                <a:cs typeface="Arial"/>
              </a:defRPr>
            </a:lvl3pPr>
            <a:lvl4pPr algn="ctr">
              <a:buNone/>
              <a:defRPr sz="3000" b="1" i="0">
                <a:solidFill>
                  <a:srgbClr val="38E0C1"/>
                </a:solidFill>
                <a:latin typeface="Arial"/>
                <a:ea typeface="Arial"/>
                <a:cs typeface="Arial"/>
              </a:defRPr>
            </a:lvl4pPr>
            <a:lvl5pPr algn="ctr">
              <a:buNone/>
              <a:defRPr sz="3000" b="1" i="0">
                <a:solidFill>
                  <a:srgbClr val="38E0C1"/>
                </a:solidFill>
                <a:latin typeface="Arial"/>
                <a:ea typeface="Arial"/>
                <a:cs typeface="Arial"/>
              </a:defRPr>
            </a:lvl5pPr>
            <a:lvl6pPr algn="ctr">
              <a:buNone/>
              <a:defRPr sz="3000" b="1" i="0">
                <a:solidFill>
                  <a:srgbClr val="38E0C1"/>
                </a:solidFill>
                <a:latin typeface="Arial"/>
                <a:ea typeface="Arial"/>
                <a:cs typeface="Arial"/>
              </a:defRPr>
            </a:lvl6pPr>
            <a:lvl7pPr algn="ctr">
              <a:buNone/>
              <a:defRPr sz="3000" b="1" i="0">
                <a:solidFill>
                  <a:srgbClr val="38E0C1"/>
                </a:solidFill>
                <a:latin typeface="Arial"/>
                <a:ea typeface="Arial"/>
                <a:cs typeface="Arial"/>
              </a:defRPr>
            </a:lvl7pPr>
            <a:lvl8pPr algn="ctr">
              <a:buNone/>
              <a:defRPr sz="3000" b="1" i="0">
                <a:solidFill>
                  <a:srgbClr val="38E0C1"/>
                </a:solidFill>
                <a:latin typeface="Arial"/>
                <a:ea typeface="Arial"/>
                <a:cs typeface="Arial"/>
              </a:defRPr>
            </a:lvl8pPr>
            <a:lvl9pPr algn="ctr">
              <a:buNone/>
              <a:defRPr sz="3000" b="1" i="0">
                <a:solidFill>
                  <a:srgbClr val="38E0C1"/>
                </a:solidFill>
                <a:latin typeface="Arial"/>
                <a:ea typeface="Arial"/>
                <a:cs typeface="Arial"/>
              </a:defRPr>
            </a:lvl9pPr>
          </a:lstStyle>
          <a:p xmlns:a="http://schemas.openxmlformats.org/drawingml/2006/main">
            <a:pPr algn="ctr">
              <a:buNone/>
              <a:defRPr sz="3000" b="1" i="0">
                <a:solidFill>
                  <a:srgbClr val="38E0C1"/>
                </a:solidFill>
                <a:latin typeface="Arial"/>
                <a:ea typeface="Arial"/>
                <a:cs typeface="Arial"/>
              </a:defRPr>
            </a:pPr>
            <a:r>
              <a:rPr sz="3000" b="1" i="0">
                <a:solidFill>
                  <a:srgbClr val="38E0C1"/>
                </a:solidFill>
                <a:latin typeface="Arial"/>
                <a:ea typeface="Arial"/>
                <a:cs typeface="Arial"/>
              </a:rPr>
              <a:t>31</a:t>
            </a:r>
          </a:p>
        </p:txBody>
      </p:sp>
      <p:sp>
        <p:nvSpPr>
          <p:cNvPr id="10" name="Rectangle 9">
            <a:extLst xmlns:a="http://schemas.openxmlformats.org/drawingml/2006/main">
              <a:ext uri="{FF2B5EF4-FFF2-40B4-BE49-F238E27FC236}">
                <a16:creationId xmlns:a16="http://schemas.microsoft.com/office/drawing/2014/main" id="{77C26B85-EEAB-40CF-8BBB-533F57DA3E58}"/>
              </a:ext>
            </a:extLst>
          </p:cNvPr>
          <p:cNvSpPr>
            <a:spLocks xmlns:a="http://schemas.openxmlformats.org/drawingml/2006/main" noGrp="1"/>
          </p:cNvSpPr>
          <p:nvPr/>
        </p:nvSpPr>
        <p:spPr>
          <a:xfrm xmlns:a="http://schemas.openxmlformats.org/drawingml/2006/main">
            <a:off x="2457450" y="1876425"/>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125" b="1" i="0">
                <a:solidFill>
                  <a:srgbClr val="9AAFC2"/>
                </a:solidFill>
                <a:latin typeface="Arial"/>
                <a:ea typeface="Arial"/>
                <a:cs typeface="Arial"/>
              </a:defRPr>
            </a:defPPr>
            <a:lvl1pPr algn="ctr">
              <a:buNone/>
              <a:defRPr sz="1125" b="1" i="0">
                <a:solidFill>
                  <a:srgbClr val="9AAFC2"/>
                </a:solidFill>
                <a:latin typeface="Arial"/>
                <a:ea typeface="Arial"/>
                <a:cs typeface="Arial"/>
              </a:defRPr>
            </a:lvl1pPr>
            <a:lvl2pPr algn="ctr">
              <a:buNone/>
              <a:defRPr sz="1125" b="1" i="0">
                <a:solidFill>
                  <a:srgbClr val="9AAFC2"/>
                </a:solidFill>
                <a:latin typeface="Arial"/>
                <a:ea typeface="Arial"/>
                <a:cs typeface="Arial"/>
              </a:defRPr>
            </a:lvl2pPr>
            <a:lvl3pPr algn="ctr">
              <a:buNone/>
              <a:defRPr sz="1125" b="1" i="0">
                <a:solidFill>
                  <a:srgbClr val="9AAFC2"/>
                </a:solidFill>
                <a:latin typeface="Arial"/>
                <a:ea typeface="Arial"/>
                <a:cs typeface="Arial"/>
              </a:defRPr>
            </a:lvl3pPr>
            <a:lvl4pPr algn="ctr">
              <a:buNone/>
              <a:defRPr sz="1125" b="1" i="0">
                <a:solidFill>
                  <a:srgbClr val="9AAFC2"/>
                </a:solidFill>
                <a:latin typeface="Arial"/>
                <a:ea typeface="Arial"/>
                <a:cs typeface="Arial"/>
              </a:defRPr>
            </a:lvl4pPr>
            <a:lvl5pPr algn="ctr">
              <a:buNone/>
              <a:defRPr sz="1125" b="1" i="0">
                <a:solidFill>
                  <a:srgbClr val="9AAFC2"/>
                </a:solidFill>
                <a:latin typeface="Arial"/>
                <a:ea typeface="Arial"/>
                <a:cs typeface="Arial"/>
              </a:defRPr>
            </a:lvl5pPr>
            <a:lvl6pPr algn="ctr">
              <a:buNone/>
              <a:defRPr sz="1125" b="1" i="0">
                <a:solidFill>
                  <a:srgbClr val="9AAFC2"/>
                </a:solidFill>
                <a:latin typeface="Arial"/>
                <a:ea typeface="Arial"/>
                <a:cs typeface="Arial"/>
              </a:defRPr>
            </a:lvl6pPr>
            <a:lvl7pPr algn="ctr">
              <a:buNone/>
              <a:defRPr sz="1125" b="1" i="0">
                <a:solidFill>
                  <a:srgbClr val="9AAFC2"/>
                </a:solidFill>
                <a:latin typeface="Arial"/>
                <a:ea typeface="Arial"/>
                <a:cs typeface="Arial"/>
              </a:defRPr>
            </a:lvl7pPr>
            <a:lvl8pPr algn="ctr">
              <a:buNone/>
              <a:defRPr sz="1125" b="1" i="0">
                <a:solidFill>
                  <a:srgbClr val="9AAFC2"/>
                </a:solidFill>
                <a:latin typeface="Arial"/>
                <a:ea typeface="Arial"/>
                <a:cs typeface="Arial"/>
              </a:defRPr>
            </a:lvl8pPr>
            <a:lvl9pPr algn="ctr">
              <a:buNone/>
              <a:defRPr sz="1125" b="1" i="0">
                <a:solidFill>
                  <a:srgbClr val="9AAFC2"/>
                </a:solidFill>
                <a:latin typeface="Arial"/>
                <a:ea typeface="Arial"/>
                <a:cs typeface="Arial"/>
              </a:defRPr>
            </a:lvl9pPr>
          </a:lstStyle>
          <a:p xmlns:a="http://schemas.openxmlformats.org/drawingml/2006/main">
            <a:pPr algn="ctr">
              <a:buNone/>
              <a:defRPr sz="1125" b="1" i="0">
                <a:solidFill>
                  <a:srgbClr val="9AAFC2"/>
                </a:solidFill>
                <a:latin typeface="Arial"/>
                <a:ea typeface="Arial"/>
                <a:cs typeface="Arial"/>
              </a:defRPr>
            </a:pPr>
            <a:r>
              <a:rPr sz="1125" b="1" i="0">
                <a:solidFill>
                  <a:srgbClr val="9AAFC2"/>
                </a:solidFill>
                <a:latin typeface="Arial"/>
                <a:ea typeface="Arial"/>
                <a:cs typeface="Arial"/>
              </a:rPr>
              <a:t>Accepted</a:t>
            </a:r>
          </a:p>
        </p:txBody>
      </p:sp>
      <p:sp>
        <p:nvSpPr>
          <p:cNvPr id="11" name="Straight Connector 10">
            <a:extLst xmlns:a="http://schemas.openxmlformats.org/drawingml/2006/main">
              <a:ext uri="{FF2B5EF4-FFF2-40B4-BE49-F238E27FC236}">
                <a16:creationId xmlns:a16="http://schemas.microsoft.com/office/drawing/2014/main" id="{57E24A66-20D7-48F6-827F-D83E5D56C34E}"/>
              </a:ext>
            </a:extLst>
          </p:cNvPr>
          <p:cNvSpPr>
            <a:spLocks xmlns:a="http://schemas.openxmlformats.org/drawingml/2006/main" noGrp="1"/>
          </p:cNvSpPr>
          <p:nvPr/>
        </p:nvSpPr>
        <p:spPr>
          <a:xfrm xmlns:a="http://schemas.openxmlformats.org/drawingml/2006/main">
            <a:off x="4238625" y="1428750"/>
            <a:ext cx="9525"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12" name="Rectangle 11">
            <a:extLst xmlns:a="http://schemas.openxmlformats.org/drawingml/2006/main">
              <a:ext uri="{FF2B5EF4-FFF2-40B4-BE49-F238E27FC236}">
                <a16:creationId xmlns:a16="http://schemas.microsoft.com/office/drawing/2014/main" id="{2013EC76-366F-4720-81DC-AEAA1FCE32AE}"/>
              </a:ext>
            </a:extLst>
          </p:cNvPr>
          <p:cNvSpPr>
            <a:spLocks xmlns:a="http://schemas.openxmlformats.org/drawingml/2006/main" noGrp="1"/>
          </p:cNvSpPr>
          <p:nvPr/>
        </p:nvSpPr>
        <p:spPr>
          <a:xfrm xmlns:a="http://schemas.openxmlformats.org/drawingml/2006/main">
            <a:off x="4324350" y="13430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3000" b="1" i="0">
                <a:solidFill>
                  <a:srgbClr val="FF7777"/>
                </a:solidFill>
                <a:latin typeface="Arial"/>
                <a:ea typeface="Arial"/>
                <a:cs typeface="Arial"/>
              </a:defRPr>
            </a:defPPr>
            <a:lvl1pPr algn="ctr">
              <a:buNone/>
              <a:defRPr sz="3000" b="1" i="0">
                <a:solidFill>
                  <a:srgbClr val="FF7777"/>
                </a:solidFill>
                <a:latin typeface="Arial"/>
                <a:ea typeface="Arial"/>
                <a:cs typeface="Arial"/>
              </a:defRPr>
            </a:lvl1pPr>
            <a:lvl2pPr algn="ctr">
              <a:buNone/>
              <a:defRPr sz="3000" b="1" i="0">
                <a:solidFill>
                  <a:srgbClr val="FF7777"/>
                </a:solidFill>
                <a:latin typeface="Arial"/>
                <a:ea typeface="Arial"/>
                <a:cs typeface="Arial"/>
              </a:defRPr>
            </a:lvl2pPr>
            <a:lvl3pPr algn="ctr">
              <a:buNone/>
              <a:defRPr sz="3000" b="1" i="0">
                <a:solidFill>
                  <a:srgbClr val="FF7777"/>
                </a:solidFill>
                <a:latin typeface="Arial"/>
                <a:ea typeface="Arial"/>
                <a:cs typeface="Arial"/>
              </a:defRPr>
            </a:lvl3pPr>
            <a:lvl4pPr algn="ctr">
              <a:buNone/>
              <a:defRPr sz="3000" b="1" i="0">
                <a:solidFill>
                  <a:srgbClr val="FF7777"/>
                </a:solidFill>
                <a:latin typeface="Arial"/>
                <a:ea typeface="Arial"/>
                <a:cs typeface="Arial"/>
              </a:defRPr>
            </a:lvl4pPr>
            <a:lvl5pPr algn="ctr">
              <a:buNone/>
              <a:defRPr sz="3000" b="1" i="0">
                <a:solidFill>
                  <a:srgbClr val="FF7777"/>
                </a:solidFill>
                <a:latin typeface="Arial"/>
                <a:ea typeface="Arial"/>
                <a:cs typeface="Arial"/>
              </a:defRPr>
            </a:lvl5pPr>
            <a:lvl6pPr algn="ctr">
              <a:buNone/>
              <a:defRPr sz="3000" b="1" i="0">
                <a:solidFill>
                  <a:srgbClr val="FF7777"/>
                </a:solidFill>
                <a:latin typeface="Arial"/>
                <a:ea typeface="Arial"/>
                <a:cs typeface="Arial"/>
              </a:defRPr>
            </a:lvl6pPr>
            <a:lvl7pPr algn="ctr">
              <a:buNone/>
              <a:defRPr sz="3000" b="1" i="0">
                <a:solidFill>
                  <a:srgbClr val="FF7777"/>
                </a:solidFill>
                <a:latin typeface="Arial"/>
                <a:ea typeface="Arial"/>
                <a:cs typeface="Arial"/>
              </a:defRPr>
            </a:lvl7pPr>
            <a:lvl8pPr algn="ctr">
              <a:buNone/>
              <a:defRPr sz="3000" b="1" i="0">
                <a:solidFill>
                  <a:srgbClr val="FF7777"/>
                </a:solidFill>
                <a:latin typeface="Arial"/>
                <a:ea typeface="Arial"/>
                <a:cs typeface="Arial"/>
              </a:defRPr>
            </a:lvl8pPr>
            <a:lvl9pPr algn="ctr">
              <a:buNone/>
              <a:defRPr sz="3000" b="1" i="0">
                <a:solidFill>
                  <a:srgbClr val="FF7777"/>
                </a:solidFill>
                <a:latin typeface="Arial"/>
                <a:ea typeface="Arial"/>
                <a:cs typeface="Arial"/>
              </a:defRPr>
            </a:lvl9pPr>
          </a:lstStyle>
          <a:p xmlns:a="http://schemas.openxmlformats.org/drawingml/2006/main">
            <a:pPr algn="ctr">
              <a:buNone/>
              <a:defRPr sz="3000" b="1" i="0">
                <a:solidFill>
                  <a:srgbClr val="FF7777"/>
                </a:solidFill>
                <a:latin typeface="Arial"/>
                <a:ea typeface="Arial"/>
                <a:cs typeface="Arial"/>
              </a:defRPr>
            </a:pPr>
            <a:r>
              <a:rPr sz="3000" b="1" i="0">
                <a:solidFill>
                  <a:srgbClr val="FF7777"/>
                </a:solidFill>
                <a:latin typeface="Arial"/>
                <a:ea typeface="Arial"/>
                <a:cs typeface="Arial"/>
              </a:rPr>
              <a:t>9</a:t>
            </a:r>
          </a:p>
        </p:txBody>
      </p:sp>
      <p:sp>
        <p:nvSpPr>
          <p:cNvPr id="13" name="Rectangle 12">
            <a:extLst xmlns:a="http://schemas.openxmlformats.org/drawingml/2006/main">
              <a:ext uri="{FF2B5EF4-FFF2-40B4-BE49-F238E27FC236}">
                <a16:creationId xmlns:a16="http://schemas.microsoft.com/office/drawing/2014/main" id="{4656EEC5-D6C1-4B1F-997F-7F27E67CACE5}"/>
              </a:ext>
            </a:extLst>
          </p:cNvPr>
          <p:cNvSpPr>
            <a:spLocks xmlns:a="http://schemas.openxmlformats.org/drawingml/2006/main" noGrp="1"/>
          </p:cNvSpPr>
          <p:nvPr/>
        </p:nvSpPr>
        <p:spPr>
          <a:xfrm xmlns:a="http://schemas.openxmlformats.org/drawingml/2006/main">
            <a:off x="4324350" y="1876425"/>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125" b="1" i="0">
                <a:solidFill>
                  <a:srgbClr val="9AAFC2"/>
                </a:solidFill>
                <a:latin typeface="Arial"/>
                <a:ea typeface="Arial"/>
                <a:cs typeface="Arial"/>
              </a:defRPr>
            </a:defPPr>
            <a:lvl1pPr algn="ctr">
              <a:buNone/>
              <a:defRPr sz="1125" b="1" i="0">
                <a:solidFill>
                  <a:srgbClr val="9AAFC2"/>
                </a:solidFill>
                <a:latin typeface="Arial"/>
                <a:ea typeface="Arial"/>
                <a:cs typeface="Arial"/>
              </a:defRPr>
            </a:lvl1pPr>
            <a:lvl2pPr algn="ctr">
              <a:buNone/>
              <a:defRPr sz="1125" b="1" i="0">
                <a:solidFill>
                  <a:srgbClr val="9AAFC2"/>
                </a:solidFill>
                <a:latin typeface="Arial"/>
                <a:ea typeface="Arial"/>
                <a:cs typeface="Arial"/>
              </a:defRPr>
            </a:lvl2pPr>
            <a:lvl3pPr algn="ctr">
              <a:buNone/>
              <a:defRPr sz="1125" b="1" i="0">
                <a:solidFill>
                  <a:srgbClr val="9AAFC2"/>
                </a:solidFill>
                <a:latin typeface="Arial"/>
                <a:ea typeface="Arial"/>
                <a:cs typeface="Arial"/>
              </a:defRPr>
            </a:lvl3pPr>
            <a:lvl4pPr algn="ctr">
              <a:buNone/>
              <a:defRPr sz="1125" b="1" i="0">
                <a:solidFill>
                  <a:srgbClr val="9AAFC2"/>
                </a:solidFill>
                <a:latin typeface="Arial"/>
                <a:ea typeface="Arial"/>
                <a:cs typeface="Arial"/>
              </a:defRPr>
            </a:lvl4pPr>
            <a:lvl5pPr algn="ctr">
              <a:buNone/>
              <a:defRPr sz="1125" b="1" i="0">
                <a:solidFill>
                  <a:srgbClr val="9AAFC2"/>
                </a:solidFill>
                <a:latin typeface="Arial"/>
                <a:ea typeface="Arial"/>
                <a:cs typeface="Arial"/>
              </a:defRPr>
            </a:lvl5pPr>
            <a:lvl6pPr algn="ctr">
              <a:buNone/>
              <a:defRPr sz="1125" b="1" i="0">
                <a:solidFill>
                  <a:srgbClr val="9AAFC2"/>
                </a:solidFill>
                <a:latin typeface="Arial"/>
                <a:ea typeface="Arial"/>
                <a:cs typeface="Arial"/>
              </a:defRPr>
            </a:lvl6pPr>
            <a:lvl7pPr algn="ctr">
              <a:buNone/>
              <a:defRPr sz="1125" b="1" i="0">
                <a:solidFill>
                  <a:srgbClr val="9AAFC2"/>
                </a:solidFill>
                <a:latin typeface="Arial"/>
                <a:ea typeface="Arial"/>
                <a:cs typeface="Arial"/>
              </a:defRPr>
            </a:lvl7pPr>
            <a:lvl8pPr algn="ctr">
              <a:buNone/>
              <a:defRPr sz="1125" b="1" i="0">
                <a:solidFill>
                  <a:srgbClr val="9AAFC2"/>
                </a:solidFill>
                <a:latin typeface="Arial"/>
                <a:ea typeface="Arial"/>
                <a:cs typeface="Arial"/>
              </a:defRPr>
            </a:lvl8pPr>
            <a:lvl9pPr algn="ctr">
              <a:buNone/>
              <a:defRPr sz="1125" b="1" i="0">
                <a:solidFill>
                  <a:srgbClr val="9AAFC2"/>
                </a:solidFill>
                <a:latin typeface="Arial"/>
                <a:ea typeface="Arial"/>
                <a:cs typeface="Arial"/>
              </a:defRPr>
            </a:lvl9pPr>
          </a:lstStyle>
          <a:p xmlns:a="http://schemas.openxmlformats.org/drawingml/2006/main">
            <a:pPr algn="ctr">
              <a:buNone/>
              <a:defRPr sz="1125" b="1" i="0">
                <a:solidFill>
                  <a:srgbClr val="9AAFC2"/>
                </a:solidFill>
                <a:latin typeface="Arial"/>
                <a:ea typeface="Arial"/>
                <a:cs typeface="Arial"/>
              </a:defRPr>
            </a:pPr>
            <a:r>
              <a:rPr sz="1125" b="1" i="0">
                <a:solidFill>
                  <a:srgbClr val="9AAFC2"/>
                </a:solidFill>
                <a:latin typeface="Arial"/>
                <a:ea typeface="Arial"/>
                <a:cs typeface="Arial"/>
              </a:rPr>
              <a:t>Rejected</a:t>
            </a:r>
          </a:p>
        </p:txBody>
      </p:sp>
      <p:sp>
        <p:nvSpPr>
          <p:cNvPr id="14" name="Straight Connector 13">
            <a:extLst xmlns:a="http://schemas.openxmlformats.org/drawingml/2006/main">
              <a:ext uri="{FF2B5EF4-FFF2-40B4-BE49-F238E27FC236}">
                <a16:creationId xmlns:a16="http://schemas.microsoft.com/office/drawing/2014/main" id="{2ED8E5A4-6ABC-45E9-86AB-6835EA903B6D}"/>
              </a:ext>
            </a:extLst>
          </p:cNvPr>
          <p:cNvSpPr>
            <a:spLocks xmlns:a="http://schemas.openxmlformats.org/drawingml/2006/main" noGrp="1"/>
          </p:cNvSpPr>
          <p:nvPr/>
        </p:nvSpPr>
        <p:spPr>
          <a:xfrm xmlns:a="http://schemas.openxmlformats.org/drawingml/2006/main">
            <a:off x="6105525" y="1428750"/>
            <a:ext cx="9525"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15" name="Rectangle 14">
            <a:extLst xmlns:a="http://schemas.openxmlformats.org/drawingml/2006/main">
              <a:ext uri="{FF2B5EF4-FFF2-40B4-BE49-F238E27FC236}">
                <a16:creationId xmlns:a16="http://schemas.microsoft.com/office/drawing/2014/main" id="{652415AB-3E81-4E2F-B1D5-6FA6B9F45E32}"/>
              </a:ext>
            </a:extLst>
          </p:cNvPr>
          <p:cNvSpPr>
            <a:spLocks xmlns:a="http://schemas.openxmlformats.org/drawingml/2006/main" noGrp="1"/>
          </p:cNvSpPr>
          <p:nvPr/>
        </p:nvSpPr>
        <p:spPr>
          <a:xfrm xmlns:a="http://schemas.openxmlformats.org/drawingml/2006/main">
            <a:off x="6191250" y="13430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3000" b="1" i="0">
                <a:solidFill>
                  <a:srgbClr val="F4F7FB"/>
                </a:solidFill>
                <a:latin typeface="Arial"/>
                <a:ea typeface="Arial"/>
                <a:cs typeface="Arial"/>
              </a:defRPr>
            </a:defPPr>
            <a:lvl1pPr algn="ctr">
              <a:buNone/>
              <a:defRPr sz="3000" b="1" i="0">
                <a:solidFill>
                  <a:srgbClr val="F4F7FB"/>
                </a:solidFill>
                <a:latin typeface="Arial"/>
                <a:ea typeface="Arial"/>
                <a:cs typeface="Arial"/>
              </a:defRPr>
            </a:lvl1pPr>
            <a:lvl2pPr algn="ctr">
              <a:buNone/>
              <a:defRPr sz="3000" b="1" i="0">
                <a:solidFill>
                  <a:srgbClr val="F4F7FB"/>
                </a:solidFill>
                <a:latin typeface="Arial"/>
                <a:ea typeface="Arial"/>
                <a:cs typeface="Arial"/>
              </a:defRPr>
            </a:lvl2pPr>
            <a:lvl3pPr algn="ctr">
              <a:buNone/>
              <a:defRPr sz="3000" b="1" i="0">
                <a:solidFill>
                  <a:srgbClr val="F4F7FB"/>
                </a:solidFill>
                <a:latin typeface="Arial"/>
                <a:ea typeface="Arial"/>
                <a:cs typeface="Arial"/>
              </a:defRPr>
            </a:lvl3pPr>
            <a:lvl4pPr algn="ctr">
              <a:buNone/>
              <a:defRPr sz="3000" b="1" i="0">
                <a:solidFill>
                  <a:srgbClr val="F4F7FB"/>
                </a:solidFill>
                <a:latin typeface="Arial"/>
                <a:ea typeface="Arial"/>
                <a:cs typeface="Arial"/>
              </a:defRPr>
            </a:lvl4pPr>
            <a:lvl5pPr algn="ctr">
              <a:buNone/>
              <a:defRPr sz="3000" b="1" i="0">
                <a:solidFill>
                  <a:srgbClr val="F4F7FB"/>
                </a:solidFill>
                <a:latin typeface="Arial"/>
                <a:ea typeface="Arial"/>
                <a:cs typeface="Arial"/>
              </a:defRPr>
            </a:lvl5pPr>
            <a:lvl6pPr algn="ctr">
              <a:buNone/>
              <a:defRPr sz="3000" b="1" i="0">
                <a:solidFill>
                  <a:srgbClr val="F4F7FB"/>
                </a:solidFill>
                <a:latin typeface="Arial"/>
                <a:ea typeface="Arial"/>
                <a:cs typeface="Arial"/>
              </a:defRPr>
            </a:lvl6pPr>
            <a:lvl7pPr algn="ctr">
              <a:buNone/>
              <a:defRPr sz="3000" b="1" i="0">
                <a:solidFill>
                  <a:srgbClr val="F4F7FB"/>
                </a:solidFill>
                <a:latin typeface="Arial"/>
                <a:ea typeface="Arial"/>
                <a:cs typeface="Arial"/>
              </a:defRPr>
            </a:lvl7pPr>
            <a:lvl8pPr algn="ctr">
              <a:buNone/>
              <a:defRPr sz="3000" b="1" i="0">
                <a:solidFill>
                  <a:srgbClr val="F4F7FB"/>
                </a:solidFill>
                <a:latin typeface="Arial"/>
                <a:ea typeface="Arial"/>
                <a:cs typeface="Arial"/>
              </a:defRPr>
            </a:lvl8pPr>
            <a:lvl9pPr algn="ctr">
              <a:buNone/>
              <a:defRPr sz="3000" b="1" i="0">
                <a:solidFill>
                  <a:srgbClr val="F4F7FB"/>
                </a:solidFill>
                <a:latin typeface="Arial"/>
                <a:ea typeface="Arial"/>
                <a:cs typeface="Arial"/>
              </a:defRPr>
            </a:lvl9pPr>
          </a:lstStyle>
          <a:p xmlns:a="http://schemas.openxmlformats.org/drawingml/2006/main">
            <a:pPr algn="ctr">
              <a:buNone/>
              <a:defRPr sz="3000" b="1" i="0">
                <a:solidFill>
                  <a:srgbClr val="F4F7FB"/>
                </a:solidFill>
                <a:latin typeface="Arial"/>
                <a:ea typeface="Arial"/>
                <a:cs typeface="Arial"/>
              </a:defRPr>
            </a:pPr>
            <a:r>
              <a:rPr sz="3000" b="1" i="0">
                <a:solidFill>
                  <a:srgbClr val="F4F7FB"/>
                </a:solidFill>
                <a:latin typeface="Arial"/>
                <a:ea typeface="Arial"/>
                <a:cs typeface="Arial"/>
              </a:rPr>
              <a:t>37</a:t>
            </a:r>
          </a:p>
        </p:txBody>
      </p:sp>
      <p:sp>
        <p:nvSpPr>
          <p:cNvPr id="16" name="Rectangle 15">
            <a:extLst xmlns:a="http://schemas.openxmlformats.org/drawingml/2006/main">
              <a:ext uri="{FF2B5EF4-FFF2-40B4-BE49-F238E27FC236}">
                <a16:creationId xmlns:a16="http://schemas.microsoft.com/office/drawing/2014/main" id="{7675B3C7-37D4-43C0-ABC5-DF4C81ACFEF5}"/>
              </a:ext>
            </a:extLst>
          </p:cNvPr>
          <p:cNvSpPr>
            <a:spLocks xmlns:a="http://schemas.openxmlformats.org/drawingml/2006/main" noGrp="1"/>
          </p:cNvSpPr>
          <p:nvPr/>
        </p:nvSpPr>
        <p:spPr>
          <a:xfrm xmlns:a="http://schemas.openxmlformats.org/drawingml/2006/main">
            <a:off x="6191250" y="1876425"/>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125" b="1" i="0">
                <a:solidFill>
                  <a:srgbClr val="9AAFC2"/>
                </a:solidFill>
                <a:latin typeface="Arial"/>
                <a:ea typeface="Arial"/>
                <a:cs typeface="Arial"/>
              </a:defRPr>
            </a:defPPr>
            <a:lvl1pPr algn="ctr">
              <a:buNone/>
              <a:defRPr sz="1125" b="1" i="0">
                <a:solidFill>
                  <a:srgbClr val="9AAFC2"/>
                </a:solidFill>
                <a:latin typeface="Arial"/>
                <a:ea typeface="Arial"/>
                <a:cs typeface="Arial"/>
              </a:defRPr>
            </a:lvl1pPr>
            <a:lvl2pPr algn="ctr">
              <a:buNone/>
              <a:defRPr sz="1125" b="1" i="0">
                <a:solidFill>
                  <a:srgbClr val="9AAFC2"/>
                </a:solidFill>
                <a:latin typeface="Arial"/>
                <a:ea typeface="Arial"/>
                <a:cs typeface="Arial"/>
              </a:defRPr>
            </a:lvl2pPr>
            <a:lvl3pPr algn="ctr">
              <a:buNone/>
              <a:defRPr sz="1125" b="1" i="0">
                <a:solidFill>
                  <a:srgbClr val="9AAFC2"/>
                </a:solidFill>
                <a:latin typeface="Arial"/>
                <a:ea typeface="Arial"/>
                <a:cs typeface="Arial"/>
              </a:defRPr>
            </a:lvl3pPr>
            <a:lvl4pPr algn="ctr">
              <a:buNone/>
              <a:defRPr sz="1125" b="1" i="0">
                <a:solidFill>
                  <a:srgbClr val="9AAFC2"/>
                </a:solidFill>
                <a:latin typeface="Arial"/>
                <a:ea typeface="Arial"/>
                <a:cs typeface="Arial"/>
              </a:defRPr>
            </a:lvl4pPr>
            <a:lvl5pPr algn="ctr">
              <a:buNone/>
              <a:defRPr sz="1125" b="1" i="0">
                <a:solidFill>
                  <a:srgbClr val="9AAFC2"/>
                </a:solidFill>
                <a:latin typeface="Arial"/>
                <a:ea typeface="Arial"/>
                <a:cs typeface="Arial"/>
              </a:defRPr>
            </a:lvl5pPr>
            <a:lvl6pPr algn="ctr">
              <a:buNone/>
              <a:defRPr sz="1125" b="1" i="0">
                <a:solidFill>
                  <a:srgbClr val="9AAFC2"/>
                </a:solidFill>
                <a:latin typeface="Arial"/>
                <a:ea typeface="Arial"/>
                <a:cs typeface="Arial"/>
              </a:defRPr>
            </a:lvl6pPr>
            <a:lvl7pPr algn="ctr">
              <a:buNone/>
              <a:defRPr sz="1125" b="1" i="0">
                <a:solidFill>
                  <a:srgbClr val="9AAFC2"/>
                </a:solidFill>
                <a:latin typeface="Arial"/>
                <a:ea typeface="Arial"/>
                <a:cs typeface="Arial"/>
              </a:defRPr>
            </a:lvl7pPr>
            <a:lvl8pPr algn="ctr">
              <a:buNone/>
              <a:defRPr sz="1125" b="1" i="0">
                <a:solidFill>
                  <a:srgbClr val="9AAFC2"/>
                </a:solidFill>
                <a:latin typeface="Arial"/>
                <a:ea typeface="Arial"/>
                <a:cs typeface="Arial"/>
              </a:defRPr>
            </a:lvl8pPr>
            <a:lvl9pPr algn="ctr">
              <a:buNone/>
              <a:defRPr sz="1125" b="1" i="0">
                <a:solidFill>
                  <a:srgbClr val="9AAFC2"/>
                </a:solidFill>
                <a:latin typeface="Arial"/>
                <a:ea typeface="Arial"/>
                <a:cs typeface="Arial"/>
              </a:defRPr>
            </a:lvl9pPr>
          </a:lstStyle>
          <a:p xmlns:a="http://schemas.openxmlformats.org/drawingml/2006/main">
            <a:pPr algn="ctr">
              <a:buNone/>
              <a:defRPr sz="1125" b="1" i="0">
                <a:solidFill>
                  <a:srgbClr val="9AAFC2"/>
                </a:solidFill>
                <a:latin typeface="Arial"/>
                <a:ea typeface="Arial"/>
                <a:cs typeface="Arial"/>
              </a:defRPr>
            </a:pPr>
            <a:r>
              <a:rPr sz="1125" b="1" i="0">
                <a:solidFill>
                  <a:srgbClr val="9AAFC2"/>
                </a:solidFill>
                <a:latin typeface="Arial"/>
                <a:ea typeface="Arial"/>
                <a:cs typeface="Arial"/>
              </a:rPr>
              <a:t>Accounts</a:t>
            </a:r>
          </a:p>
        </p:txBody>
      </p:sp>
      <p:sp>
        <p:nvSpPr>
          <p:cNvPr id="17" name="Straight Connector 16">
            <a:extLst xmlns:a="http://schemas.openxmlformats.org/drawingml/2006/main">
              <a:ext uri="{FF2B5EF4-FFF2-40B4-BE49-F238E27FC236}">
                <a16:creationId xmlns:a16="http://schemas.microsoft.com/office/drawing/2014/main" id="{8EE8BD6C-5E7A-45F2-B2C5-53FB7AB40433}"/>
              </a:ext>
            </a:extLst>
          </p:cNvPr>
          <p:cNvSpPr>
            <a:spLocks xmlns:a="http://schemas.openxmlformats.org/drawingml/2006/main" noGrp="1"/>
          </p:cNvSpPr>
          <p:nvPr/>
        </p:nvSpPr>
        <p:spPr>
          <a:xfrm xmlns:a="http://schemas.openxmlformats.org/drawingml/2006/main">
            <a:off x="7972425" y="1428750"/>
            <a:ext cx="9525"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18" name="Rectangle 17">
            <a:extLst xmlns:a="http://schemas.openxmlformats.org/drawingml/2006/main">
              <a:ext uri="{FF2B5EF4-FFF2-40B4-BE49-F238E27FC236}">
                <a16:creationId xmlns:a16="http://schemas.microsoft.com/office/drawing/2014/main" id="{03C89471-86DC-466D-A90F-6437805BD6FE}"/>
              </a:ext>
            </a:extLst>
          </p:cNvPr>
          <p:cNvSpPr>
            <a:spLocks xmlns:a="http://schemas.openxmlformats.org/drawingml/2006/main" noGrp="1"/>
          </p:cNvSpPr>
          <p:nvPr/>
        </p:nvSpPr>
        <p:spPr>
          <a:xfrm xmlns:a="http://schemas.openxmlformats.org/drawingml/2006/main">
            <a:off x="8058150" y="13430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3000" b="1" i="0">
                <a:solidFill>
                  <a:srgbClr val="79B9E8"/>
                </a:solidFill>
                <a:latin typeface="Arial"/>
                <a:ea typeface="Arial"/>
                <a:cs typeface="Arial"/>
              </a:defRPr>
            </a:defPPr>
            <a:lvl1pPr algn="ctr">
              <a:buNone/>
              <a:defRPr sz="3000" b="1" i="0">
                <a:solidFill>
                  <a:srgbClr val="79B9E8"/>
                </a:solidFill>
                <a:latin typeface="Arial"/>
                <a:ea typeface="Arial"/>
                <a:cs typeface="Arial"/>
              </a:defRPr>
            </a:lvl1pPr>
            <a:lvl2pPr algn="ctr">
              <a:buNone/>
              <a:defRPr sz="3000" b="1" i="0">
                <a:solidFill>
                  <a:srgbClr val="79B9E8"/>
                </a:solidFill>
                <a:latin typeface="Arial"/>
                <a:ea typeface="Arial"/>
                <a:cs typeface="Arial"/>
              </a:defRPr>
            </a:lvl2pPr>
            <a:lvl3pPr algn="ctr">
              <a:buNone/>
              <a:defRPr sz="3000" b="1" i="0">
                <a:solidFill>
                  <a:srgbClr val="79B9E8"/>
                </a:solidFill>
                <a:latin typeface="Arial"/>
                <a:ea typeface="Arial"/>
                <a:cs typeface="Arial"/>
              </a:defRPr>
            </a:lvl3pPr>
            <a:lvl4pPr algn="ctr">
              <a:buNone/>
              <a:defRPr sz="3000" b="1" i="0">
                <a:solidFill>
                  <a:srgbClr val="79B9E8"/>
                </a:solidFill>
                <a:latin typeface="Arial"/>
                <a:ea typeface="Arial"/>
                <a:cs typeface="Arial"/>
              </a:defRPr>
            </a:lvl4pPr>
            <a:lvl5pPr algn="ctr">
              <a:buNone/>
              <a:defRPr sz="3000" b="1" i="0">
                <a:solidFill>
                  <a:srgbClr val="79B9E8"/>
                </a:solidFill>
                <a:latin typeface="Arial"/>
                <a:ea typeface="Arial"/>
                <a:cs typeface="Arial"/>
              </a:defRPr>
            </a:lvl5pPr>
            <a:lvl6pPr algn="ctr">
              <a:buNone/>
              <a:defRPr sz="3000" b="1" i="0">
                <a:solidFill>
                  <a:srgbClr val="79B9E8"/>
                </a:solidFill>
                <a:latin typeface="Arial"/>
                <a:ea typeface="Arial"/>
                <a:cs typeface="Arial"/>
              </a:defRPr>
            </a:lvl6pPr>
            <a:lvl7pPr algn="ctr">
              <a:buNone/>
              <a:defRPr sz="3000" b="1" i="0">
                <a:solidFill>
                  <a:srgbClr val="79B9E8"/>
                </a:solidFill>
                <a:latin typeface="Arial"/>
                <a:ea typeface="Arial"/>
                <a:cs typeface="Arial"/>
              </a:defRPr>
            </a:lvl7pPr>
            <a:lvl8pPr algn="ctr">
              <a:buNone/>
              <a:defRPr sz="3000" b="1" i="0">
                <a:solidFill>
                  <a:srgbClr val="79B9E8"/>
                </a:solidFill>
                <a:latin typeface="Arial"/>
                <a:ea typeface="Arial"/>
                <a:cs typeface="Arial"/>
              </a:defRPr>
            </a:lvl8pPr>
            <a:lvl9pPr algn="ctr">
              <a:buNone/>
              <a:defRPr sz="3000" b="1" i="0">
                <a:solidFill>
                  <a:srgbClr val="79B9E8"/>
                </a:solidFill>
                <a:latin typeface="Arial"/>
                <a:ea typeface="Arial"/>
                <a:cs typeface="Arial"/>
              </a:defRPr>
            </a:lvl9pPr>
          </a:lstStyle>
          <a:p xmlns:a="http://schemas.openxmlformats.org/drawingml/2006/main">
            <a:pPr algn="ctr">
              <a:buNone/>
              <a:defRPr sz="3000" b="1" i="0">
                <a:solidFill>
                  <a:srgbClr val="79B9E8"/>
                </a:solidFill>
                <a:latin typeface="Arial"/>
                <a:ea typeface="Arial"/>
                <a:cs typeface="Arial"/>
              </a:defRPr>
            </a:pPr>
            <a:r>
              <a:rPr sz="3000" b="1" i="0">
                <a:solidFill>
                  <a:srgbClr val="79B9E8"/>
                </a:solidFill>
                <a:latin typeface="Arial"/>
                <a:ea typeface="Arial"/>
                <a:cs typeface="Arial"/>
              </a:rPr>
              <a:t>31</a:t>
            </a:r>
          </a:p>
        </p:txBody>
      </p:sp>
      <p:sp>
        <p:nvSpPr>
          <p:cNvPr id="19" name="Rectangle 18">
            <a:extLst xmlns:a="http://schemas.openxmlformats.org/drawingml/2006/main">
              <a:ext uri="{FF2B5EF4-FFF2-40B4-BE49-F238E27FC236}">
                <a16:creationId xmlns:a16="http://schemas.microsoft.com/office/drawing/2014/main" id="{BDB2B7EE-D02C-4039-AFCC-805613505756}"/>
              </a:ext>
            </a:extLst>
          </p:cNvPr>
          <p:cNvSpPr>
            <a:spLocks xmlns:a="http://schemas.openxmlformats.org/drawingml/2006/main" noGrp="1"/>
          </p:cNvSpPr>
          <p:nvPr/>
        </p:nvSpPr>
        <p:spPr>
          <a:xfrm xmlns:a="http://schemas.openxmlformats.org/drawingml/2006/main">
            <a:off x="8058150" y="1876425"/>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i="0">
                <a:solidFill>
                  <a:srgbClr val="9AAFC2"/>
                </a:solidFill>
                <a:latin typeface="Arial"/>
                <a:ea typeface="Arial"/>
                <a:cs typeface="Arial"/>
              </a:defRPr>
            </a:defPPr>
            <a:lvl1pPr algn="ctr">
              <a:buNone/>
              <a:defRPr sz="1125" b="1" i="0">
                <a:solidFill>
                  <a:srgbClr val="9AAFC2"/>
                </a:solidFill>
                <a:latin typeface="Arial"/>
                <a:ea typeface="Arial"/>
                <a:cs typeface="Arial"/>
              </a:defRPr>
            </a:lvl1pPr>
            <a:lvl2pPr algn="ctr">
              <a:buNone/>
              <a:defRPr sz="1125" b="1" i="0">
                <a:solidFill>
                  <a:srgbClr val="9AAFC2"/>
                </a:solidFill>
                <a:latin typeface="Arial"/>
                <a:ea typeface="Arial"/>
                <a:cs typeface="Arial"/>
              </a:defRPr>
            </a:lvl2pPr>
            <a:lvl3pPr algn="ctr">
              <a:buNone/>
              <a:defRPr sz="1125" b="1" i="0">
                <a:solidFill>
                  <a:srgbClr val="9AAFC2"/>
                </a:solidFill>
                <a:latin typeface="Arial"/>
                <a:ea typeface="Arial"/>
                <a:cs typeface="Arial"/>
              </a:defRPr>
            </a:lvl3pPr>
            <a:lvl4pPr algn="ctr">
              <a:buNone/>
              <a:defRPr sz="1125" b="1" i="0">
                <a:solidFill>
                  <a:srgbClr val="9AAFC2"/>
                </a:solidFill>
                <a:latin typeface="Arial"/>
                <a:ea typeface="Arial"/>
                <a:cs typeface="Arial"/>
              </a:defRPr>
            </a:lvl4pPr>
            <a:lvl5pPr algn="ctr">
              <a:buNone/>
              <a:defRPr sz="1125" b="1" i="0">
                <a:solidFill>
                  <a:srgbClr val="9AAFC2"/>
                </a:solidFill>
                <a:latin typeface="Arial"/>
                <a:ea typeface="Arial"/>
                <a:cs typeface="Arial"/>
              </a:defRPr>
            </a:lvl5pPr>
            <a:lvl6pPr algn="ctr">
              <a:buNone/>
              <a:defRPr sz="1125" b="1" i="0">
                <a:solidFill>
                  <a:srgbClr val="9AAFC2"/>
                </a:solidFill>
                <a:latin typeface="Arial"/>
                <a:ea typeface="Arial"/>
                <a:cs typeface="Arial"/>
              </a:defRPr>
            </a:lvl6pPr>
            <a:lvl7pPr algn="ctr">
              <a:buNone/>
              <a:defRPr sz="1125" b="1" i="0">
                <a:solidFill>
                  <a:srgbClr val="9AAFC2"/>
                </a:solidFill>
                <a:latin typeface="Arial"/>
                <a:ea typeface="Arial"/>
                <a:cs typeface="Arial"/>
              </a:defRPr>
            </a:lvl7pPr>
            <a:lvl8pPr algn="ctr">
              <a:buNone/>
              <a:defRPr sz="1125" b="1" i="0">
                <a:solidFill>
                  <a:srgbClr val="9AAFC2"/>
                </a:solidFill>
                <a:latin typeface="Arial"/>
                <a:ea typeface="Arial"/>
                <a:cs typeface="Arial"/>
              </a:defRPr>
            </a:lvl8pPr>
            <a:lvl9pPr algn="ctr">
              <a:buNone/>
              <a:defRPr sz="1125" b="1" i="0">
                <a:solidFill>
                  <a:srgbClr val="9AAFC2"/>
                </a:solidFill>
                <a:latin typeface="Arial"/>
                <a:ea typeface="Arial"/>
                <a:cs typeface="Arial"/>
              </a:defRPr>
            </a:lvl9pPr>
          </a:lstStyle>
          <a:p xmlns:a="http://schemas.openxmlformats.org/drawingml/2006/main">
            <a:pPr algn="ctr">
              <a:buNone/>
              <a:defRPr sz="1125" b="1" i="0">
                <a:solidFill>
                  <a:srgbClr val="9AAFC2"/>
                </a:solidFill>
                <a:latin typeface="Arial"/>
                <a:ea typeface="Arial"/>
                <a:cs typeface="Arial"/>
              </a:defRPr>
            </a:pPr>
            <a:r>
              <a:rPr sz="1125" b="1" i="0">
                <a:solidFill>
                  <a:srgbClr val="9AAFC2"/>
                </a:solidFill>
                <a:latin typeface="Arial"/>
                <a:ea typeface="Arial"/>
                <a:cs typeface="Arial"/>
              </a:rPr>
              <a:t>Graph transactions</a:t>
            </a:r>
          </a:p>
        </p:txBody>
      </p:sp>
      <p:sp>
        <p:nvSpPr>
          <p:cNvPr id="20" name="Straight Connector 19">
            <a:extLst xmlns:a="http://schemas.openxmlformats.org/drawingml/2006/main">
              <a:ext uri="{FF2B5EF4-FFF2-40B4-BE49-F238E27FC236}">
                <a16:creationId xmlns:a16="http://schemas.microsoft.com/office/drawing/2014/main" id="{A40296F2-6657-4A12-A9CB-3C805D30922D}"/>
              </a:ext>
            </a:extLst>
          </p:cNvPr>
          <p:cNvSpPr>
            <a:spLocks xmlns:a="http://schemas.openxmlformats.org/drawingml/2006/main" noGrp="1"/>
          </p:cNvSpPr>
          <p:nvPr/>
        </p:nvSpPr>
        <p:spPr>
          <a:xfrm xmlns:a="http://schemas.openxmlformats.org/drawingml/2006/main">
            <a:off x="9839325" y="1428750"/>
            <a:ext cx="9525"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21" name="Rectangle 20">
            <a:extLst xmlns:a="http://schemas.openxmlformats.org/drawingml/2006/main">
              <a:ext uri="{FF2B5EF4-FFF2-40B4-BE49-F238E27FC236}">
                <a16:creationId xmlns:a16="http://schemas.microsoft.com/office/drawing/2014/main" id="{C86EF4B5-F869-4C5C-949F-F5E4208F0074}"/>
              </a:ext>
            </a:extLst>
          </p:cNvPr>
          <p:cNvSpPr>
            <a:spLocks xmlns:a="http://schemas.openxmlformats.org/drawingml/2006/main" noGrp="1"/>
          </p:cNvSpPr>
          <p:nvPr/>
        </p:nvSpPr>
        <p:spPr>
          <a:xfrm xmlns:a="http://schemas.openxmlformats.org/drawingml/2006/main">
            <a:off x="9925050" y="13430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3000" b="1" i="0">
                <a:solidFill>
                  <a:srgbClr val="FFBE69"/>
                </a:solidFill>
                <a:latin typeface="Arial"/>
                <a:ea typeface="Arial"/>
                <a:cs typeface="Arial"/>
              </a:defRPr>
            </a:defPPr>
            <a:lvl1pPr algn="ctr">
              <a:buNone/>
              <a:defRPr sz="3000" b="1" i="0">
                <a:solidFill>
                  <a:srgbClr val="FFBE69"/>
                </a:solidFill>
                <a:latin typeface="Arial"/>
                <a:ea typeface="Arial"/>
                <a:cs typeface="Arial"/>
              </a:defRPr>
            </a:lvl1pPr>
            <a:lvl2pPr algn="ctr">
              <a:buNone/>
              <a:defRPr sz="3000" b="1" i="0">
                <a:solidFill>
                  <a:srgbClr val="FFBE69"/>
                </a:solidFill>
                <a:latin typeface="Arial"/>
                <a:ea typeface="Arial"/>
                <a:cs typeface="Arial"/>
              </a:defRPr>
            </a:lvl2pPr>
            <a:lvl3pPr algn="ctr">
              <a:buNone/>
              <a:defRPr sz="3000" b="1" i="0">
                <a:solidFill>
                  <a:srgbClr val="FFBE69"/>
                </a:solidFill>
                <a:latin typeface="Arial"/>
                <a:ea typeface="Arial"/>
                <a:cs typeface="Arial"/>
              </a:defRPr>
            </a:lvl3pPr>
            <a:lvl4pPr algn="ctr">
              <a:buNone/>
              <a:defRPr sz="3000" b="1" i="0">
                <a:solidFill>
                  <a:srgbClr val="FFBE69"/>
                </a:solidFill>
                <a:latin typeface="Arial"/>
                <a:ea typeface="Arial"/>
                <a:cs typeface="Arial"/>
              </a:defRPr>
            </a:lvl4pPr>
            <a:lvl5pPr algn="ctr">
              <a:buNone/>
              <a:defRPr sz="3000" b="1" i="0">
                <a:solidFill>
                  <a:srgbClr val="FFBE69"/>
                </a:solidFill>
                <a:latin typeface="Arial"/>
                <a:ea typeface="Arial"/>
                <a:cs typeface="Arial"/>
              </a:defRPr>
            </a:lvl5pPr>
            <a:lvl6pPr algn="ctr">
              <a:buNone/>
              <a:defRPr sz="3000" b="1" i="0">
                <a:solidFill>
                  <a:srgbClr val="FFBE69"/>
                </a:solidFill>
                <a:latin typeface="Arial"/>
                <a:ea typeface="Arial"/>
                <a:cs typeface="Arial"/>
              </a:defRPr>
            </a:lvl6pPr>
            <a:lvl7pPr algn="ctr">
              <a:buNone/>
              <a:defRPr sz="3000" b="1" i="0">
                <a:solidFill>
                  <a:srgbClr val="FFBE69"/>
                </a:solidFill>
                <a:latin typeface="Arial"/>
                <a:ea typeface="Arial"/>
                <a:cs typeface="Arial"/>
              </a:defRPr>
            </a:lvl7pPr>
            <a:lvl8pPr algn="ctr">
              <a:buNone/>
              <a:defRPr sz="3000" b="1" i="0">
                <a:solidFill>
                  <a:srgbClr val="FFBE69"/>
                </a:solidFill>
                <a:latin typeface="Arial"/>
                <a:ea typeface="Arial"/>
                <a:cs typeface="Arial"/>
              </a:defRPr>
            </a:lvl8pPr>
            <a:lvl9pPr algn="ctr">
              <a:buNone/>
              <a:defRPr sz="3000" b="1" i="0">
                <a:solidFill>
                  <a:srgbClr val="FFBE69"/>
                </a:solidFill>
                <a:latin typeface="Arial"/>
                <a:ea typeface="Arial"/>
                <a:cs typeface="Arial"/>
              </a:defRPr>
            </a:lvl9pPr>
          </a:lstStyle>
          <a:p xmlns:a="http://schemas.openxmlformats.org/drawingml/2006/main">
            <a:pPr algn="ctr">
              <a:buNone/>
              <a:defRPr sz="3000" b="1" i="0">
                <a:solidFill>
                  <a:srgbClr val="FFBE69"/>
                </a:solidFill>
                <a:latin typeface="Arial"/>
                <a:ea typeface="Arial"/>
                <a:cs typeface="Arial"/>
              </a:defRPr>
            </a:pPr>
            <a:r>
              <a:rPr sz="3000" b="1" i="0">
                <a:solidFill>
                  <a:srgbClr val="FFBE69"/>
                </a:solidFill>
                <a:latin typeface="Arial"/>
                <a:ea typeface="Arial"/>
                <a:cs typeface="Arial"/>
              </a:rPr>
              <a:t>5</a:t>
            </a:r>
          </a:p>
        </p:txBody>
      </p:sp>
      <p:sp>
        <p:nvSpPr>
          <p:cNvPr id="22" name="Rectangle 21">
            <a:extLst xmlns:a="http://schemas.openxmlformats.org/drawingml/2006/main">
              <a:ext uri="{FF2B5EF4-FFF2-40B4-BE49-F238E27FC236}">
                <a16:creationId xmlns:a16="http://schemas.microsoft.com/office/drawing/2014/main" id="{FE320FD3-1D51-4CEC-978B-71AA2A983F49}"/>
              </a:ext>
            </a:extLst>
          </p:cNvPr>
          <p:cNvSpPr>
            <a:spLocks xmlns:a="http://schemas.openxmlformats.org/drawingml/2006/main" noGrp="1"/>
          </p:cNvSpPr>
          <p:nvPr/>
        </p:nvSpPr>
        <p:spPr>
          <a:xfrm xmlns:a="http://schemas.openxmlformats.org/drawingml/2006/main">
            <a:off x="9925050" y="1876425"/>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125" b="1" i="0">
                <a:solidFill>
                  <a:srgbClr val="9AAFC2"/>
                </a:solidFill>
                <a:latin typeface="Arial"/>
                <a:ea typeface="Arial"/>
                <a:cs typeface="Arial"/>
              </a:defRPr>
            </a:defPPr>
            <a:lvl1pPr algn="ctr">
              <a:buNone/>
              <a:defRPr sz="1125" b="1" i="0">
                <a:solidFill>
                  <a:srgbClr val="9AAFC2"/>
                </a:solidFill>
                <a:latin typeface="Arial"/>
                <a:ea typeface="Arial"/>
                <a:cs typeface="Arial"/>
              </a:defRPr>
            </a:lvl1pPr>
            <a:lvl2pPr algn="ctr">
              <a:buNone/>
              <a:defRPr sz="1125" b="1" i="0">
                <a:solidFill>
                  <a:srgbClr val="9AAFC2"/>
                </a:solidFill>
                <a:latin typeface="Arial"/>
                <a:ea typeface="Arial"/>
                <a:cs typeface="Arial"/>
              </a:defRPr>
            </a:lvl2pPr>
            <a:lvl3pPr algn="ctr">
              <a:buNone/>
              <a:defRPr sz="1125" b="1" i="0">
                <a:solidFill>
                  <a:srgbClr val="9AAFC2"/>
                </a:solidFill>
                <a:latin typeface="Arial"/>
                <a:ea typeface="Arial"/>
                <a:cs typeface="Arial"/>
              </a:defRPr>
            </a:lvl3pPr>
            <a:lvl4pPr algn="ctr">
              <a:buNone/>
              <a:defRPr sz="1125" b="1" i="0">
                <a:solidFill>
                  <a:srgbClr val="9AAFC2"/>
                </a:solidFill>
                <a:latin typeface="Arial"/>
                <a:ea typeface="Arial"/>
                <a:cs typeface="Arial"/>
              </a:defRPr>
            </a:lvl4pPr>
            <a:lvl5pPr algn="ctr">
              <a:buNone/>
              <a:defRPr sz="1125" b="1" i="0">
                <a:solidFill>
                  <a:srgbClr val="9AAFC2"/>
                </a:solidFill>
                <a:latin typeface="Arial"/>
                <a:ea typeface="Arial"/>
                <a:cs typeface="Arial"/>
              </a:defRPr>
            </a:lvl5pPr>
            <a:lvl6pPr algn="ctr">
              <a:buNone/>
              <a:defRPr sz="1125" b="1" i="0">
                <a:solidFill>
                  <a:srgbClr val="9AAFC2"/>
                </a:solidFill>
                <a:latin typeface="Arial"/>
                <a:ea typeface="Arial"/>
                <a:cs typeface="Arial"/>
              </a:defRPr>
            </a:lvl6pPr>
            <a:lvl7pPr algn="ctr">
              <a:buNone/>
              <a:defRPr sz="1125" b="1" i="0">
                <a:solidFill>
                  <a:srgbClr val="9AAFC2"/>
                </a:solidFill>
                <a:latin typeface="Arial"/>
                <a:ea typeface="Arial"/>
                <a:cs typeface="Arial"/>
              </a:defRPr>
            </a:lvl7pPr>
            <a:lvl8pPr algn="ctr">
              <a:buNone/>
              <a:defRPr sz="1125" b="1" i="0">
                <a:solidFill>
                  <a:srgbClr val="9AAFC2"/>
                </a:solidFill>
                <a:latin typeface="Arial"/>
                <a:ea typeface="Arial"/>
                <a:cs typeface="Arial"/>
              </a:defRPr>
            </a:lvl8pPr>
            <a:lvl9pPr algn="ctr">
              <a:buNone/>
              <a:defRPr sz="1125" b="1" i="0">
                <a:solidFill>
                  <a:srgbClr val="9AAFC2"/>
                </a:solidFill>
                <a:latin typeface="Arial"/>
                <a:ea typeface="Arial"/>
                <a:cs typeface="Arial"/>
              </a:defRPr>
            </a:lvl9pPr>
          </a:lstStyle>
          <a:p xmlns:a="http://schemas.openxmlformats.org/drawingml/2006/main">
            <a:pPr algn="ctr">
              <a:buNone/>
              <a:defRPr sz="1125" b="1" i="0">
                <a:solidFill>
                  <a:srgbClr val="9AAFC2"/>
                </a:solidFill>
                <a:latin typeface="Arial"/>
                <a:ea typeface="Arial"/>
                <a:cs typeface="Arial"/>
              </a:defRPr>
            </a:pPr>
            <a:r>
              <a:rPr sz="1125" b="1" i="0">
                <a:solidFill>
                  <a:srgbClr val="9AAFC2"/>
                </a:solidFill>
                <a:latin typeface="Arial"/>
                <a:ea typeface="Arial"/>
                <a:cs typeface="Arial"/>
              </a:rPr>
              <a:t>Findings</a:t>
            </a:r>
          </a:p>
        </p:txBody>
      </p:sp>
      <p:sp>
        <p:nvSpPr>
          <p:cNvPr id="23" name="Straight Connector 22">
            <a:extLst xmlns:a="http://schemas.openxmlformats.org/drawingml/2006/main">
              <a:ext uri="{FF2B5EF4-FFF2-40B4-BE49-F238E27FC236}">
                <a16:creationId xmlns:a16="http://schemas.microsoft.com/office/drawing/2014/main" id="{E7E74BFF-21BB-4C2E-9269-AA8BEFF64510}"/>
              </a:ext>
            </a:extLst>
          </p:cNvPr>
          <p:cNvSpPr>
            <a:spLocks xmlns:a="http://schemas.openxmlformats.org/drawingml/2006/main" noGrp="1"/>
          </p:cNvSpPr>
          <p:nvPr/>
        </p:nvSpPr>
        <p:spPr>
          <a:xfrm xmlns:a="http://schemas.openxmlformats.org/drawingml/2006/main">
            <a:off x="590550" y="2257425"/>
            <a:ext cx="110109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24" name="Rectangle 23">
            <a:extLst xmlns:a="http://schemas.openxmlformats.org/drawingml/2006/main">
              <a:ext uri="{FF2B5EF4-FFF2-40B4-BE49-F238E27FC236}">
                <a16:creationId xmlns:a16="http://schemas.microsoft.com/office/drawing/2014/main" id="{C0244DEB-16E5-4DCA-825C-A2C0D5C2F9E3}"/>
              </a:ext>
            </a:extLst>
          </p:cNvPr>
          <p:cNvSpPr>
            <a:spLocks xmlns:a="http://schemas.openxmlformats.org/drawingml/2006/main" noGrp="1"/>
          </p:cNvSpPr>
          <p:nvPr/>
        </p:nvSpPr>
        <p:spPr>
          <a:xfrm xmlns:a="http://schemas.openxmlformats.org/drawingml/2006/main">
            <a:off x="609600" y="2400300"/>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1" i="0">
                <a:solidFill>
                  <a:srgbClr val="F4F7FB"/>
                </a:solidFill>
                <a:latin typeface="Arial"/>
                <a:ea typeface="Arial"/>
                <a:cs typeface="Arial"/>
              </a:defRPr>
            </a:defPPr>
            <a:lvl1pPr algn="l">
              <a:buNone/>
              <a:defRPr sz="1275" b="1" i="0">
                <a:solidFill>
                  <a:srgbClr val="F4F7FB"/>
                </a:solidFill>
                <a:latin typeface="Arial"/>
                <a:ea typeface="Arial"/>
                <a:cs typeface="Arial"/>
              </a:defRPr>
            </a:lvl1pPr>
            <a:lvl2pPr algn="l">
              <a:buNone/>
              <a:defRPr sz="1275" b="1" i="0">
                <a:solidFill>
                  <a:srgbClr val="F4F7FB"/>
                </a:solidFill>
                <a:latin typeface="Arial"/>
                <a:ea typeface="Arial"/>
                <a:cs typeface="Arial"/>
              </a:defRPr>
            </a:lvl2pPr>
            <a:lvl3pPr algn="l">
              <a:buNone/>
              <a:defRPr sz="1275" b="1" i="0">
                <a:solidFill>
                  <a:srgbClr val="F4F7FB"/>
                </a:solidFill>
                <a:latin typeface="Arial"/>
                <a:ea typeface="Arial"/>
                <a:cs typeface="Arial"/>
              </a:defRPr>
            </a:lvl3pPr>
            <a:lvl4pPr algn="l">
              <a:buNone/>
              <a:defRPr sz="1275" b="1" i="0">
                <a:solidFill>
                  <a:srgbClr val="F4F7FB"/>
                </a:solidFill>
                <a:latin typeface="Arial"/>
                <a:ea typeface="Arial"/>
                <a:cs typeface="Arial"/>
              </a:defRPr>
            </a:lvl4pPr>
            <a:lvl5pPr algn="l">
              <a:buNone/>
              <a:defRPr sz="1275" b="1" i="0">
                <a:solidFill>
                  <a:srgbClr val="F4F7FB"/>
                </a:solidFill>
                <a:latin typeface="Arial"/>
                <a:ea typeface="Arial"/>
                <a:cs typeface="Arial"/>
              </a:defRPr>
            </a:lvl5pPr>
            <a:lvl6pPr algn="l">
              <a:buNone/>
              <a:defRPr sz="1275" b="1" i="0">
                <a:solidFill>
                  <a:srgbClr val="F4F7FB"/>
                </a:solidFill>
                <a:latin typeface="Arial"/>
                <a:ea typeface="Arial"/>
                <a:cs typeface="Arial"/>
              </a:defRPr>
            </a:lvl6pPr>
            <a:lvl7pPr algn="l">
              <a:buNone/>
              <a:defRPr sz="1275" b="1" i="0">
                <a:solidFill>
                  <a:srgbClr val="F4F7FB"/>
                </a:solidFill>
                <a:latin typeface="Arial"/>
                <a:ea typeface="Arial"/>
                <a:cs typeface="Arial"/>
              </a:defRPr>
            </a:lvl7pPr>
            <a:lvl8pPr algn="l">
              <a:buNone/>
              <a:defRPr sz="1275" b="1" i="0">
                <a:solidFill>
                  <a:srgbClr val="F4F7FB"/>
                </a:solidFill>
                <a:latin typeface="Arial"/>
                <a:ea typeface="Arial"/>
                <a:cs typeface="Arial"/>
              </a:defRPr>
            </a:lvl8pPr>
            <a:lvl9pPr algn="l">
              <a:buNone/>
              <a:defRPr sz="1275" b="1" i="0">
                <a:solidFill>
                  <a:srgbClr val="F4F7FB"/>
                </a:solidFill>
                <a:latin typeface="Arial"/>
                <a:ea typeface="Arial"/>
                <a:cs typeface="Arial"/>
              </a:defRPr>
            </a:lvl9pPr>
          </a:lstStyle>
          <a:p xmlns:a="http://schemas.openxmlformats.org/drawingml/2006/main">
            <a:pPr algn="l">
              <a:buNone/>
              <a:defRPr sz="1275" b="1" i="0">
                <a:solidFill>
                  <a:srgbClr val="F4F7FB"/>
                </a:solidFill>
                <a:latin typeface="Arial"/>
                <a:ea typeface="Arial"/>
                <a:cs typeface="Arial"/>
              </a:defRPr>
            </a:pPr>
            <a:r>
              <a:rPr sz="1275" b="1" i="0">
                <a:solidFill>
                  <a:srgbClr val="F4F7FB"/>
                </a:solidFill>
                <a:latin typeface="Arial"/>
                <a:ea typeface="Arial"/>
                <a:cs typeface="Arial"/>
              </a:rPr>
              <a:t>Validation</a:t>
            </a:r>
          </a:p>
        </p:txBody>
      </p:sp>
      <p:sp>
        <p:nvSpPr>
          <p:cNvPr id="25" name="Rectangle 24">
            <a:extLst xmlns:a="http://schemas.openxmlformats.org/drawingml/2006/main">
              <a:ext uri="{FF2B5EF4-FFF2-40B4-BE49-F238E27FC236}">
                <a16:creationId xmlns:a16="http://schemas.microsoft.com/office/drawing/2014/main" id="{2D58704D-8C3F-4611-8729-034B51AEAD3A}"/>
              </a:ext>
            </a:extLst>
          </p:cNvPr>
          <p:cNvSpPr>
            <a:spLocks xmlns:a="http://schemas.openxmlformats.org/drawingml/2006/main" noGrp="1"/>
          </p:cNvSpPr>
          <p:nvPr/>
        </p:nvSpPr>
        <p:spPr>
          <a:xfrm xmlns:a="http://schemas.openxmlformats.org/drawingml/2006/main">
            <a:off x="609600" y="271462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1" i="0">
                <a:solidFill>
                  <a:srgbClr val="38E0C1"/>
                </a:solidFill>
                <a:latin typeface="Arial"/>
                <a:ea typeface="Arial"/>
                <a:cs typeface="Arial"/>
              </a:defRPr>
            </a:defPPr>
            <a:lvl1pPr algn="l">
              <a:buNone/>
              <a:defRPr sz="1050" b="1" i="0">
                <a:solidFill>
                  <a:srgbClr val="38E0C1"/>
                </a:solidFill>
                <a:latin typeface="Arial"/>
                <a:ea typeface="Arial"/>
                <a:cs typeface="Arial"/>
              </a:defRPr>
            </a:lvl1pPr>
            <a:lvl2pPr algn="l">
              <a:buNone/>
              <a:defRPr sz="1050" b="1" i="0">
                <a:solidFill>
                  <a:srgbClr val="38E0C1"/>
                </a:solidFill>
                <a:latin typeface="Arial"/>
                <a:ea typeface="Arial"/>
                <a:cs typeface="Arial"/>
              </a:defRPr>
            </a:lvl2pPr>
            <a:lvl3pPr algn="l">
              <a:buNone/>
              <a:defRPr sz="1050" b="1" i="0">
                <a:solidFill>
                  <a:srgbClr val="38E0C1"/>
                </a:solidFill>
                <a:latin typeface="Arial"/>
                <a:ea typeface="Arial"/>
                <a:cs typeface="Arial"/>
              </a:defRPr>
            </a:lvl3pPr>
            <a:lvl4pPr algn="l">
              <a:buNone/>
              <a:defRPr sz="1050" b="1" i="0">
                <a:solidFill>
                  <a:srgbClr val="38E0C1"/>
                </a:solidFill>
                <a:latin typeface="Arial"/>
                <a:ea typeface="Arial"/>
                <a:cs typeface="Arial"/>
              </a:defRPr>
            </a:lvl4pPr>
            <a:lvl5pPr algn="l">
              <a:buNone/>
              <a:defRPr sz="1050" b="1" i="0">
                <a:solidFill>
                  <a:srgbClr val="38E0C1"/>
                </a:solidFill>
                <a:latin typeface="Arial"/>
                <a:ea typeface="Arial"/>
                <a:cs typeface="Arial"/>
              </a:defRPr>
            </a:lvl5pPr>
            <a:lvl6pPr algn="l">
              <a:buNone/>
              <a:defRPr sz="1050" b="1" i="0">
                <a:solidFill>
                  <a:srgbClr val="38E0C1"/>
                </a:solidFill>
                <a:latin typeface="Arial"/>
                <a:ea typeface="Arial"/>
                <a:cs typeface="Arial"/>
              </a:defRPr>
            </a:lvl6pPr>
            <a:lvl7pPr algn="l">
              <a:buNone/>
              <a:defRPr sz="1050" b="1" i="0">
                <a:solidFill>
                  <a:srgbClr val="38E0C1"/>
                </a:solidFill>
                <a:latin typeface="Arial"/>
                <a:ea typeface="Arial"/>
                <a:cs typeface="Arial"/>
              </a:defRPr>
            </a:lvl7pPr>
            <a:lvl8pPr algn="l">
              <a:buNone/>
              <a:defRPr sz="1050" b="1" i="0">
                <a:solidFill>
                  <a:srgbClr val="38E0C1"/>
                </a:solidFill>
                <a:latin typeface="Arial"/>
                <a:ea typeface="Arial"/>
                <a:cs typeface="Arial"/>
              </a:defRPr>
            </a:lvl8pPr>
            <a:lvl9pPr algn="l">
              <a:buNone/>
              <a:defRPr sz="1050" b="1" i="0">
                <a:solidFill>
                  <a:srgbClr val="38E0C1"/>
                </a:solidFill>
                <a:latin typeface="Arial"/>
                <a:ea typeface="Arial"/>
                <a:cs typeface="Arial"/>
              </a:defRPr>
            </a:lvl9pPr>
          </a:lstStyle>
          <a:p xmlns:a="http://schemas.openxmlformats.org/drawingml/2006/main">
            <a:pPr algn="l">
              <a:buNone/>
              <a:defRPr sz="1050" b="1" i="0">
                <a:solidFill>
                  <a:srgbClr val="38E0C1"/>
                </a:solidFill>
                <a:latin typeface="Arial"/>
                <a:ea typeface="Arial"/>
                <a:cs typeface="Arial"/>
              </a:defRPr>
            </a:pPr>
            <a:r>
              <a:rPr sz="1050" b="1" i="0">
                <a:solidFill>
                  <a:srgbClr val="38E0C1"/>
                </a:solidFill>
                <a:latin typeface="Arial"/>
                <a:ea typeface="Arial"/>
                <a:cs typeface="Arial"/>
              </a:rPr>
              <a:t>31 accepted</a:t>
            </a:r>
          </a:p>
        </p:txBody>
      </p:sp>
      <p:sp>
        <p:nvSpPr>
          <p:cNvPr id="26" name="Rectangle 25">
            <a:extLst xmlns:a="http://schemas.openxmlformats.org/drawingml/2006/main">
              <a:ext uri="{FF2B5EF4-FFF2-40B4-BE49-F238E27FC236}">
                <a16:creationId xmlns:a16="http://schemas.microsoft.com/office/drawing/2014/main" id="{F4C3CDC9-A36D-4932-B049-C2F9FA47D1C1}"/>
              </a:ext>
            </a:extLst>
          </p:cNvPr>
          <p:cNvSpPr>
            <a:spLocks xmlns:a="http://schemas.openxmlformats.org/drawingml/2006/main" noGrp="1"/>
          </p:cNvSpPr>
          <p:nvPr/>
        </p:nvSpPr>
        <p:spPr>
          <a:xfrm xmlns:a="http://schemas.openxmlformats.org/drawingml/2006/main">
            <a:off x="1971675" y="2762250"/>
            <a:ext cx="2381250" cy="114300"/>
          </a:xfrm>
          <a:prstGeom xmlns:a="http://schemas.openxmlformats.org/drawingml/2006/main" prst="rect">
            <a:avLst/>
          </a:prstGeom>
          <a:solidFill xmlns:a="http://schemas.openxmlformats.org/drawingml/2006/main">
            <a:srgbClr val="22364A"/>
          </a:solidFill>
          <a:ln xmlns:a="http://schemas.openxmlformats.org/drawingml/2006/main" w="0">
            <a:noFill/>
            <a:prstDash val="solid"/>
          </a:ln>
        </p:spPr>
      </p:sp>
      <p:sp>
        <p:nvSpPr>
          <p:cNvPr id="27" name="Rectangle 26">
            <a:extLst xmlns:a="http://schemas.openxmlformats.org/drawingml/2006/main">
              <a:ext uri="{FF2B5EF4-FFF2-40B4-BE49-F238E27FC236}">
                <a16:creationId xmlns:a16="http://schemas.microsoft.com/office/drawing/2014/main" id="{FF458FB1-FE3F-46FC-A699-6542E917768C}"/>
              </a:ext>
            </a:extLst>
          </p:cNvPr>
          <p:cNvSpPr>
            <a:spLocks xmlns:a="http://schemas.openxmlformats.org/drawingml/2006/main" noGrp="1"/>
          </p:cNvSpPr>
          <p:nvPr/>
        </p:nvSpPr>
        <p:spPr>
          <a:xfrm xmlns:a="http://schemas.openxmlformats.org/drawingml/2006/main">
            <a:off x="1971675" y="2762250"/>
            <a:ext cx="1847850" cy="114300"/>
          </a:xfrm>
          <a:prstGeom xmlns:a="http://schemas.openxmlformats.org/drawingml/2006/main" prst="rect">
            <a:avLst/>
          </a:prstGeom>
          <a:solidFill xmlns:a="http://schemas.openxmlformats.org/drawingml/2006/main">
            <a:srgbClr val="38E0C1"/>
          </a:solidFill>
          <a:ln xmlns:a="http://schemas.openxmlformats.org/drawingml/2006/main" w="0">
            <a:noFill/>
            <a:prstDash val="solid"/>
          </a:ln>
        </p:spPr>
      </p:sp>
      <p:sp>
        <p:nvSpPr>
          <p:cNvPr id="28" name="Rectangle 27">
            <a:extLst xmlns:a="http://schemas.openxmlformats.org/drawingml/2006/main">
              <a:ext uri="{FF2B5EF4-FFF2-40B4-BE49-F238E27FC236}">
                <a16:creationId xmlns:a16="http://schemas.microsoft.com/office/drawing/2014/main" id="{8B602A46-49CD-4C51-93BE-28E085D3A498}"/>
              </a:ext>
            </a:extLst>
          </p:cNvPr>
          <p:cNvSpPr>
            <a:spLocks xmlns:a="http://schemas.openxmlformats.org/drawingml/2006/main" noGrp="1"/>
          </p:cNvSpPr>
          <p:nvPr/>
        </p:nvSpPr>
        <p:spPr>
          <a:xfrm xmlns:a="http://schemas.openxmlformats.org/drawingml/2006/main">
            <a:off x="609600" y="3009900"/>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1" i="0">
                <a:solidFill>
                  <a:srgbClr val="FF7777"/>
                </a:solidFill>
                <a:latin typeface="Arial"/>
                <a:ea typeface="Arial"/>
                <a:cs typeface="Arial"/>
              </a:defRPr>
            </a:defPPr>
            <a:lvl1pPr algn="l">
              <a:buNone/>
              <a:defRPr sz="1050" b="1" i="0">
                <a:solidFill>
                  <a:srgbClr val="FF7777"/>
                </a:solidFill>
                <a:latin typeface="Arial"/>
                <a:ea typeface="Arial"/>
                <a:cs typeface="Arial"/>
              </a:defRPr>
            </a:lvl1pPr>
            <a:lvl2pPr algn="l">
              <a:buNone/>
              <a:defRPr sz="1050" b="1" i="0">
                <a:solidFill>
                  <a:srgbClr val="FF7777"/>
                </a:solidFill>
                <a:latin typeface="Arial"/>
                <a:ea typeface="Arial"/>
                <a:cs typeface="Arial"/>
              </a:defRPr>
            </a:lvl2pPr>
            <a:lvl3pPr algn="l">
              <a:buNone/>
              <a:defRPr sz="1050" b="1" i="0">
                <a:solidFill>
                  <a:srgbClr val="FF7777"/>
                </a:solidFill>
                <a:latin typeface="Arial"/>
                <a:ea typeface="Arial"/>
                <a:cs typeface="Arial"/>
              </a:defRPr>
            </a:lvl3pPr>
            <a:lvl4pPr algn="l">
              <a:buNone/>
              <a:defRPr sz="1050" b="1" i="0">
                <a:solidFill>
                  <a:srgbClr val="FF7777"/>
                </a:solidFill>
                <a:latin typeface="Arial"/>
                <a:ea typeface="Arial"/>
                <a:cs typeface="Arial"/>
              </a:defRPr>
            </a:lvl4pPr>
            <a:lvl5pPr algn="l">
              <a:buNone/>
              <a:defRPr sz="1050" b="1" i="0">
                <a:solidFill>
                  <a:srgbClr val="FF7777"/>
                </a:solidFill>
                <a:latin typeface="Arial"/>
                <a:ea typeface="Arial"/>
                <a:cs typeface="Arial"/>
              </a:defRPr>
            </a:lvl5pPr>
            <a:lvl6pPr algn="l">
              <a:buNone/>
              <a:defRPr sz="1050" b="1" i="0">
                <a:solidFill>
                  <a:srgbClr val="FF7777"/>
                </a:solidFill>
                <a:latin typeface="Arial"/>
                <a:ea typeface="Arial"/>
                <a:cs typeface="Arial"/>
              </a:defRPr>
            </a:lvl6pPr>
            <a:lvl7pPr algn="l">
              <a:buNone/>
              <a:defRPr sz="1050" b="1" i="0">
                <a:solidFill>
                  <a:srgbClr val="FF7777"/>
                </a:solidFill>
                <a:latin typeface="Arial"/>
                <a:ea typeface="Arial"/>
                <a:cs typeface="Arial"/>
              </a:defRPr>
            </a:lvl7pPr>
            <a:lvl8pPr algn="l">
              <a:buNone/>
              <a:defRPr sz="1050" b="1" i="0">
                <a:solidFill>
                  <a:srgbClr val="FF7777"/>
                </a:solidFill>
                <a:latin typeface="Arial"/>
                <a:ea typeface="Arial"/>
                <a:cs typeface="Arial"/>
              </a:defRPr>
            </a:lvl8pPr>
            <a:lvl9pPr algn="l">
              <a:buNone/>
              <a:defRPr sz="1050" b="1" i="0">
                <a:solidFill>
                  <a:srgbClr val="FF7777"/>
                </a:solidFill>
                <a:latin typeface="Arial"/>
                <a:ea typeface="Arial"/>
                <a:cs typeface="Arial"/>
              </a:defRPr>
            </a:lvl9pPr>
          </a:lstStyle>
          <a:p xmlns:a="http://schemas.openxmlformats.org/drawingml/2006/main">
            <a:pPr algn="l">
              <a:buNone/>
              <a:defRPr sz="1050" b="1" i="0">
                <a:solidFill>
                  <a:srgbClr val="FF7777"/>
                </a:solidFill>
                <a:latin typeface="Arial"/>
                <a:ea typeface="Arial"/>
                <a:cs typeface="Arial"/>
              </a:defRPr>
            </a:pPr>
            <a:r>
              <a:rPr sz="1050" b="1" i="0">
                <a:solidFill>
                  <a:srgbClr val="FF7777"/>
                </a:solidFill>
                <a:latin typeface="Arial"/>
                <a:ea typeface="Arial"/>
                <a:cs typeface="Arial"/>
              </a:rPr>
              <a:t>9 rejected</a:t>
            </a:r>
          </a:p>
        </p:txBody>
      </p:sp>
      <p:sp>
        <p:nvSpPr>
          <p:cNvPr id="29" name="Rectangle 28">
            <a:extLst xmlns:a="http://schemas.openxmlformats.org/drawingml/2006/main">
              <a:ext uri="{FF2B5EF4-FFF2-40B4-BE49-F238E27FC236}">
                <a16:creationId xmlns:a16="http://schemas.microsoft.com/office/drawing/2014/main" id="{988BD5B4-2FA9-4CD2-90B4-6B45073E93E6}"/>
              </a:ext>
            </a:extLst>
          </p:cNvPr>
          <p:cNvSpPr>
            <a:spLocks xmlns:a="http://schemas.openxmlformats.org/drawingml/2006/main" noGrp="1"/>
          </p:cNvSpPr>
          <p:nvPr/>
        </p:nvSpPr>
        <p:spPr>
          <a:xfrm xmlns:a="http://schemas.openxmlformats.org/drawingml/2006/main">
            <a:off x="1971675" y="3057525"/>
            <a:ext cx="2381250" cy="114300"/>
          </a:xfrm>
          <a:prstGeom xmlns:a="http://schemas.openxmlformats.org/drawingml/2006/main" prst="rect">
            <a:avLst/>
          </a:prstGeom>
          <a:solidFill xmlns:a="http://schemas.openxmlformats.org/drawingml/2006/main">
            <a:srgbClr val="22364A"/>
          </a:solidFill>
          <a:ln xmlns:a="http://schemas.openxmlformats.org/drawingml/2006/main" w="0">
            <a:noFill/>
            <a:prstDash val="solid"/>
          </a:ln>
        </p:spPr>
      </p:sp>
      <p:sp>
        <p:nvSpPr>
          <p:cNvPr id="30" name="Rectangle 29">
            <a:extLst xmlns:a="http://schemas.openxmlformats.org/drawingml/2006/main">
              <a:ext uri="{FF2B5EF4-FFF2-40B4-BE49-F238E27FC236}">
                <a16:creationId xmlns:a16="http://schemas.microsoft.com/office/drawing/2014/main" id="{4C217B49-CD6A-4100-9F12-99D22F7EA09C}"/>
              </a:ext>
            </a:extLst>
          </p:cNvPr>
          <p:cNvSpPr>
            <a:spLocks xmlns:a="http://schemas.openxmlformats.org/drawingml/2006/main" noGrp="1"/>
          </p:cNvSpPr>
          <p:nvPr/>
        </p:nvSpPr>
        <p:spPr>
          <a:xfrm xmlns:a="http://schemas.openxmlformats.org/drawingml/2006/main">
            <a:off x="1971675" y="3057525"/>
            <a:ext cx="533400" cy="114300"/>
          </a:xfrm>
          <a:prstGeom xmlns:a="http://schemas.openxmlformats.org/drawingml/2006/main" prst="rect">
            <a:avLst/>
          </a:prstGeom>
          <a:solidFill xmlns:a="http://schemas.openxmlformats.org/drawingml/2006/main">
            <a:srgbClr val="FF7777"/>
          </a:solidFill>
          <a:ln xmlns:a="http://schemas.openxmlformats.org/drawingml/2006/main" w="0">
            <a:noFill/>
            <a:prstDash val="solid"/>
          </a:ln>
        </p:spPr>
      </p:sp>
      <p:sp>
        <p:nvSpPr>
          <p:cNvPr id="31" name="Rectangle 30">
            <a:extLst xmlns:a="http://schemas.openxmlformats.org/drawingml/2006/main">
              <a:ext uri="{FF2B5EF4-FFF2-40B4-BE49-F238E27FC236}">
                <a16:creationId xmlns:a16="http://schemas.microsoft.com/office/drawing/2014/main" id="{1A9E64A5-143C-4AD0-8FD8-58EE6FD476A8}"/>
              </a:ext>
            </a:extLst>
          </p:cNvPr>
          <p:cNvSpPr>
            <a:spLocks xmlns:a="http://schemas.openxmlformats.org/drawingml/2006/main" noGrp="1"/>
          </p:cNvSpPr>
          <p:nvPr/>
        </p:nvSpPr>
        <p:spPr>
          <a:xfrm xmlns:a="http://schemas.openxmlformats.org/drawingml/2006/main">
            <a:off x="4953000" y="2400300"/>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1" i="0">
                <a:solidFill>
                  <a:srgbClr val="F4F7FB"/>
                </a:solidFill>
                <a:latin typeface="Arial"/>
                <a:ea typeface="Arial"/>
                <a:cs typeface="Arial"/>
              </a:defRPr>
            </a:defPPr>
            <a:lvl1pPr algn="l">
              <a:buNone/>
              <a:defRPr sz="1275" b="1" i="0">
                <a:solidFill>
                  <a:srgbClr val="F4F7FB"/>
                </a:solidFill>
                <a:latin typeface="Arial"/>
                <a:ea typeface="Arial"/>
                <a:cs typeface="Arial"/>
              </a:defRPr>
            </a:lvl1pPr>
            <a:lvl2pPr algn="l">
              <a:buNone/>
              <a:defRPr sz="1275" b="1" i="0">
                <a:solidFill>
                  <a:srgbClr val="F4F7FB"/>
                </a:solidFill>
                <a:latin typeface="Arial"/>
                <a:ea typeface="Arial"/>
                <a:cs typeface="Arial"/>
              </a:defRPr>
            </a:lvl2pPr>
            <a:lvl3pPr algn="l">
              <a:buNone/>
              <a:defRPr sz="1275" b="1" i="0">
                <a:solidFill>
                  <a:srgbClr val="F4F7FB"/>
                </a:solidFill>
                <a:latin typeface="Arial"/>
                <a:ea typeface="Arial"/>
                <a:cs typeface="Arial"/>
              </a:defRPr>
            </a:lvl3pPr>
            <a:lvl4pPr algn="l">
              <a:buNone/>
              <a:defRPr sz="1275" b="1" i="0">
                <a:solidFill>
                  <a:srgbClr val="F4F7FB"/>
                </a:solidFill>
                <a:latin typeface="Arial"/>
                <a:ea typeface="Arial"/>
                <a:cs typeface="Arial"/>
              </a:defRPr>
            </a:lvl4pPr>
            <a:lvl5pPr algn="l">
              <a:buNone/>
              <a:defRPr sz="1275" b="1" i="0">
                <a:solidFill>
                  <a:srgbClr val="F4F7FB"/>
                </a:solidFill>
                <a:latin typeface="Arial"/>
                <a:ea typeface="Arial"/>
                <a:cs typeface="Arial"/>
              </a:defRPr>
            </a:lvl5pPr>
            <a:lvl6pPr algn="l">
              <a:buNone/>
              <a:defRPr sz="1275" b="1" i="0">
                <a:solidFill>
                  <a:srgbClr val="F4F7FB"/>
                </a:solidFill>
                <a:latin typeface="Arial"/>
                <a:ea typeface="Arial"/>
                <a:cs typeface="Arial"/>
              </a:defRPr>
            </a:lvl6pPr>
            <a:lvl7pPr algn="l">
              <a:buNone/>
              <a:defRPr sz="1275" b="1" i="0">
                <a:solidFill>
                  <a:srgbClr val="F4F7FB"/>
                </a:solidFill>
                <a:latin typeface="Arial"/>
                <a:ea typeface="Arial"/>
                <a:cs typeface="Arial"/>
              </a:defRPr>
            </a:lvl7pPr>
            <a:lvl8pPr algn="l">
              <a:buNone/>
              <a:defRPr sz="1275" b="1" i="0">
                <a:solidFill>
                  <a:srgbClr val="F4F7FB"/>
                </a:solidFill>
                <a:latin typeface="Arial"/>
                <a:ea typeface="Arial"/>
                <a:cs typeface="Arial"/>
              </a:defRPr>
            </a:lvl8pPr>
            <a:lvl9pPr algn="l">
              <a:buNone/>
              <a:defRPr sz="1275" b="1" i="0">
                <a:solidFill>
                  <a:srgbClr val="F4F7FB"/>
                </a:solidFill>
                <a:latin typeface="Arial"/>
                <a:ea typeface="Arial"/>
                <a:cs typeface="Arial"/>
              </a:defRPr>
            </a:lvl9pPr>
          </a:lstStyle>
          <a:p xmlns:a="http://schemas.openxmlformats.org/drawingml/2006/main">
            <a:pPr algn="l">
              <a:buNone/>
              <a:defRPr sz="1275" b="1" i="0">
                <a:solidFill>
                  <a:srgbClr val="F4F7FB"/>
                </a:solidFill>
                <a:latin typeface="Arial"/>
                <a:ea typeface="Arial"/>
                <a:cs typeface="Arial"/>
              </a:defRPr>
            </a:pPr>
            <a:r>
              <a:rPr sz="1275" b="1" i="0">
                <a:solidFill>
                  <a:srgbClr val="F4F7FB"/>
                </a:solidFill>
                <a:latin typeface="Arial"/>
                <a:ea typeface="Arial"/>
                <a:cs typeface="Arial"/>
              </a:rPr>
              <a:t>Findings by rule</a:t>
            </a:r>
          </a:p>
        </p:txBody>
      </p:sp>
      <p:sp>
        <p:nvSpPr>
          <p:cNvPr id="32" name="Rectangle 31">
            <a:extLst xmlns:a="http://schemas.openxmlformats.org/drawingml/2006/main">
              <a:ext uri="{FF2B5EF4-FFF2-40B4-BE49-F238E27FC236}">
                <a16:creationId xmlns:a16="http://schemas.microsoft.com/office/drawing/2014/main" id="{E212301E-6B74-417D-8775-AAE0DF897F5A}"/>
              </a:ext>
            </a:extLst>
          </p:cNvPr>
          <p:cNvSpPr>
            <a:spLocks xmlns:a="http://schemas.openxmlformats.org/drawingml/2006/main" noGrp="1"/>
          </p:cNvSpPr>
          <p:nvPr/>
        </p:nvSpPr>
        <p:spPr>
          <a:xfrm xmlns:a="http://schemas.openxmlformats.org/drawingml/2006/main">
            <a:off x="4953000" y="260032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00" b="0" i="0">
                <a:solidFill>
                  <a:srgbClr val="9AAFC2"/>
                </a:solidFill>
                <a:latin typeface="Arial"/>
                <a:ea typeface="Arial"/>
                <a:cs typeface="Arial"/>
              </a:defRPr>
            </a:defPPr>
            <a:lvl1pPr algn="l">
              <a:buNone/>
              <a:defRPr sz="900" b="0" i="0">
                <a:solidFill>
                  <a:srgbClr val="9AAFC2"/>
                </a:solidFill>
                <a:latin typeface="Arial"/>
                <a:ea typeface="Arial"/>
                <a:cs typeface="Arial"/>
              </a:defRPr>
            </a:lvl1pPr>
            <a:lvl2pPr algn="l">
              <a:buNone/>
              <a:defRPr sz="900" b="0" i="0">
                <a:solidFill>
                  <a:srgbClr val="9AAFC2"/>
                </a:solidFill>
                <a:latin typeface="Arial"/>
                <a:ea typeface="Arial"/>
                <a:cs typeface="Arial"/>
              </a:defRPr>
            </a:lvl2pPr>
            <a:lvl3pPr algn="l">
              <a:buNone/>
              <a:defRPr sz="900" b="0" i="0">
                <a:solidFill>
                  <a:srgbClr val="9AAFC2"/>
                </a:solidFill>
                <a:latin typeface="Arial"/>
                <a:ea typeface="Arial"/>
                <a:cs typeface="Arial"/>
              </a:defRPr>
            </a:lvl3pPr>
            <a:lvl4pPr algn="l">
              <a:buNone/>
              <a:defRPr sz="900" b="0" i="0">
                <a:solidFill>
                  <a:srgbClr val="9AAFC2"/>
                </a:solidFill>
                <a:latin typeface="Arial"/>
                <a:ea typeface="Arial"/>
                <a:cs typeface="Arial"/>
              </a:defRPr>
            </a:lvl4pPr>
            <a:lvl5pPr algn="l">
              <a:buNone/>
              <a:defRPr sz="900" b="0" i="0">
                <a:solidFill>
                  <a:srgbClr val="9AAFC2"/>
                </a:solidFill>
                <a:latin typeface="Arial"/>
                <a:ea typeface="Arial"/>
                <a:cs typeface="Arial"/>
              </a:defRPr>
            </a:lvl5pPr>
            <a:lvl6pPr algn="l">
              <a:buNone/>
              <a:defRPr sz="900" b="0" i="0">
                <a:solidFill>
                  <a:srgbClr val="9AAFC2"/>
                </a:solidFill>
                <a:latin typeface="Arial"/>
                <a:ea typeface="Arial"/>
                <a:cs typeface="Arial"/>
              </a:defRPr>
            </a:lvl6pPr>
            <a:lvl7pPr algn="l">
              <a:buNone/>
              <a:defRPr sz="900" b="0" i="0">
                <a:solidFill>
                  <a:srgbClr val="9AAFC2"/>
                </a:solidFill>
                <a:latin typeface="Arial"/>
                <a:ea typeface="Arial"/>
                <a:cs typeface="Arial"/>
              </a:defRPr>
            </a:lvl7pPr>
            <a:lvl8pPr algn="l">
              <a:buNone/>
              <a:defRPr sz="900" b="0" i="0">
                <a:solidFill>
                  <a:srgbClr val="9AAFC2"/>
                </a:solidFill>
                <a:latin typeface="Arial"/>
                <a:ea typeface="Arial"/>
                <a:cs typeface="Arial"/>
              </a:defRPr>
            </a:lvl8pPr>
            <a:lvl9pPr algn="l">
              <a:buNone/>
              <a:defRPr sz="900" b="0" i="0">
                <a:solidFill>
                  <a:srgbClr val="9AAFC2"/>
                </a:solidFill>
                <a:latin typeface="Arial"/>
                <a:ea typeface="Arial"/>
                <a:cs typeface="Arial"/>
              </a:defRPr>
            </a:lvl9pPr>
          </a:lstStyle>
          <a:p xmlns:a="http://schemas.openxmlformats.org/drawingml/2006/main">
            <a:pPr algn="l">
              <a:buNone/>
              <a:defRPr sz="900" b="0" i="0">
                <a:solidFill>
                  <a:srgbClr val="9AAFC2"/>
                </a:solidFill>
                <a:latin typeface="Arial"/>
                <a:ea typeface="Arial"/>
                <a:cs typeface="Arial"/>
              </a:defRPr>
            </a:pPr>
            <a:r>
              <a:rPr sz="900" b="0" i="0">
                <a:solidFill>
                  <a:srgbClr val="9AAFC2"/>
                </a:solidFill>
                <a:latin typeface="Arial"/>
                <a:ea typeface="Arial"/>
                <a:cs typeface="Arial"/>
              </a:rPr>
              <a:t>Rapid chain</a:t>
            </a:r>
          </a:p>
        </p:txBody>
      </p:sp>
      <p:sp>
        <p:nvSpPr>
          <p:cNvPr id="33" name="Rectangle 32">
            <a:extLst xmlns:a="http://schemas.openxmlformats.org/drawingml/2006/main">
              <a:ext uri="{FF2B5EF4-FFF2-40B4-BE49-F238E27FC236}">
                <a16:creationId xmlns:a16="http://schemas.microsoft.com/office/drawing/2014/main" id="{947C19A2-D92A-47A0-9AEB-7CD42798E84E}"/>
              </a:ext>
            </a:extLst>
          </p:cNvPr>
          <p:cNvSpPr>
            <a:spLocks xmlns:a="http://schemas.openxmlformats.org/drawingml/2006/main" noGrp="1"/>
          </p:cNvSpPr>
          <p:nvPr/>
        </p:nvSpPr>
        <p:spPr>
          <a:xfrm xmlns:a="http://schemas.openxmlformats.org/drawingml/2006/main">
            <a:off x="6743700" y="2638425"/>
            <a:ext cx="1257300" cy="95250"/>
          </a:xfrm>
          <a:prstGeom xmlns:a="http://schemas.openxmlformats.org/drawingml/2006/main" prst="rect">
            <a:avLst/>
          </a:prstGeom>
          <a:solidFill xmlns:a="http://schemas.openxmlformats.org/drawingml/2006/main">
            <a:srgbClr val="22364A"/>
          </a:solidFill>
          <a:ln xmlns:a="http://schemas.openxmlformats.org/drawingml/2006/main" w="0">
            <a:noFill/>
            <a:prstDash val="solid"/>
          </a:ln>
        </p:spPr>
      </p:sp>
      <p:sp>
        <p:nvSpPr>
          <p:cNvPr id="34" name="Rectangle 33">
            <a:extLst xmlns:a="http://schemas.openxmlformats.org/drawingml/2006/main">
              <a:ext uri="{FF2B5EF4-FFF2-40B4-BE49-F238E27FC236}">
                <a16:creationId xmlns:a16="http://schemas.microsoft.com/office/drawing/2014/main" id="{23F0F5BD-9A40-4882-9CA5-530D373EE214}"/>
              </a:ext>
            </a:extLst>
          </p:cNvPr>
          <p:cNvSpPr>
            <a:spLocks xmlns:a="http://schemas.openxmlformats.org/drawingml/2006/main" noGrp="1"/>
          </p:cNvSpPr>
          <p:nvPr/>
        </p:nvSpPr>
        <p:spPr>
          <a:xfrm xmlns:a="http://schemas.openxmlformats.org/drawingml/2006/main">
            <a:off x="6743700" y="2638425"/>
            <a:ext cx="838200" cy="95250"/>
          </a:xfrm>
          <a:prstGeom xmlns:a="http://schemas.openxmlformats.org/drawingml/2006/main" prst="rect">
            <a:avLst/>
          </a:prstGeom>
          <a:solidFill xmlns:a="http://schemas.openxmlformats.org/drawingml/2006/main">
            <a:srgbClr val="38E0C1"/>
          </a:solidFill>
          <a:ln xmlns:a="http://schemas.openxmlformats.org/drawingml/2006/main" w="0">
            <a:noFill/>
            <a:prstDash val="solid"/>
          </a:ln>
        </p:spPr>
      </p:sp>
      <p:sp>
        <p:nvSpPr>
          <p:cNvPr id="35" name="Rectangle 34">
            <a:extLst xmlns:a="http://schemas.openxmlformats.org/drawingml/2006/main">
              <a:ext uri="{FF2B5EF4-FFF2-40B4-BE49-F238E27FC236}">
                <a16:creationId xmlns:a16="http://schemas.microsoft.com/office/drawing/2014/main" id="{424DF2BF-D78C-456F-8F4C-0F34BB7C4B8E}"/>
              </a:ext>
            </a:extLst>
          </p:cNvPr>
          <p:cNvSpPr>
            <a:spLocks xmlns:a="http://schemas.openxmlformats.org/drawingml/2006/main" noGrp="1"/>
          </p:cNvSpPr>
          <p:nvPr/>
        </p:nvSpPr>
        <p:spPr>
          <a:xfrm xmlns:a="http://schemas.openxmlformats.org/drawingml/2006/main">
            <a:off x="8077200" y="2590800"/>
            <a:ext cx="2095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F4F7FB"/>
                </a:solidFill>
                <a:latin typeface="Arial"/>
                <a:ea typeface="Arial"/>
                <a:cs typeface="Arial"/>
              </a:defRPr>
            </a:defPPr>
            <a:lvl1pPr algn="l">
              <a:buNone/>
              <a:defRPr sz="975" b="1" i="0">
                <a:solidFill>
                  <a:srgbClr val="F4F7FB"/>
                </a:solidFill>
                <a:latin typeface="Arial"/>
                <a:ea typeface="Arial"/>
                <a:cs typeface="Arial"/>
              </a:defRPr>
            </a:lvl1pPr>
            <a:lvl2pPr algn="l">
              <a:buNone/>
              <a:defRPr sz="975" b="1" i="0">
                <a:solidFill>
                  <a:srgbClr val="F4F7FB"/>
                </a:solidFill>
                <a:latin typeface="Arial"/>
                <a:ea typeface="Arial"/>
                <a:cs typeface="Arial"/>
              </a:defRPr>
            </a:lvl2pPr>
            <a:lvl3pPr algn="l">
              <a:buNone/>
              <a:defRPr sz="975" b="1" i="0">
                <a:solidFill>
                  <a:srgbClr val="F4F7FB"/>
                </a:solidFill>
                <a:latin typeface="Arial"/>
                <a:ea typeface="Arial"/>
                <a:cs typeface="Arial"/>
              </a:defRPr>
            </a:lvl3pPr>
            <a:lvl4pPr algn="l">
              <a:buNone/>
              <a:defRPr sz="975" b="1" i="0">
                <a:solidFill>
                  <a:srgbClr val="F4F7FB"/>
                </a:solidFill>
                <a:latin typeface="Arial"/>
                <a:ea typeface="Arial"/>
                <a:cs typeface="Arial"/>
              </a:defRPr>
            </a:lvl4pPr>
            <a:lvl5pPr algn="l">
              <a:buNone/>
              <a:defRPr sz="975" b="1" i="0">
                <a:solidFill>
                  <a:srgbClr val="F4F7FB"/>
                </a:solidFill>
                <a:latin typeface="Arial"/>
                <a:ea typeface="Arial"/>
                <a:cs typeface="Arial"/>
              </a:defRPr>
            </a:lvl5pPr>
            <a:lvl6pPr algn="l">
              <a:buNone/>
              <a:defRPr sz="975" b="1" i="0">
                <a:solidFill>
                  <a:srgbClr val="F4F7FB"/>
                </a:solidFill>
                <a:latin typeface="Arial"/>
                <a:ea typeface="Arial"/>
                <a:cs typeface="Arial"/>
              </a:defRPr>
            </a:lvl6pPr>
            <a:lvl7pPr algn="l">
              <a:buNone/>
              <a:defRPr sz="975" b="1" i="0">
                <a:solidFill>
                  <a:srgbClr val="F4F7FB"/>
                </a:solidFill>
                <a:latin typeface="Arial"/>
                <a:ea typeface="Arial"/>
                <a:cs typeface="Arial"/>
              </a:defRPr>
            </a:lvl7pPr>
            <a:lvl8pPr algn="l">
              <a:buNone/>
              <a:defRPr sz="975" b="1" i="0">
                <a:solidFill>
                  <a:srgbClr val="F4F7FB"/>
                </a:solidFill>
                <a:latin typeface="Arial"/>
                <a:ea typeface="Arial"/>
                <a:cs typeface="Arial"/>
              </a:defRPr>
            </a:lvl8pPr>
            <a:lvl9pPr algn="l">
              <a:buNone/>
              <a:defRPr sz="975" b="1" i="0">
                <a:solidFill>
                  <a:srgbClr val="F4F7FB"/>
                </a:solidFill>
                <a:latin typeface="Arial"/>
                <a:ea typeface="Arial"/>
                <a:cs typeface="Arial"/>
              </a:defRPr>
            </a:lvl9pPr>
          </a:lstStyle>
          <a:p xmlns:a="http://schemas.openxmlformats.org/drawingml/2006/main">
            <a:pPr algn="l">
              <a:buNone/>
              <a:defRPr sz="975" b="1" i="0">
                <a:solidFill>
                  <a:srgbClr val="F4F7FB"/>
                </a:solidFill>
                <a:latin typeface="Arial"/>
                <a:ea typeface="Arial"/>
                <a:cs typeface="Arial"/>
              </a:defRPr>
            </a:pPr>
            <a:r>
              <a:rPr sz="975" b="1" i="0">
                <a:solidFill>
                  <a:srgbClr val="F4F7FB"/>
                </a:solidFill>
                <a:latin typeface="Arial"/>
                <a:ea typeface="Arial"/>
                <a:cs typeface="Arial"/>
              </a:rPr>
              <a:t>2</a:t>
            </a:r>
          </a:p>
        </p:txBody>
      </p:sp>
      <p:sp>
        <p:nvSpPr>
          <p:cNvPr id="36" name="Rectangle 35">
            <a:extLst xmlns:a="http://schemas.openxmlformats.org/drawingml/2006/main">
              <a:ext uri="{FF2B5EF4-FFF2-40B4-BE49-F238E27FC236}">
                <a16:creationId xmlns:a16="http://schemas.microsoft.com/office/drawing/2014/main" id="{F6C1EDB5-ACE1-4162-8F3C-D1A1DF332EF5}"/>
              </a:ext>
            </a:extLst>
          </p:cNvPr>
          <p:cNvSpPr>
            <a:spLocks xmlns:a="http://schemas.openxmlformats.org/drawingml/2006/main" noGrp="1"/>
          </p:cNvSpPr>
          <p:nvPr/>
        </p:nvSpPr>
        <p:spPr>
          <a:xfrm xmlns:a="http://schemas.openxmlformats.org/drawingml/2006/main">
            <a:off x="4953000" y="277177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00" b="0" i="0">
                <a:solidFill>
                  <a:srgbClr val="9AAFC2"/>
                </a:solidFill>
                <a:latin typeface="Arial"/>
                <a:ea typeface="Arial"/>
                <a:cs typeface="Arial"/>
              </a:defRPr>
            </a:defPPr>
            <a:lvl1pPr algn="l">
              <a:buNone/>
              <a:defRPr sz="900" b="0" i="0">
                <a:solidFill>
                  <a:srgbClr val="9AAFC2"/>
                </a:solidFill>
                <a:latin typeface="Arial"/>
                <a:ea typeface="Arial"/>
                <a:cs typeface="Arial"/>
              </a:defRPr>
            </a:lvl1pPr>
            <a:lvl2pPr algn="l">
              <a:buNone/>
              <a:defRPr sz="900" b="0" i="0">
                <a:solidFill>
                  <a:srgbClr val="9AAFC2"/>
                </a:solidFill>
                <a:latin typeface="Arial"/>
                <a:ea typeface="Arial"/>
                <a:cs typeface="Arial"/>
              </a:defRPr>
            </a:lvl2pPr>
            <a:lvl3pPr algn="l">
              <a:buNone/>
              <a:defRPr sz="900" b="0" i="0">
                <a:solidFill>
                  <a:srgbClr val="9AAFC2"/>
                </a:solidFill>
                <a:latin typeface="Arial"/>
                <a:ea typeface="Arial"/>
                <a:cs typeface="Arial"/>
              </a:defRPr>
            </a:lvl3pPr>
            <a:lvl4pPr algn="l">
              <a:buNone/>
              <a:defRPr sz="900" b="0" i="0">
                <a:solidFill>
                  <a:srgbClr val="9AAFC2"/>
                </a:solidFill>
                <a:latin typeface="Arial"/>
                <a:ea typeface="Arial"/>
                <a:cs typeface="Arial"/>
              </a:defRPr>
            </a:lvl4pPr>
            <a:lvl5pPr algn="l">
              <a:buNone/>
              <a:defRPr sz="900" b="0" i="0">
                <a:solidFill>
                  <a:srgbClr val="9AAFC2"/>
                </a:solidFill>
                <a:latin typeface="Arial"/>
                <a:ea typeface="Arial"/>
                <a:cs typeface="Arial"/>
              </a:defRPr>
            </a:lvl5pPr>
            <a:lvl6pPr algn="l">
              <a:buNone/>
              <a:defRPr sz="900" b="0" i="0">
                <a:solidFill>
                  <a:srgbClr val="9AAFC2"/>
                </a:solidFill>
                <a:latin typeface="Arial"/>
                <a:ea typeface="Arial"/>
                <a:cs typeface="Arial"/>
              </a:defRPr>
            </a:lvl6pPr>
            <a:lvl7pPr algn="l">
              <a:buNone/>
              <a:defRPr sz="900" b="0" i="0">
                <a:solidFill>
                  <a:srgbClr val="9AAFC2"/>
                </a:solidFill>
                <a:latin typeface="Arial"/>
                <a:ea typeface="Arial"/>
                <a:cs typeface="Arial"/>
              </a:defRPr>
            </a:lvl7pPr>
            <a:lvl8pPr algn="l">
              <a:buNone/>
              <a:defRPr sz="900" b="0" i="0">
                <a:solidFill>
                  <a:srgbClr val="9AAFC2"/>
                </a:solidFill>
                <a:latin typeface="Arial"/>
                <a:ea typeface="Arial"/>
                <a:cs typeface="Arial"/>
              </a:defRPr>
            </a:lvl8pPr>
            <a:lvl9pPr algn="l">
              <a:buNone/>
              <a:defRPr sz="900" b="0" i="0">
                <a:solidFill>
                  <a:srgbClr val="9AAFC2"/>
                </a:solidFill>
                <a:latin typeface="Arial"/>
                <a:ea typeface="Arial"/>
                <a:cs typeface="Arial"/>
              </a:defRPr>
            </a:lvl9pPr>
          </a:lstStyle>
          <a:p xmlns:a="http://schemas.openxmlformats.org/drawingml/2006/main">
            <a:pPr algn="l">
              <a:buNone/>
              <a:defRPr sz="900" b="0" i="0">
                <a:solidFill>
                  <a:srgbClr val="9AAFC2"/>
                </a:solidFill>
                <a:latin typeface="Arial"/>
                <a:ea typeface="Arial"/>
                <a:cs typeface="Arial"/>
              </a:defRPr>
            </a:pPr>
            <a:r>
              <a:rPr sz="900" b="0" i="0">
                <a:solidFill>
                  <a:srgbClr val="9AAFC2"/>
                </a:solidFill>
                <a:latin typeface="Arial"/>
                <a:ea typeface="Arial"/>
                <a:cs typeface="Arial"/>
              </a:rPr>
              <a:t>Shared intermediary</a:t>
            </a:r>
          </a:p>
        </p:txBody>
      </p:sp>
      <p:sp>
        <p:nvSpPr>
          <p:cNvPr id="37" name="Rectangle 36">
            <a:extLst xmlns:a="http://schemas.openxmlformats.org/drawingml/2006/main">
              <a:ext uri="{FF2B5EF4-FFF2-40B4-BE49-F238E27FC236}">
                <a16:creationId xmlns:a16="http://schemas.microsoft.com/office/drawing/2014/main" id="{9F4A6298-C173-49EE-998D-252F357E6F1A}"/>
              </a:ext>
            </a:extLst>
          </p:cNvPr>
          <p:cNvSpPr>
            <a:spLocks xmlns:a="http://schemas.openxmlformats.org/drawingml/2006/main" noGrp="1"/>
          </p:cNvSpPr>
          <p:nvPr/>
        </p:nvSpPr>
        <p:spPr>
          <a:xfrm xmlns:a="http://schemas.openxmlformats.org/drawingml/2006/main">
            <a:off x="6743700" y="2809875"/>
            <a:ext cx="1257300" cy="95250"/>
          </a:xfrm>
          <a:prstGeom xmlns:a="http://schemas.openxmlformats.org/drawingml/2006/main" prst="rect">
            <a:avLst/>
          </a:prstGeom>
          <a:solidFill xmlns:a="http://schemas.openxmlformats.org/drawingml/2006/main">
            <a:srgbClr val="22364A"/>
          </a:solidFill>
          <a:ln xmlns:a="http://schemas.openxmlformats.org/drawingml/2006/main" w="0">
            <a:noFill/>
            <a:prstDash val="solid"/>
          </a:ln>
        </p:spPr>
      </p:sp>
      <p:sp>
        <p:nvSpPr>
          <p:cNvPr id="38" name="Rectangle 37">
            <a:extLst xmlns:a="http://schemas.openxmlformats.org/drawingml/2006/main">
              <a:ext uri="{FF2B5EF4-FFF2-40B4-BE49-F238E27FC236}">
                <a16:creationId xmlns:a16="http://schemas.microsoft.com/office/drawing/2014/main" id="{30A6A15D-4E37-4D8B-ADFD-B8D5C83D47A1}"/>
              </a:ext>
            </a:extLst>
          </p:cNvPr>
          <p:cNvSpPr>
            <a:spLocks xmlns:a="http://schemas.openxmlformats.org/drawingml/2006/main" noGrp="1"/>
          </p:cNvSpPr>
          <p:nvPr/>
        </p:nvSpPr>
        <p:spPr>
          <a:xfrm xmlns:a="http://schemas.openxmlformats.org/drawingml/2006/main">
            <a:off x="6743700" y="2809875"/>
            <a:ext cx="419100" cy="95250"/>
          </a:xfrm>
          <a:prstGeom xmlns:a="http://schemas.openxmlformats.org/drawingml/2006/main" prst="rect">
            <a:avLst/>
          </a:prstGeom>
          <a:solidFill xmlns:a="http://schemas.openxmlformats.org/drawingml/2006/main">
            <a:srgbClr val="79B9E8"/>
          </a:solidFill>
          <a:ln xmlns:a="http://schemas.openxmlformats.org/drawingml/2006/main" w="0">
            <a:noFill/>
            <a:prstDash val="solid"/>
          </a:ln>
        </p:spPr>
      </p:sp>
      <p:sp>
        <p:nvSpPr>
          <p:cNvPr id="39" name="Rectangle 38">
            <a:extLst xmlns:a="http://schemas.openxmlformats.org/drawingml/2006/main">
              <a:ext uri="{FF2B5EF4-FFF2-40B4-BE49-F238E27FC236}">
                <a16:creationId xmlns:a16="http://schemas.microsoft.com/office/drawing/2014/main" id="{975F5687-C275-43A0-A71B-4A6C2EB08DC7}"/>
              </a:ext>
            </a:extLst>
          </p:cNvPr>
          <p:cNvSpPr>
            <a:spLocks xmlns:a="http://schemas.openxmlformats.org/drawingml/2006/main" noGrp="1"/>
          </p:cNvSpPr>
          <p:nvPr/>
        </p:nvSpPr>
        <p:spPr>
          <a:xfrm xmlns:a="http://schemas.openxmlformats.org/drawingml/2006/main">
            <a:off x="8077200" y="2762250"/>
            <a:ext cx="2095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F4F7FB"/>
                </a:solidFill>
                <a:latin typeface="Arial"/>
                <a:ea typeface="Arial"/>
                <a:cs typeface="Arial"/>
              </a:defRPr>
            </a:defPPr>
            <a:lvl1pPr algn="l">
              <a:buNone/>
              <a:defRPr sz="975" b="1" i="0">
                <a:solidFill>
                  <a:srgbClr val="F4F7FB"/>
                </a:solidFill>
                <a:latin typeface="Arial"/>
                <a:ea typeface="Arial"/>
                <a:cs typeface="Arial"/>
              </a:defRPr>
            </a:lvl1pPr>
            <a:lvl2pPr algn="l">
              <a:buNone/>
              <a:defRPr sz="975" b="1" i="0">
                <a:solidFill>
                  <a:srgbClr val="F4F7FB"/>
                </a:solidFill>
                <a:latin typeface="Arial"/>
                <a:ea typeface="Arial"/>
                <a:cs typeface="Arial"/>
              </a:defRPr>
            </a:lvl2pPr>
            <a:lvl3pPr algn="l">
              <a:buNone/>
              <a:defRPr sz="975" b="1" i="0">
                <a:solidFill>
                  <a:srgbClr val="F4F7FB"/>
                </a:solidFill>
                <a:latin typeface="Arial"/>
                <a:ea typeface="Arial"/>
                <a:cs typeface="Arial"/>
              </a:defRPr>
            </a:lvl3pPr>
            <a:lvl4pPr algn="l">
              <a:buNone/>
              <a:defRPr sz="975" b="1" i="0">
                <a:solidFill>
                  <a:srgbClr val="F4F7FB"/>
                </a:solidFill>
                <a:latin typeface="Arial"/>
                <a:ea typeface="Arial"/>
                <a:cs typeface="Arial"/>
              </a:defRPr>
            </a:lvl4pPr>
            <a:lvl5pPr algn="l">
              <a:buNone/>
              <a:defRPr sz="975" b="1" i="0">
                <a:solidFill>
                  <a:srgbClr val="F4F7FB"/>
                </a:solidFill>
                <a:latin typeface="Arial"/>
                <a:ea typeface="Arial"/>
                <a:cs typeface="Arial"/>
              </a:defRPr>
            </a:lvl5pPr>
            <a:lvl6pPr algn="l">
              <a:buNone/>
              <a:defRPr sz="975" b="1" i="0">
                <a:solidFill>
                  <a:srgbClr val="F4F7FB"/>
                </a:solidFill>
                <a:latin typeface="Arial"/>
                <a:ea typeface="Arial"/>
                <a:cs typeface="Arial"/>
              </a:defRPr>
            </a:lvl6pPr>
            <a:lvl7pPr algn="l">
              <a:buNone/>
              <a:defRPr sz="975" b="1" i="0">
                <a:solidFill>
                  <a:srgbClr val="F4F7FB"/>
                </a:solidFill>
                <a:latin typeface="Arial"/>
                <a:ea typeface="Arial"/>
                <a:cs typeface="Arial"/>
              </a:defRPr>
            </a:lvl7pPr>
            <a:lvl8pPr algn="l">
              <a:buNone/>
              <a:defRPr sz="975" b="1" i="0">
                <a:solidFill>
                  <a:srgbClr val="F4F7FB"/>
                </a:solidFill>
                <a:latin typeface="Arial"/>
                <a:ea typeface="Arial"/>
                <a:cs typeface="Arial"/>
              </a:defRPr>
            </a:lvl8pPr>
            <a:lvl9pPr algn="l">
              <a:buNone/>
              <a:defRPr sz="975" b="1" i="0">
                <a:solidFill>
                  <a:srgbClr val="F4F7FB"/>
                </a:solidFill>
                <a:latin typeface="Arial"/>
                <a:ea typeface="Arial"/>
                <a:cs typeface="Arial"/>
              </a:defRPr>
            </a:lvl9pPr>
          </a:lstStyle>
          <a:p xmlns:a="http://schemas.openxmlformats.org/drawingml/2006/main">
            <a:pPr algn="l">
              <a:buNone/>
              <a:defRPr sz="975" b="1" i="0">
                <a:solidFill>
                  <a:srgbClr val="F4F7FB"/>
                </a:solidFill>
                <a:latin typeface="Arial"/>
                <a:ea typeface="Arial"/>
                <a:cs typeface="Arial"/>
              </a:defRPr>
            </a:pPr>
            <a:r>
              <a:rPr sz="975" b="1" i="0">
                <a:solidFill>
                  <a:srgbClr val="F4F7FB"/>
                </a:solidFill>
                <a:latin typeface="Arial"/>
                <a:ea typeface="Arial"/>
                <a:cs typeface="Arial"/>
              </a:rPr>
              <a:t>1</a:t>
            </a:r>
          </a:p>
        </p:txBody>
      </p:sp>
      <p:sp>
        <p:nvSpPr>
          <p:cNvPr id="40" name="Rectangle 39">
            <a:extLst xmlns:a="http://schemas.openxmlformats.org/drawingml/2006/main">
              <a:ext uri="{FF2B5EF4-FFF2-40B4-BE49-F238E27FC236}">
                <a16:creationId xmlns:a16="http://schemas.microsoft.com/office/drawing/2014/main" id="{15FEFBFF-F58D-4F69-A33F-1731F3AF97EF}"/>
              </a:ext>
            </a:extLst>
          </p:cNvPr>
          <p:cNvSpPr>
            <a:spLocks xmlns:a="http://schemas.openxmlformats.org/drawingml/2006/main" noGrp="1"/>
          </p:cNvSpPr>
          <p:nvPr/>
        </p:nvSpPr>
        <p:spPr>
          <a:xfrm xmlns:a="http://schemas.openxmlformats.org/drawingml/2006/main">
            <a:off x="4953000" y="294322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00" b="0" i="0">
                <a:solidFill>
                  <a:srgbClr val="9AAFC2"/>
                </a:solidFill>
                <a:latin typeface="Arial"/>
                <a:ea typeface="Arial"/>
                <a:cs typeface="Arial"/>
              </a:defRPr>
            </a:defPPr>
            <a:lvl1pPr algn="l">
              <a:buNone/>
              <a:defRPr sz="900" b="0" i="0">
                <a:solidFill>
                  <a:srgbClr val="9AAFC2"/>
                </a:solidFill>
                <a:latin typeface="Arial"/>
                <a:ea typeface="Arial"/>
                <a:cs typeface="Arial"/>
              </a:defRPr>
            </a:lvl1pPr>
            <a:lvl2pPr algn="l">
              <a:buNone/>
              <a:defRPr sz="900" b="0" i="0">
                <a:solidFill>
                  <a:srgbClr val="9AAFC2"/>
                </a:solidFill>
                <a:latin typeface="Arial"/>
                <a:ea typeface="Arial"/>
                <a:cs typeface="Arial"/>
              </a:defRPr>
            </a:lvl2pPr>
            <a:lvl3pPr algn="l">
              <a:buNone/>
              <a:defRPr sz="900" b="0" i="0">
                <a:solidFill>
                  <a:srgbClr val="9AAFC2"/>
                </a:solidFill>
                <a:latin typeface="Arial"/>
                <a:ea typeface="Arial"/>
                <a:cs typeface="Arial"/>
              </a:defRPr>
            </a:lvl3pPr>
            <a:lvl4pPr algn="l">
              <a:buNone/>
              <a:defRPr sz="900" b="0" i="0">
                <a:solidFill>
                  <a:srgbClr val="9AAFC2"/>
                </a:solidFill>
                <a:latin typeface="Arial"/>
                <a:ea typeface="Arial"/>
                <a:cs typeface="Arial"/>
              </a:defRPr>
            </a:lvl4pPr>
            <a:lvl5pPr algn="l">
              <a:buNone/>
              <a:defRPr sz="900" b="0" i="0">
                <a:solidFill>
                  <a:srgbClr val="9AAFC2"/>
                </a:solidFill>
                <a:latin typeface="Arial"/>
                <a:ea typeface="Arial"/>
                <a:cs typeface="Arial"/>
              </a:defRPr>
            </a:lvl5pPr>
            <a:lvl6pPr algn="l">
              <a:buNone/>
              <a:defRPr sz="900" b="0" i="0">
                <a:solidFill>
                  <a:srgbClr val="9AAFC2"/>
                </a:solidFill>
                <a:latin typeface="Arial"/>
                <a:ea typeface="Arial"/>
                <a:cs typeface="Arial"/>
              </a:defRPr>
            </a:lvl6pPr>
            <a:lvl7pPr algn="l">
              <a:buNone/>
              <a:defRPr sz="900" b="0" i="0">
                <a:solidFill>
                  <a:srgbClr val="9AAFC2"/>
                </a:solidFill>
                <a:latin typeface="Arial"/>
                <a:ea typeface="Arial"/>
                <a:cs typeface="Arial"/>
              </a:defRPr>
            </a:lvl7pPr>
            <a:lvl8pPr algn="l">
              <a:buNone/>
              <a:defRPr sz="900" b="0" i="0">
                <a:solidFill>
                  <a:srgbClr val="9AAFC2"/>
                </a:solidFill>
                <a:latin typeface="Arial"/>
                <a:ea typeface="Arial"/>
                <a:cs typeface="Arial"/>
              </a:defRPr>
            </a:lvl8pPr>
            <a:lvl9pPr algn="l">
              <a:buNone/>
              <a:defRPr sz="900" b="0" i="0">
                <a:solidFill>
                  <a:srgbClr val="9AAFC2"/>
                </a:solidFill>
                <a:latin typeface="Arial"/>
                <a:ea typeface="Arial"/>
                <a:cs typeface="Arial"/>
              </a:defRPr>
            </a:lvl9pPr>
          </a:lstStyle>
          <a:p xmlns:a="http://schemas.openxmlformats.org/drawingml/2006/main">
            <a:pPr algn="l">
              <a:buNone/>
              <a:defRPr sz="900" b="0" i="0">
                <a:solidFill>
                  <a:srgbClr val="9AAFC2"/>
                </a:solidFill>
                <a:latin typeface="Arial"/>
                <a:ea typeface="Arial"/>
                <a:cs typeface="Arial"/>
              </a:defRPr>
            </a:pPr>
            <a:r>
              <a:rPr sz="900" b="0" i="0">
                <a:solidFill>
                  <a:srgbClr val="9AAFC2"/>
                </a:solidFill>
                <a:latin typeface="Arial"/>
                <a:ea typeface="Arial"/>
                <a:cs typeface="Arial"/>
              </a:rPr>
              <a:t>Substantial onward</a:t>
            </a:r>
          </a:p>
        </p:txBody>
      </p:sp>
      <p:sp>
        <p:nvSpPr>
          <p:cNvPr id="41" name="Rectangle 40">
            <a:extLst xmlns:a="http://schemas.openxmlformats.org/drawingml/2006/main">
              <a:ext uri="{FF2B5EF4-FFF2-40B4-BE49-F238E27FC236}">
                <a16:creationId xmlns:a16="http://schemas.microsoft.com/office/drawing/2014/main" id="{E89D5A16-D8DA-425E-AC9C-E43690C421DB}"/>
              </a:ext>
            </a:extLst>
          </p:cNvPr>
          <p:cNvSpPr>
            <a:spLocks xmlns:a="http://schemas.openxmlformats.org/drawingml/2006/main" noGrp="1"/>
          </p:cNvSpPr>
          <p:nvPr/>
        </p:nvSpPr>
        <p:spPr>
          <a:xfrm xmlns:a="http://schemas.openxmlformats.org/drawingml/2006/main">
            <a:off x="6743700" y="2981325"/>
            <a:ext cx="1257300" cy="95250"/>
          </a:xfrm>
          <a:prstGeom xmlns:a="http://schemas.openxmlformats.org/drawingml/2006/main" prst="rect">
            <a:avLst/>
          </a:prstGeom>
          <a:solidFill xmlns:a="http://schemas.openxmlformats.org/drawingml/2006/main">
            <a:srgbClr val="22364A"/>
          </a:solidFill>
          <a:ln xmlns:a="http://schemas.openxmlformats.org/drawingml/2006/main" w="0">
            <a:noFill/>
            <a:prstDash val="solid"/>
          </a:ln>
        </p:spPr>
      </p:sp>
      <p:sp>
        <p:nvSpPr>
          <p:cNvPr id="42" name="Rectangle 41">
            <a:extLst xmlns:a="http://schemas.openxmlformats.org/drawingml/2006/main">
              <a:ext uri="{FF2B5EF4-FFF2-40B4-BE49-F238E27FC236}">
                <a16:creationId xmlns:a16="http://schemas.microsoft.com/office/drawing/2014/main" id="{E3E556EF-1E09-4D29-AC2D-6128237BEF47}"/>
              </a:ext>
            </a:extLst>
          </p:cNvPr>
          <p:cNvSpPr>
            <a:spLocks xmlns:a="http://schemas.openxmlformats.org/drawingml/2006/main" noGrp="1"/>
          </p:cNvSpPr>
          <p:nvPr/>
        </p:nvSpPr>
        <p:spPr>
          <a:xfrm xmlns:a="http://schemas.openxmlformats.org/drawingml/2006/main">
            <a:off x="6743700" y="2981325"/>
            <a:ext cx="838200" cy="95250"/>
          </a:xfrm>
          <a:prstGeom xmlns:a="http://schemas.openxmlformats.org/drawingml/2006/main" prst="rect">
            <a:avLst/>
          </a:prstGeom>
          <a:solidFill xmlns:a="http://schemas.openxmlformats.org/drawingml/2006/main">
            <a:srgbClr val="FFBE69"/>
          </a:solidFill>
          <a:ln xmlns:a="http://schemas.openxmlformats.org/drawingml/2006/main" w="0">
            <a:noFill/>
            <a:prstDash val="solid"/>
          </a:ln>
        </p:spPr>
      </p:sp>
      <p:sp>
        <p:nvSpPr>
          <p:cNvPr id="43" name="Rectangle 42">
            <a:extLst xmlns:a="http://schemas.openxmlformats.org/drawingml/2006/main">
              <a:ext uri="{FF2B5EF4-FFF2-40B4-BE49-F238E27FC236}">
                <a16:creationId xmlns:a16="http://schemas.microsoft.com/office/drawing/2014/main" id="{E22B3CD0-0A75-472C-9D81-DF5D94733399}"/>
              </a:ext>
            </a:extLst>
          </p:cNvPr>
          <p:cNvSpPr>
            <a:spLocks xmlns:a="http://schemas.openxmlformats.org/drawingml/2006/main" noGrp="1"/>
          </p:cNvSpPr>
          <p:nvPr/>
        </p:nvSpPr>
        <p:spPr>
          <a:xfrm xmlns:a="http://schemas.openxmlformats.org/drawingml/2006/main">
            <a:off x="8077200" y="2933700"/>
            <a:ext cx="2095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F4F7FB"/>
                </a:solidFill>
                <a:latin typeface="Arial"/>
                <a:ea typeface="Arial"/>
                <a:cs typeface="Arial"/>
              </a:defRPr>
            </a:defPPr>
            <a:lvl1pPr algn="l">
              <a:buNone/>
              <a:defRPr sz="975" b="1" i="0">
                <a:solidFill>
                  <a:srgbClr val="F4F7FB"/>
                </a:solidFill>
                <a:latin typeface="Arial"/>
                <a:ea typeface="Arial"/>
                <a:cs typeface="Arial"/>
              </a:defRPr>
            </a:lvl1pPr>
            <a:lvl2pPr algn="l">
              <a:buNone/>
              <a:defRPr sz="975" b="1" i="0">
                <a:solidFill>
                  <a:srgbClr val="F4F7FB"/>
                </a:solidFill>
                <a:latin typeface="Arial"/>
                <a:ea typeface="Arial"/>
                <a:cs typeface="Arial"/>
              </a:defRPr>
            </a:lvl2pPr>
            <a:lvl3pPr algn="l">
              <a:buNone/>
              <a:defRPr sz="975" b="1" i="0">
                <a:solidFill>
                  <a:srgbClr val="F4F7FB"/>
                </a:solidFill>
                <a:latin typeface="Arial"/>
                <a:ea typeface="Arial"/>
                <a:cs typeface="Arial"/>
              </a:defRPr>
            </a:lvl3pPr>
            <a:lvl4pPr algn="l">
              <a:buNone/>
              <a:defRPr sz="975" b="1" i="0">
                <a:solidFill>
                  <a:srgbClr val="F4F7FB"/>
                </a:solidFill>
                <a:latin typeface="Arial"/>
                <a:ea typeface="Arial"/>
                <a:cs typeface="Arial"/>
              </a:defRPr>
            </a:lvl4pPr>
            <a:lvl5pPr algn="l">
              <a:buNone/>
              <a:defRPr sz="975" b="1" i="0">
                <a:solidFill>
                  <a:srgbClr val="F4F7FB"/>
                </a:solidFill>
                <a:latin typeface="Arial"/>
                <a:ea typeface="Arial"/>
                <a:cs typeface="Arial"/>
              </a:defRPr>
            </a:lvl5pPr>
            <a:lvl6pPr algn="l">
              <a:buNone/>
              <a:defRPr sz="975" b="1" i="0">
                <a:solidFill>
                  <a:srgbClr val="F4F7FB"/>
                </a:solidFill>
                <a:latin typeface="Arial"/>
                <a:ea typeface="Arial"/>
                <a:cs typeface="Arial"/>
              </a:defRPr>
            </a:lvl6pPr>
            <a:lvl7pPr algn="l">
              <a:buNone/>
              <a:defRPr sz="975" b="1" i="0">
                <a:solidFill>
                  <a:srgbClr val="F4F7FB"/>
                </a:solidFill>
                <a:latin typeface="Arial"/>
                <a:ea typeface="Arial"/>
                <a:cs typeface="Arial"/>
              </a:defRPr>
            </a:lvl7pPr>
            <a:lvl8pPr algn="l">
              <a:buNone/>
              <a:defRPr sz="975" b="1" i="0">
                <a:solidFill>
                  <a:srgbClr val="F4F7FB"/>
                </a:solidFill>
                <a:latin typeface="Arial"/>
                <a:ea typeface="Arial"/>
                <a:cs typeface="Arial"/>
              </a:defRPr>
            </a:lvl8pPr>
            <a:lvl9pPr algn="l">
              <a:buNone/>
              <a:defRPr sz="975" b="1" i="0">
                <a:solidFill>
                  <a:srgbClr val="F4F7FB"/>
                </a:solidFill>
                <a:latin typeface="Arial"/>
                <a:ea typeface="Arial"/>
                <a:cs typeface="Arial"/>
              </a:defRPr>
            </a:lvl9pPr>
          </a:lstStyle>
          <a:p xmlns:a="http://schemas.openxmlformats.org/drawingml/2006/main">
            <a:pPr algn="l">
              <a:buNone/>
              <a:defRPr sz="975" b="1" i="0">
                <a:solidFill>
                  <a:srgbClr val="F4F7FB"/>
                </a:solidFill>
                <a:latin typeface="Arial"/>
                <a:ea typeface="Arial"/>
                <a:cs typeface="Arial"/>
              </a:defRPr>
            </a:pPr>
            <a:r>
              <a:rPr sz="975" b="1" i="0">
                <a:solidFill>
                  <a:srgbClr val="F4F7FB"/>
                </a:solidFill>
                <a:latin typeface="Arial"/>
                <a:ea typeface="Arial"/>
                <a:cs typeface="Arial"/>
              </a:rPr>
              <a:t>2</a:t>
            </a:r>
          </a:p>
        </p:txBody>
      </p:sp>
      <p:sp>
        <p:nvSpPr>
          <p:cNvPr id="44" name="Rectangle 43">
            <a:extLst xmlns:a="http://schemas.openxmlformats.org/drawingml/2006/main">
              <a:ext uri="{FF2B5EF4-FFF2-40B4-BE49-F238E27FC236}">
                <a16:creationId xmlns:a16="http://schemas.microsoft.com/office/drawing/2014/main" id="{E5B1E878-E084-476D-B7B6-F19E0374CC8A}"/>
              </a:ext>
            </a:extLst>
          </p:cNvPr>
          <p:cNvSpPr>
            <a:spLocks xmlns:a="http://schemas.openxmlformats.org/drawingml/2006/main" noGrp="1"/>
          </p:cNvSpPr>
          <p:nvPr/>
        </p:nvSpPr>
        <p:spPr>
          <a:xfrm xmlns:a="http://schemas.openxmlformats.org/drawingml/2006/main">
            <a:off x="8782050" y="2400300"/>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1" i="0">
                <a:solidFill>
                  <a:srgbClr val="F4F7FB"/>
                </a:solidFill>
                <a:latin typeface="Arial"/>
                <a:ea typeface="Arial"/>
                <a:cs typeface="Arial"/>
              </a:defRPr>
            </a:defPPr>
            <a:lvl1pPr algn="l">
              <a:buNone/>
              <a:defRPr sz="1275" b="1" i="0">
                <a:solidFill>
                  <a:srgbClr val="F4F7FB"/>
                </a:solidFill>
                <a:latin typeface="Arial"/>
                <a:ea typeface="Arial"/>
                <a:cs typeface="Arial"/>
              </a:defRPr>
            </a:lvl1pPr>
            <a:lvl2pPr algn="l">
              <a:buNone/>
              <a:defRPr sz="1275" b="1" i="0">
                <a:solidFill>
                  <a:srgbClr val="F4F7FB"/>
                </a:solidFill>
                <a:latin typeface="Arial"/>
                <a:ea typeface="Arial"/>
                <a:cs typeface="Arial"/>
              </a:defRPr>
            </a:lvl2pPr>
            <a:lvl3pPr algn="l">
              <a:buNone/>
              <a:defRPr sz="1275" b="1" i="0">
                <a:solidFill>
                  <a:srgbClr val="F4F7FB"/>
                </a:solidFill>
                <a:latin typeface="Arial"/>
                <a:ea typeface="Arial"/>
                <a:cs typeface="Arial"/>
              </a:defRPr>
            </a:lvl3pPr>
            <a:lvl4pPr algn="l">
              <a:buNone/>
              <a:defRPr sz="1275" b="1" i="0">
                <a:solidFill>
                  <a:srgbClr val="F4F7FB"/>
                </a:solidFill>
                <a:latin typeface="Arial"/>
                <a:ea typeface="Arial"/>
                <a:cs typeface="Arial"/>
              </a:defRPr>
            </a:lvl4pPr>
            <a:lvl5pPr algn="l">
              <a:buNone/>
              <a:defRPr sz="1275" b="1" i="0">
                <a:solidFill>
                  <a:srgbClr val="F4F7FB"/>
                </a:solidFill>
                <a:latin typeface="Arial"/>
                <a:ea typeface="Arial"/>
                <a:cs typeface="Arial"/>
              </a:defRPr>
            </a:lvl5pPr>
            <a:lvl6pPr algn="l">
              <a:buNone/>
              <a:defRPr sz="1275" b="1" i="0">
                <a:solidFill>
                  <a:srgbClr val="F4F7FB"/>
                </a:solidFill>
                <a:latin typeface="Arial"/>
                <a:ea typeface="Arial"/>
                <a:cs typeface="Arial"/>
              </a:defRPr>
            </a:lvl6pPr>
            <a:lvl7pPr algn="l">
              <a:buNone/>
              <a:defRPr sz="1275" b="1" i="0">
                <a:solidFill>
                  <a:srgbClr val="F4F7FB"/>
                </a:solidFill>
                <a:latin typeface="Arial"/>
                <a:ea typeface="Arial"/>
                <a:cs typeface="Arial"/>
              </a:defRPr>
            </a:lvl7pPr>
            <a:lvl8pPr algn="l">
              <a:buNone/>
              <a:defRPr sz="1275" b="1" i="0">
                <a:solidFill>
                  <a:srgbClr val="F4F7FB"/>
                </a:solidFill>
                <a:latin typeface="Arial"/>
                <a:ea typeface="Arial"/>
                <a:cs typeface="Arial"/>
              </a:defRPr>
            </a:lvl8pPr>
            <a:lvl9pPr algn="l">
              <a:buNone/>
              <a:defRPr sz="1275" b="1" i="0">
                <a:solidFill>
                  <a:srgbClr val="F4F7FB"/>
                </a:solidFill>
                <a:latin typeface="Arial"/>
                <a:ea typeface="Arial"/>
                <a:cs typeface="Arial"/>
              </a:defRPr>
            </a:lvl9pPr>
          </a:lstStyle>
          <a:p xmlns:a="http://schemas.openxmlformats.org/drawingml/2006/main">
            <a:pPr algn="l">
              <a:buNone/>
              <a:defRPr sz="1275" b="1" i="0">
                <a:solidFill>
                  <a:srgbClr val="F4F7FB"/>
                </a:solidFill>
                <a:latin typeface="Arial"/>
                <a:ea typeface="Arial"/>
                <a:cs typeface="Arial"/>
              </a:defRPr>
            </a:pPr>
            <a:r>
              <a:rPr sz="1275" b="1" i="0">
                <a:solidFill>
                  <a:srgbClr val="F4F7FB"/>
                </a:solidFill>
                <a:latin typeface="Arial"/>
                <a:ea typeface="Arial"/>
                <a:cs typeface="Arial"/>
              </a:rPr>
              <a:t>Scenario outcomes</a:t>
            </a:r>
          </a:p>
        </p:txBody>
      </p:sp>
      <p:sp>
        <p:nvSpPr>
          <p:cNvPr id="45" name="Rectangle 44">
            <a:extLst xmlns:a="http://schemas.openxmlformats.org/drawingml/2006/main">
              <a:ext uri="{FF2B5EF4-FFF2-40B4-BE49-F238E27FC236}">
                <a16:creationId xmlns:a16="http://schemas.microsoft.com/office/drawing/2014/main" id="{D71A9460-3938-4669-99E8-6B235C15851D}"/>
              </a:ext>
            </a:extLst>
          </p:cNvPr>
          <p:cNvSpPr>
            <a:spLocks xmlns:a="http://schemas.openxmlformats.org/drawingml/2006/main" noGrp="1"/>
          </p:cNvSpPr>
          <p:nvPr/>
        </p:nvSpPr>
        <p:spPr>
          <a:xfrm xmlns:a="http://schemas.openxmlformats.org/drawingml/2006/main">
            <a:off x="8782050" y="2705100"/>
            <a:ext cx="2714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291"/>
          </a:bodyPr>
          <a:lstStyle xmlns:a="http://schemas.openxmlformats.org/drawingml/2006/main">
            <a:defPPr algn="l">
              <a:defRPr sz="975" b="0" i="0">
                <a:solidFill>
                  <a:srgbClr val="9AAFC2"/>
                </a:solidFill>
                <a:latin typeface="Arial"/>
                <a:ea typeface="Arial"/>
                <a:cs typeface="Arial"/>
              </a:defRPr>
            </a:defPPr>
            <a:lvl1pPr algn="l">
              <a:buNone/>
              <a:defRPr sz="975" b="0" i="0">
                <a:solidFill>
                  <a:srgbClr val="9AAFC2"/>
                </a:solidFill>
                <a:latin typeface="Arial"/>
                <a:ea typeface="Arial"/>
                <a:cs typeface="Arial"/>
              </a:defRPr>
            </a:lvl1pPr>
            <a:lvl2pPr algn="l">
              <a:buNone/>
              <a:defRPr sz="975" b="0" i="0">
                <a:solidFill>
                  <a:srgbClr val="9AAFC2"/>
                </a:solidFill>
                <a:latin typeface="Arial"/>
                <a:ea typeface="Arial"/>
                <a:cs typeface="Arial"/>
              </a:defRPr>
            </a:lvl2pPr>
            <a:lvl3pPr algn="l">
              <a:buNone/>
              <a:defRPr sz="975" b="0" i="0">
                <a:solidFill>
                  <a:srgbClr val="9AAFC2"/>
                </a:solidFill>
                <a:latin typeface="Arial"/>
                <a:ea typeface="Arial"/>
                <a:cs typeface="Arial"/>
              </a:defRPr>
            </a:lvl3pPr>
            <a:lvl4pPr algn="l">
              <a:buNone/>
              <a:defRPr sz="975" b="0" i="0">
                <a:solidFill>
                  <a:srgbClr val="9AAFC2"/>
                </a:solidFill>
                <a:latin typeface="Arial"/>
                <a:ea typeface="Arial"/>
                <a:cs typeface="Arial"/>
              </a:defRPr>
            </a:lvl4pPr>
            <a:lvl5pPr algn="l">
              <a:buNone/>
              <a:defRPr sz="975" b="0" i="0">
                <a:solidFill>
                  <a:srgbClr val="9AAFC2"/>
                </a:solidFill>
                <a:latin typeface="Arial"/>
                <a:ea typeface="Arial"/>
                <a:cs typeface="Arial"/>
              </a:defRPr>
            </a:lvl5pPr>
            <a:lvl6pPr algn="l">
              <a:buNone/>
              <a:defRPr sz="975" b="0" i="0">
                <a:solidFill>
                  <a:srgbClr val="9AAFC2"/>
                </a:solidFill>
                <a:latin typeface="Arial"/>
                <a:ea typeface="Arial"/>
                <a:cs typeface="Arial"/>
              </a:defRPr>
            </a:lvl6pPr>
            <a:lvl7pPr algn="l">
              <a:buNone/>
              <a:defRPr sz="975" b="0" i="0">
                <a:solidFill>
                  <a:srgbClr val="9AAFC2"/>
                </a:solidFill>
                <a:latin typeface="Arial"/>
                <a:ea typeface="Arial"/>
                <a:cs typeface="Arial"/>
              </a:defRPr>
            </a:lvl7pPr>
            <a:lvl8pPr algn="l">
              <a:buNone/>
              <a:defRPr sz="975" b="0" i="0">
                <a:solidFill>
                  <a:srgbClr val="9AAFC2"/>
                </a:solidFill>
                <a:latin typeface="Arial"/>
                <a:ea typeface="Arial"/>
                <a:cs typeface="Arial"/>
              </a:defRPr>
            </a:lvl8pPr>
            <a:lvl9pPr algn="l">
              <a:buNone/>
              <a:defRPr sz="975" b="0" i="0">
                <a:solidFill>
                  <a:srgbClr val="9AAFC2"/>
                </a:solidFill>
                <a:latin typeface="Arial"/>
                <a:ea typeface="Arial"/>
                <a:cs typeface="Arial"/>
              </a:defRPr>
            </a:lvl9pPr>
          </a:lstStyle>
          <a:p xmlns:a="http://schemas.openxmlformats.org/drawingml/2006/main">
            <a:pPr algn="l">
              <a:buNone/>
              <a:defRPr sz="975" b="0" i="0">
                <a:solidFill>
                  <a:srgbClr val="9AAFC2"/>
                </a:solidFill>
                <a:latin typeface="Arial"/>
                <a:ea typeface="Arial"/>
                <a:cs typeface="Arial"/>
              </a:defRPr>
            </a:pPr>
            <a:r>
              <a:rPr sz="975" b="0" i="0">
                <a:solidFill>
                  <a:srgbClr val="9AAFC2"/>
                </a:solidFill>
                <a:latin typeface="Arial"/>
                <a:ea typeface="Arial"/>
                <a:cs typeface="Arial"/>
              </a:rPr>
              <a:t>S2 leads share the same 2 transactions. S3 is partial: S3-IN-1 is 4 units outside the 3-unit window.</a:t>
            </a:r>
          </a:p>
        </p:txBody>
      </p:sp>
      <p:graphicFrame>
        <p:nvGraphicFramePr>
          <p:cNvPr id="46" name="Table 45">
            <a:extLst xmlns:a="http://schemas.openxmlformats.org/drawingml/2006/main">
              <a:ext uri="{FF2B5EF4-FFF2-40B4-BE49-F238E27FC236}">
                <a16:creationId xmlns:a16="http://schemas.microsoft.com/office/drawing/2014/main" id="{D2362846-EB87-47EE-B388-8611F1D6DB52}"/>
              </a:ext>
            </a:extLst>
          </p:cNvPr>
          <p:cNvGraphicFramePr/>
          <p:nvPr/>
        </p:nvGraphicFramePr>
        <p:xfrm>
          <a:off xmlns:a="http://schemas.openxmlformats.org/drawingml/2006/main" x="590550" y="3219450"/>
          <a:ext xmlns:a="http://schemas.openxmlformats.org/drawingml/2006/main" cx="11010900" cy="2419350"/>
        </p:xfrm>
        <a:graphic xmlns:a="http://schemas.openxmlformats.org/drawingml/2006/main">
          <a:graphicData uri="http://schemas.openxmlformats.org/drawingml/2006/table">
            <a:tbl>
              <a:tblPr/>
              <a:tblGrid>
                <a:gridCol w="647700"/>
                <a:gridCol w="2419350"/>
                <a:gridCol w="6705600"/>
                <a:gridCol w="1238250"/>
              </a:tblGrid>
              <a:tr h="295275">
                <a:tc>
                  <a:txBody>
                    <a:bodyPr/>
                    <a:lstStyle/>
                    <a:p>
                      <a:pPr algn="ctr">
                        <a:buNone/>
                      </a:pPr>
                      <a:r>
                        <a:rPr sz="1125" b="1">
                          <a:solidFill>
                            <a:srgbClr val="B8F7E5"/>
                          </a:solidFill>
                          <a:latin typeface="Arial"/>
                          <a:ea typeface="Arial"/>
                          <a:cs typeface="Arial"/>
                        </a:rPr>
                        <a:t>ID</a:t>
                      </a:r>
                    </a:p>
                  </a:txBody>
                  <a:tcPr marL="91440" marR="91440" marT="45720" marB="45720" anchor="ctr">
                    <a:lnL w="7620">
                      <a:solidFill>
                        <a:srgbClr val="263B50"/>
                      </a:solidFill>
                      <a:prstDash val="solid"/>
                    </a:lnL>
                    <a:lnR w="7620">
                      <a:solidFill>
                        <a:srgbClr val="263B50"/>
                      </a:solidFill>
                      <a:prstDash val="solid"/>
                    </a:lnR>
                    <a:lnT w="7620">
                      <a:solidFill>
                        <a:srgbClr val="263B50"/>
                      </a:solidFill>
                      <a:prstDash val="solid"/>
                    </a:lnT>
                    <a:lnB w="7620">
                      <a:solidFill>
                        <a:srgbClr val="263B50"/>
                      </a:solidFill>
                      <a:prstDash val="solid"/>
                    </a:lnB>
                    <a:solidFill>
                      <a:srgbClr val="173044"/>
                    </a:solidFill>
                  </a:tcPr>
                </a:tc>
                <a:tc>
                  <a:txBody>
                    <a:bodyPr/>
                    <a:lstStyle/>
                    <a:p>
                      <a:pPr algn="l">
                        <a:buNone/>
                      </a:pPr>
                      <a:r>
                        <a:rPr sz="1125" b="1">
                          <a:solidFill>
                            <a:srgbClr val="B8F7E5"/>
                          </a:solidFill>
                          <a:latin typeface="Arial"/>
                          <a:ea typeface="Arial"/>
                          <a:cs typeface="Arial"/>
                        </a:rPr>
                        <a:t>Synthetic scenario</a:t>
                      </a:r>
                    </a:p>
                  </a:txBody>
                  <a:tcPr marL="91440" marR="91440" marT="45720" marB="45720" anchor="ctr">
                    <a:lnL w="7620" cmpd="sng">
                      <a:solidFill>
                        <a:srgbClr val="263B50"/>
                      </a:solidFill>
                      <a:prstDash val="solid"/>
                    </a:lnL>
                    <a:lnR w="7620">
                      <a:solidFill>
                        <a:srgbClr val="263B50"/>
                      </a:solidFill>
                      <a:prstDash val="solid"/>
                    </a:lnR>
                    <a:lnT w="7620">
                      <a:solidFill>
                        <a:srgbClr val="263B50"/>
                      </a:solidFill>
                      <a:prstDash val="solid"/>
                    </a:lnT>
                    <a:lnB w="7620">
                      <a:solidFill>
                        <a:srgbClr val="263B50"/>
                      </a:solidFill>
                      <a:prstDash val="solid"/>
                    </a:lnB>
                    <a:solidFill>
                      <a:srgbClr val="173044"/>
                    </a:solidFill>
                  </a:tcPr>
                </a:tc>
                <a:tc>
                  <a:txBody>
                    <a:bodyPr/>
                    <a:lstStyle/>
                    <a:p>
                      <a:pPr algn="l">
                        <a:buNone/>
                      </a:pPr>
                      <a:r>
                        <a:rPr sz="1125" b="1">
                          <a:solidFill>
                            <a:srgbClr val="B8F7E5"/>
                          </a:solidFill>
                          <a:latin typeface="Arial"/>
                          <a:ea typeface="Arial"/>
                          <a:cs typeface="Arial"/>
                        </a:rPr>
                        <a:t>Observed result</a:t>
                      </a:r>
                    </a:p>
                  </a:txBody>
                  <a:tcPr marL="91440" marR="91440" marT="45720" marB="45720" anchor="ctr">
                    <a:lnL w="7620" cmpd="sng">
                      <a:solidFill>
                        <a:srgbClr val="263B50"/>
                      </a:solidFill>
                      <a:prstDash val="solid"/>
                    </a:lnL>
                    <a:lnR w="7620">
                      <a:solidFill>
                        <a:srgbClr val="263B50"/>
                      </a:solidFill>
                      <a:prstDash val="solid"/>
                    </a:lnR>
                    <a:lnT w="7620">
                      <a:solidFill>
                        <a:srgbClr val="263B50"/>
                      </a:solidFill>
                      <a:prstDash val="solid"/>
                    </a:lnT>
                    <a:lnB w="7620">
                      <a:solidFill>
                        <a:srgbClr val="263B50"/>
                      </a:solidFill>
                      <a:prstDash val="solid"/>
                    </a:lnB>
                    <a:solidFill>
                      <a:srgbClr val="173044"/>
                    </a:solidFill>
                  </a:tcPr>
                </a:tc>
                <a:tc>
                  <a:txBody>
                    <a:bodyPr/>
                    <a:lstStyle/>
                    <a:p>
                      <a:pPr algn="ctr">
                        <a:buNone/>
                      </a:pPr>
                      <a:r>
                        <a:rPr sz="1125" b="1">
                          <a:solidFill>
                            <a:srgbClr val="B8F7E5"/>
                          </a:solidFill>
                          <a:latin typeface="Arial"/>
                          <a:ea typeface="Arial"/>
                          <a:cs typeface="Arial"/>
                        </a:rPr>
                        <a:t>Status</a:t>
                      </a:r>
                    </a:p>
                  </a:txBody>
                  <a:tcPr marL="91440" marR="91440" marT="45720" marB="45720" anchor="ctr">
                    <a:lnL w="7620" cmpd="sng">
                      <a:solidFill>
                        <a:srgbClr val="263B50"/>
                      </a:solidFill>
                      <a:prstDash val="solid"/>
                    </a:lnL>
                    <a:lnR w="7620">
                      <a:solidFill>
                        <a:srgbClr val="263B50"/>
                      </a:solidFill>
                      <a:prstDash val="solid"/>
                    </a:lnR>
                    <a:lnT w="7620">
                      <a:solidFill>
                        <a:srgbClr val="263B50"/>
                      </a:solidFill>
                      <a:prstDash val="solid"/>
                    </a:lnT>
                    <a:lnB w="7620">
                      <a:solidFill>
                        <a:srgbClr val="263B50"/>
                      </a:solidFill>
                      <a:prstDash val="solid"/>
                    </a:lnB>
                    <a:solidFill>
                      <a:srgbClr val="173044"/>
                    </a:solidFill>
                  </a:tcPr>
                </a:tc>
              </a:tr>
              <a:tr h="333375">
                <a:tc>
                  <a:txBody>
                    <a:bodyPr/>
                    <a:lstStyle/>
                    <a:p>
                      <a:pPr algn="ctr">
                        <a:buNone/>
                      </a:pPr>
                      <a:r>
                        <a:rPr sz="1200" b="1">
                          <a:solidFill>
                            <a:srgbClr val="D5E0E9"/>
                          </a:solidFill>
                          <a:latin typeface="Arial"/>
                          <a:ea typeface="Arial"/>
                          <a:cs typeface="Arial"/>
                        </a:rPr>
                        <a:t>S1</a:t>
                      </a:r>
                    </a:p>
                  </a:txBody>
                  <a:tcPr marL="91440" marR="91440" marT="45720" marB="45720" anchor="ctr">
                    <a:lnL w="7620">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C1827"/>
                    </a:solidFill>
                  </a:tcPr>
                </a:tc>
                <a:tc>
                  <a:txBody>
                    <a:bodyPr/>
                    <a:lstStyle/>
                    <a:p>
                      <a:pPr algn="l">
                        <a:buNone/>
                      </a:pPr>
                      <a:r>
                        <a:rPr sz="1200" b="0">
                          <a:solidFill>
                            <a:srgbClr val="D5E0E9"/>
                          </a:solidFill>
                          <a:latin typeface="Arial"/>
                          <a:ea typeface="Arial"/>
                          <a:cs typeface="Arial"/>
                        </a:rPr>
                        <a:t>Ordinary P2P</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C1827"/>
                    </a:solidFill>
                  </a:tcPr>
                </a:tc>
                <a:tc>
                  <a:txBody>
                    <a:bodyPr/>
                    <a:lstStyle/>
                    <a:p>
                      <a:pPr algn="l">
                        <a:buNone/>
                      </a:pPr>
                      <a:r>
                        <a:rPr sz="1200" b="0">
                          <a:solidFill>
                            <a:srgbClr val="D5E0E9"/>
                          </a:solidFill>
                          <a:latin typeface="Arial"/>
                          <a:ea typeface="Arial"/>
                          <a:cs typeface="Arial"/>
                        </a:rPr>
                        <a:t>4 accepted · no findings</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C1827"/>
                    </a:solidFill>
                  </a:tcPr>
                </a:tc>
                <a:tc>
                  <a:txBody>
                    <a:bodyPr/>
                    <a:lstStyle/>
                    <a:p>
                      <a:pPr algn="ctr">
                        <a:buNone/>
                      </a:pPr>
                      <a:r>
                        <a:rPr sz="1200" b="1">
                          <a:solidFill>
                            <a:srgbClr val="38E0C1"/>
                          </a:solidFill>
                          <a:latin typeface="Arial"/>
                          <a:ea typeface="Arial"/>
                          <a:cs typeface="Arial"/>
                        </a:rPr>
                        <a:t>PASS</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C1827"/>
                    </a:solidFill>
                  </a:tcPr>
                </a:tc>
              </a:tr>
              <a:tr h="333375">
                <a:tc>
                  <a:txBody>
                    <a:bodyPr/>
                    <a:lstStyle/>
                    <a:p>
                      <a:pPr algn="ctr">
                        <a:buNone/>
                      </a:pPr>
                      <a:r>
                        <a:rPr sz="1200" b="1">
                          <a:solidFill>
                            <a:srgbClr val="D5E0E9"/>
                          </a:solidFill>
                          <a:latin typeface="Arial"/>
                          <a:ea typeface="Arial"/>
                          <a:cs typeface="Arial"/>
                        </a:rPr>
                        <a:t>S2</a:t>
                      </a:r>
                    </a:p>
                  </a:txBody>
                  <a:tcPr marL="91440" marR="91440" marT="45720" marB="45720" anchor="ctr">
                    <a:lnL w="7620">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D1928"/>
                    </a:solidFill>
                  </a:tcPr>
                </a:tc>
                <a:tc>
                  <a:txBody>
                    <a:bodyPr/>
                    <a:lstStyle/>
                    <a:p>
                      <a:pPr algn="l">
                        <a:buNone/>
                      </a:pPr>
                      <a:r>
                        <a:rPr sz="1200" b="0">
                          <a:solidFill>
                            <a:srgbClr val="D5E0E9"/>
                          </a:solidFill>
                          <a:latin typeface="Arial"/>
                          <a:ea typeface="Arial"/>
                          <a:cs typeface="Arial"/>
                        </a:rPr>
                        <a:t>Rapid A → B → C</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D1928"/>
                    </a:solidFill>
                  </a:tcPr>
                </a:tc>
                <a:tc>
                  <a:txBody>
                    <a:bodyPr/>
                    <a:lstStyle/>
                    <a:p>
                      <a:pPr algn="l">
                        <a:buNone/>
                      </a:pPr>
                      <a:r>
                        <a:rPr sz="1200" b="0">
                          <a:solidFill>
                            <a:srgbClr val="D5E0E9"/>
                          </a:solidFill>
                          <a:latin typeface="Arial"/>
                          <a:ea typeface="Arial"/>
                          <a:cs typeface="Arial"/>
                        </a:rPr>
                        <a:t>Rapid + overlapping onward leads</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D1928"/>
                    </a:solidFill>
                  </a:tcPr>
                </a:tc>
                <a:tc>
                  <a:txBody>
                    <a:bodyPr/>
                    <a:lstStyle/>
                    <a:p>
                      <a:pPr algn="ctr">
                        <a:buNone/>
                      </a:pPr>
                      <a:r>
                        <a:rPr sz="1200" b="1">
                          <a:solidFill>
                            <a:srgbClr val="38E0C1"/>
                          </a:solidFill>
                          <a:latin typeface="Arial"/>
                          <a:ea typeface="Arial"/>
                          <a:cs typeface="Arial"/>
                        </a:rPr>
                        <a:t>PASS</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D1928"/>
                    </a:solidFill>
                  </a:tcPr>
                </a:tc>
              </a:tr>
              <a:tr h="333375">
                <a:tc>
                  <a:txBody>
                    <a:bodyPr/>
                    <a:lstStyle/>
                    <a:p>
                      <a:pPr algn="ctr">
                        <a:buNone/>
                      </a:pPr>
                      <a:r>
                        <a:rPr sz="1200" b="1">
                          <a:solidFill>
                            <a:srgbClr val="D5E0E9"/>
                          </a:solidFill>
                          <a:latin typeface="Arial"/>
                          <a:ea typeface="Arial"/>
                          <a:cs typeface="Arial"/>
                        </a:rPr>
                        <a:t>S3</a:t>
                      </a:r>
                    </a:p>
                  </a:txBody>
                  <a:tcPr marL="91440" marR="91440" marT="45720" marB="45720" anchor="ctr">
                    <a:lnL w="7620">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C1827"/>
                    </a:solidFill>
                  </a:tcPr>
                </a:tc>
                <a:tc>
                  <a:txBody>
                    <a:bodyPr/>
                    <a:lstStyle/>
                    <a:p>
                      <a:pPr algn="l">
                        <a:buNone/>
                      </a:pPr>
                      <a:r>
                        <a:rPr sz="1200" b="0">
                          <a:solidFill>
                            <a:srgbClr val="D5E0E9"/>
                          </a:solidFill>
                          <a:latin typeface="Arial"/>
                          <a:ea typeface="Arial"/>
                          <a:cs typeface="Arial"/>
                        </a:rPr>
                        <a:t>Senders → shared hub → onward</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C1827"/>
                    </a:solidFill>
                  </a:tcPr>
                </a:tc>
                <a:tc>
                  <a:txBody>
                    <a:bodyPr/>
                    <a:lstStyle/>
                    <a:p>
                      <a:pPr algn="l">
                        <a:buNone/>
                      </a:pPr>
                      <a:r>
                        <a:rPr sz="1200" b="0">
                          <a:solidFill>
                            <a:srgbClr val="D5E0E9"/>
                          </a:solidFill>
                          <a:latin typeface="Arial"/>
                          <a:ea typeface="Arial"/>
                          <a:cs typeface="Arial"/>
                        </a:rPr>
                        <a:t>2 qualify; S3-IN-1 is 4 units outside 3-unit window</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C1827"/>
                    </a:solidFill>
                  </a:tcPr>
                </a:tc>
                <a:tc>
                  <a:txBody>
                    <a:bodyPr/>
                    <a:lstStyle/>
                    <a:p>
                      <a:pPr algn="ctr">
                        <a:buNone/>
                      </a:pPr>
                      <a:r>
                        <a:rPr sz="1200" b="1">
                          <a:solidFill>
                            <a:srgbClr val="FFBE69"/>
                          </a:solidFill>
                          <a:latin typeface="Arial"/>
                          <a:ea typeface="Arial"/>
                          <a:cs typeface="Arial"/>
                        </a:rPr>
                        <a:t>PARTIAL</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C1827"/>
                    </a:solidFill>
                  </a:tcPr>
                </a:tc>
              </a:tr>
              <a:tr h="333375">
                <a:tc>
                  <a:txBody>
                    <a:bodyPr/>
                    <a:lstStyle/>
                    <a:p>
                      <a:pPr algn="ctr">
                        <a:buNone/>
                      </a:pPr>
                      <a:r>
                        <a:rPr sz="1200" b="1">
                          <a:solidFill>
                            <a:srgbClr val="D5E0E9"/>
                          </a:solidFill>
                          <a:latin typeface="Arial"/>
                          <a:ea typeface="Arial"/>
                          <a:cs typeface="Arial"/>
                        </a:rPr>
                        <a:t>S4</a:t>
                      </a:r>
                    </a:p>
                  </a:txBody>
                  <a:tcPr marL="91440" marR="91440" marT="45720" marB="45720" anchor="ctr">
                    <a:lnL w="7620">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D1928"/>
                    </a:solidFill>
                  </a:tcPr>
                </a:tc>
                <a:tc>
                  <a:txBody>
                    <a:bodyPr/>
                    <a:lstStyle/>
                    <a:p>
                      <a:pPr algn="l">
                        <a:buNone/>
                      </a:pPr>
                      <a:r>
                        <a:rPr sz="1200" b="0">
                          <a:solidFill>
                            <a:srgbClr val="D5E0E9"/>
                          </a:solidFill>
                          <a:latin typeface="Arial"/>
                          <a:ea typeface="Arial"/>
                          <a:cs typeface="Arial"/>
                        </a:rPr>
                        <a:t>Malformed and duplicate rows</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D1928"/>
                    </a:solidFill>
                  </a:tcPr>
                </a:tc>
                <a:tc>
                  <a:txBody>
                    <a:bodyPr/>
                    <a:lstStyle/>
                    <a:p>
                      <a:pPr algn="l">
                        <a:buNone/>
                      </a:pPr>
                      <a:r>
                        <a:rPr sz="1200" b="0">
                          <a:solidFill>
                            <a:srgbClr val="D5E0E9"/>
                          </a:solidFill>
                          <a:latin typeface="Arial"/>
                          <a:ea typeface="Arial"/>
                          <a:cs typeface="Arial"/>
                        </a:rPr>
                        <a:t>9 rejected with reasons</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D1928"/>
                    </a:solidFill>
                  </a:tcPr>
                </a:tc>
                <a:tc>
                  <a:txBody>
                    <a:bodyPr/>
                    <a:lstStyle/>
                    <a:p>
                      <a:pPr algn="ctr">
                        <a:buNone/>
                      </a:pPr>
                      <a:r>
                        <a:rPr sz="1200" b="1">
                          <a:solidFill>
                            <a:srgbClr val="38E0C1"/>
                          </a:solidFill>
                          <a:latin typeface="Arial"/>
                          <a:ea typeface="Arial"/>
                          <a:cs typeface="Arial"/>
                        </a:rPr>
                        <a:t>PASS</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D1928"/>
                    </a:solidFill>
                  </a:tcPr>
                </a:tc>
              </a:tr>
              <a:tr h="333375">
                <a:tc>
                  <a:txBody>
                    <a:bodyPr/>
                    <a:lstStyle/>
                    <a:p>
                      <a:pPr algn="ctr">
                        <a:buNone/>
                      </a:pPr>
                      <a:r>
                        <a:rPr sz="1200" b="1">
                          <a:solidFill>
                            <a:srgbClr val="D5E0E9"/>
                          </a:solidFill>
                          <a:latin typeface="Arial"/>
                          <a:ea typeface="Arial"/>
                          <a:cs typeface="Arial"/>
                        </a:rPr>
                        <a:t>S5</a:t>
                      </a:r>
                    </a:p>
                  </a:txBody>
                  <a:tcPr marL="91440" marR="91440" marT="45720" marB="45720" anchor="ctr">
                    <a:lnL w="7620">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C1827"/>
                    </a:solidFill>
                  </a:tcPr>
                </a:tc>
                <a:tc>
                  <a:txBody>
                    <a:bodyPr/>
                    <a:lstStyle/>
                    <a:p>
                      <a:pPr algn="l">
                        <a:buNone/>
                      </a:pPr>
                      <a:r>
                        <a:rPr sz="1200" b="0">
                          <a:solidFill>
                            <a:srgbClr val="D5E0E9"/>
                          </a:solidFill>
                          <a:latin typeface="Arial"/>
                          <a:ea typeface="Arial"/>
                          <a:cs typeface="Arial"/>
                        </a:rPr>
                        <a:t>18 payments to merchant</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C1827"/>
                    </a:solidFill>
                  </a:tcPr>
                </a:tc>
                <a:tc>
                  <a:txBody>
                    <a:bodyPr/>
                    <a:lstStyle/>
                    <a:p>
                      <a:pPr algn="l">
                        <a:buNone/>
                      </a:pPr>
                      <a:r>
                        <a:rPr sz="1200" b="0">
                          <a:solidFill>
                            <a:srgbClr val="D5E0E9"/>
                          </a:solidFill>
                          <a:latin typeface="Arial"/>
                          <a:ea typeface="Arial"/>
                          <a:cs typeface="Arial"/>
                        </a:rPr>
                        <a:t>Accepted · incoming volume alone not flagged</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C1827"/>
                    </a:solidFill>
                  </a:tcPr>
                </a:tc>
                <a:tc>
                  <a:txBody>
                    <a:bodyPr/>
                    <a:lstStyle/>
                    <a:p>
                      <a:pPr algn="ctr">
                        <a:buNone/>
                      </a:pPr>
                      <a:r>
                        <a:rPr sz="1200" b="1">
                          <a:solidFill>
                            <a:srgbClr val="38E0C1"/>
                          </a:solidFill>
                          <a:latin typeface="Arial"/>
                          <a:ea typeface="Arial"/>
                          <a:cs typeface="Arial"/>
                        </a:rPr>
                        <a:t>PASS</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C1827"/>
                    </a:solidFill>
                  </a:tcPr>
                </a:tc>
              </a:tr>
              <a:tr h="333375">
                <a:tc>
                  <a:txBody>
                    <a:bodyPr/>
                    <a:lstStyle/>
                    <a:p>
                      <a:pPr algn="ctr">
                        <a:buNone/>
                      </a:pPr>
                      <a:r>
                        <a:rPr sz="1200" b="1">
                          <a:solidFill>
                            <a:srgbClr val="D5E0E9"/>
                          </a:solidFill>
                          <a:latin typeface="Arial"/>
                          <a:ea typeface="Arial"/>
                          <a:cs typeface="Arial"/>
                        </a:rPr>
                        <a:t>S6</a:t>
                      </a:r>
                    </a:p>
                  </a:txBody>
                  <a:tcPr marL="91440" marR="91440" marT="45720" marB="45720" anchor="ctr">
                    <a:lnL w="7620">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D1928"/>
                    </a:solidFill>
                  </a:tcPr>
                </a:tc>
                <a:tc>
                  <a:txBody>
                    <a:bodyPr/>
                    <a:lstStyle/>
                    <a:p>
                      <a:pPr algn="l">
                        <a:buNone/>
                      </a:pPr>
                      <a:r>
                        <a:rPr sz="1200" b="0">
                          <a:solidFill>
                            <a:srgbClr val="D5E0E9"/>
                          </a:solidFill>
                          <a:latin typeface="Arial"/>
                          <a:ea typeface="Arial"/>
                          <a:cs typeface="Arial"/>
                        </a:rPr>
                        <a:t>Split payment + refund</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D1928"/>
                    </a:solidFill>
                  </a:tcPr>
                </a:tc>
                <a:tc>
                  <a:txBody>
                    <a:bodyPr/>
                    <a:lstStyle/>
                    <a:p>
                      <a:pPr algn="l">
                        <a:buNone/>
                      </a:pPr>
                      <a:r>
                        <a:rPr sz="1200" b="0">
                          <a:solidFill>
                            <a:srgbClr val="D5E0E9"/>
                          </a:solidFill>
                          <a:latin typeface="Arial"/>
                          <a:ea typeface="Arial"/>
                          <a:cs typeface="Arial"/>
                        </a:rPr>
                        <a:t>3 accepted · no findings</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D1928"/>
                    </a:solidFill>
                  </a:tcPr>
                </a:tc>
                <a:tc>
                  <a:txBody>
                    <a:bodyPr/>
                    <a:lstStyle/>
                    <a:p>
                      <a:pPr algn="ctr">
                        <a:buNone/>
                      </a:pPr>
                      <a:r>
                        <a:rPr sz="1200" b="1">
                          <a:solidFill>
                            <a:srgbClr val="38E0C1"/>
                          </a:solidFill>
                          <a:latin typeface="Arial"/>
                          <a:ea typeface="Arial"/>
                          <a:cs typeface="Arial"/>
                        </a:rPr>
                        <a:t>PASS</a:t>
                      </a:r>
                    </a:p>
                  </a:txBody>
                  <a:tcPr marL="91440" marR="91440" marT="45720" marB="45720" anchor="ctr">
                    <a:lnL w="7620" cmpd="sng">
                      <a:solidFill>
                        <a:srgbClr val="263B50"/>
                      </a:solidFill>
                      <a:prstDash val="solid"/>
                    </a:lnL>
                    <a:lnR w="7620">
                      <a:solidFill>
                        <a:srgbClr val="263B50"/>
                      </a:solidFill>
                      <a:prstDash val="solid"/>
                    </a:lnR>
                    <a:lnT w="7620" cmpd="sng">
                      <a:solidFill>
                        <a:srgbClr val="263B50"/>
                      </a:solidFill>
                      <a:prstDash val="solid"/>
                    </a:lnT>
                    <a:lnB w="7620">
                      <a:solidFill>
                        <a:srgbClr val="263B50"/>
                      </a:solidFill>
                      <a:prstDash val="solid"/>
                    </a:lnB>
                    <a:solidFill>
                      <a:srgbClr val="0D1928"/>
                    </a:solidFill>
                  </a:tcPr>
                </a:tc>
              </a:tr>
            </a:tbl>
          </a:graphicData>
        </a:graphic>
      </p:graphicFrame>
      <p:sp>
        <p:nvSpPr>
          <p:cNvPr id="47" name="Rectangle 46">
            <a:extLst xmlns:a="http://schemas.openxmlformats.org/drawingml/2006/main">
              <a:ext uri="{FF2B5EF4-FFF2-40B4-BE49-F238E27FC236}">
                <a16:creationId xmlns:a16="http://schemas.microsoft.com/office/drawing/2014/main" id="{9AEFA5CF-3C30-4AE0-9F69-6AA544081697}"/>
              </a:ext>
            </a:extLst>
          </p:cNvPr>
          <p:cNvSpPr>
            <a:spLocks xmlns:a="http://schemas.openxmlformats.org/drawingml/2006/main" noGrp="1"/>
          </p:cNvSpPr>
          <p:nvPr/>
        </p:nvSpPr>
        <p:spPr>
          <a:xfrm xmlns:a="http://schemas.openxmlformats.org/drawingml/2006/main">
            <a:off x="590550" y="6057900"/>
            <a:ext cx="11010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00" b="0" i="1">
                <a:solidFill>
                  <a:srgbClr val="9AAFC2"/>
                </a:solidFill>
                <a:latin typeface="Arial"/>
                <a:ea typeface="Arial"/>
                <a:cs typeface="Arial"/>
              </a:defRPr>
            </a:defPPr>
            <a:lvl1pPr algn="l">
              <a:buNone/>
              <a:defRPr sz="900" b="0" i="1">
                <a:solidFill>
                  <a:srgbClr val="9AAFC2"/>
                </a:solidFill>
                <a:latin typeface="Arial"/>
                <a:ea typeface="Arial"/>
                <a:cs typeface="Arial"/>
              </a:defRPr>
            </a:lvl1pPr>
            <a:lvl2pPr algn="l">
              <a:buNone/>
              <a:defRPr sz="900" b="0" i="1">
                <a:solidFill>
                  <a:srgbClr val="9AAFC2"/>
                </a:solidFill>
                <a:latin typeface="Arial"/>
                <a:ea typeface="Arial"/>
                <a:cs typeface="Arial"/>
              </a:defRPr>
            </a:lvl2pPr>
            <a:lvl3pPr algn="l">
              <a:buNone/>
              <a:defRPr sz="900" b="0" i="1">
                <a:solidFill>
                  <a:srgbClr val="9AAFC2"/>
                </a:solidFill>
                <a:latin typeface="Arial"/>
                <a:ea typeface="Arial"/>
                <a:cs typeface="Arial"/>
              </a:defRPr>
            </a:lvl3pPr>
            <a:lvl4pPr algn="l">
              <a:buNone/>
              <a:defRPr sz="900" b="0" i="1">
                <a:solidFill>
                  <a:srgbClr val="9AAFC2"/>
                </a:solidFill>
                <a:latin typeface="Arial"/>
                <a:ea typeface="Arial"/>
                <a:cs typeface="Arial"/>
              </a:defRPr>
            </a:lvl4pPr>
            <a:lvl5pPr algn="l">
              <a:buNone/>
              <a:defRPr sz="900" b="0" i="1">
                <a:solidFill>
                  <a:srgbClr val="9AAFC2"/>
                </a:solidFill>
                <a:latin typeface="Arial"/>
                <a:ea typeface="Arial"/>
                <a:cs typeface="Arial"/>
              </a:defRPr>
            </a:lvl5pPr>
            <a:lvl6pPr algn="l">
              <a:buNone/>
              <a:defRPr sz="900" b="0" i="1">
                <a:solidFill>
                  <a:srgbClr val="9AAFC2"/>
                </a:solidFill>
                <a:latin typeface="Arial"/>
                <a:ea typeface="Arial"/>
                <a:cs typeface="Arial"/>
              </a:defRPr>
            </a:lvl6pPr>
            <a:lvl7pPr algn="l">
              <a:buNone/>
              <a:defRPr sz="900" b="0" i="1">
                <a:solidFill>
                  <a:srgbClr val="9AAFC2"/>
                </a:solidFill>
                <a:latin typeface="Arial"/>
                <a:ea typeface="Arial"/>
                <a:cs typeface="Arial"/>
              </a:defRPr>
            </a:lvl7pPr>
            <a:lvl8pPr algn="l">
              <a:buNone/>
              <a:defRPr sz="900" b="0" i="1">
                <a:solidFill>
                  <a:srgbClr val="9AAFC2"/>
                </a:solidFill>
                <a:latin typeface="Arial"/>
                <a:ea typeface="Arial"/>
                <a:cs typeface="Arial"/>
              </a:defRPr>
            </a:lvl8pPr>
            <a:lvl9pPr algn="l">
              <a:buNone/>
              <a:defRPr sz="900" b="0" i="1">
                <a:solidFill>
                  <a:srgbClr val="9AAFC2"/>
                </a:solidFill>
                <a:latin typeface="Arial"/>
                <a:ea typeface="Arial"/>
                <a:cs typeface="Arial"/>
              </a:defRPr>
            </a:lvl9pPr>
          </a:lstStyle>
          <a:p xmlns:a="http://schemas.openxmlformats.org/drawingml/2006/main">
            <a:pPr algn="l">
              <a:buNone/>
              <a:defRPr sz="900" b="0" i="1">
                <a:solidFill>
                  <a:srgbClr val="9AAFC2"/>
                </a:solidFill>
                <a:latin typeface="Arial"/>
                <a:ea typeface="Arial"/>
                <a:cs typeface="Arial"/>
              </a:defRPr>
            </a:pPr>
            <a:r>
              <a:rPr sz="900" b="0" i="1">
                <a:solidFill>
                  <a:srgbClr val="9AAFC2"/>
                </a:solidFill>
                <a:latin typeface="Arial"/>
                <a:ea typeface="Arial"/>
                <a:cs typeface="Arial"/>
              </a:rPr>
              <a:t>Synthetic fixture results only. No real-world fraud performance is measured.</a:t>
            </a:r>
          </a:p>
        </p:txBody>
      </p:sp>
    </p:spTree>
    <p:extLst>
      <p:ext uri="{BB962C8B-B14F-4D97-AF65-F5344CB8AC3E}">
        <p14:creationId xmlns:p14="http://schemas.microsoft.com/office/powerpoint/2010/main" val="650949747"/>
      </p:ext>
    </p:extLst>
  </p:cSld>
</p:sld>
</file>

<file path=ppt/slides/slide9.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48" name="Rectangle 47">
            <a:extLst xmlns:a="http://schemas.openxmlformats.org/drawingml/2006/main">
              <a:ext uri="{FF2B5EF4-FFF2-40B4-BE49-F238E27FC236}">
                <a16:creationId xmlns:a16="http://schemas.microsoft.com/office/drawing/2014/main" id="{1588F351-759D-4B5B-9D1B-FA6852EB24D6}"/>
              </a:ext>
            </a:extLst>
          </p:cNvPr>
          <p:cNvSpPr>
            <a:spLocks xmlns:a="http://schemas.openxmlformats.org/drawingml/2006/main" noGrp="1"/>
          </p:cNvSpPr>
          <p:nvPr/>
        </p:nvSpPr>
        <p:spPr>
          <a:xfrm xmlns:a="http://schemas.openxmlformats.org/drawingml/2006/main">
            <a:off x="590550" y="3429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38E0C1"/>
                </a:solidFill>
                <a:latin typeface="Arial"/>
                <a:ea typeface="Arial"/>
                <a:cs typeface="Arial"/>
              </a:defRPr>
            </a:defPPr>
            <a:lvl1pPr algn="l">
              <a:buNone/>
              <a:defRPr sz="975" b="1" i="0">
                <a:solidFill>
                  <a:srgbClr val="38E0C1"/>
                </a:solidFill>
                <a:latin typeface="Arial"/>
                <a:ea typeface="Arial"/>
                <a:cs typeface="Arial"/>
              </a:defRPr>
            </a:lvl1pPr>
            <a:lvl2pPr algn="l">
              <a:buNone/>
              <a:defRPr sz="975" b="1" i="0">
                <a:solidFill>
                  <a:srgbClr val="38E0C1"/>
                </a:solidFill>
                <a:latin typeface="Arial"/>
                <a:ea typeface="Arial"/>
                <a:cs typeface="Arial"/>
              </a:defRPr>
            </a:lvl2pPr>
            <a:lvl3pPr algn="l">
              <a:buNone/>
              <a:defRPr sz="975" b="1" i="0">
                <a:solidFill>
                  <a:srgbClr val="38E0C1"/>
                </a:solidFill>
                <a:latin typeface="Arial"/>
                <a:ea typeface="Arial"/>
                <a:cs typeface="Arial"/>
              </a:defRPr>
            </a:lvl3pPr>
            <a:lvl4pPr algn="l">
              <a:buNone/>
              <a:defRPr sz="975" b="1" i="0">
                <a:solidFill>
                  <a:srgbClr val="38E0C1"/>
                </a:solidFill>
                <a:latin typeface="Arial"/>
                <a:ea typeface="Arial"/>
                <a:cs typeface="Arial"/>
              </a:defRPr>
            </a:lvl4pPr>
            <a:lvl5pPr algn="l">
              <a:buNone/>
              <a:defRPr sz="975" b="1" i="0">
                <a:solidFill>
                  <a:srgbClr val="38E0C1"/>
                </a:solidFill>
                <a:latin typeface="Arial"/>
                <a:ea typeface="Arial"/>
                <a:cs typeface="Arial"/>
              </a:defRPr>
            </a:lvl5pPr>
            <a:lvl6pPr algn="l">
              <a:buNone/>
              <a:defRPr sz="975" b="1" i="0">
                <a:solidFill>
                  <a:srgbClr val="38E0C1"/>
                </a:solidFill>
                <a:latin typeface="Arial"/>
                <a:ea typeface="Arial"/>
                <a:cs typeface="Arial"/>
              </a:defRPr>
            </a:lvl6pPr>
            <a:lvl7pPr algn="l">
              <a:buNone/>
              <a:defRPr sz="975" b="1" i="0">
                <a:solidFill>
                  <a:srgbClr val="38E0C1"/>
                </a:solidFill>
                <a:latin typeface="Arial"/>
                <a:ea typeface="Arial"/>
                <a:cs typeface="Arial"/>
              </a:defRPr>
            </a:lvl7pPr>
            <a:lvl8pPr algn="l">
              <a:buNone/>
              <a:defRPr sz="975" b="1" i="0">
                <a:solidFill>
                  <a:srgbClr val="38E0C1"/>
                </a:solidFill>
                <a:latin typeface="Arial"/>
                <a:ea typeface="Arial"/>
                <a:cs typeface="Arial"/>
              </a:defRPr>
            </a:lvl8pPr>
            <a:lvl9pPr algn="l">
              <a:buNone/>
              <a:defRPr sz="975" b="1" i="0">
                <a:solidFill>
                  <a:srgbClr val="38E0C1"/>
                </a:solidFill>
                <a:latin typeface="Arial"/>
                <a:ea typeface="Arial"/>
                <a:cs typeface="Arial"/>
              </a:defRPr>
            </a:lvl9pPr>
          </a:lstStyle>
          <a:p xmlns:a="http://schemas.openxmlformats.org/drawingml/2006/main">
            <a:pPr algn="l">
              <a:buNone/>
              <a:defRPr sz="975" b="1" i="0">
                <a:solidFill>
                  <a:srgbClr val="38E0C1"/>
                </a:solidFill>
                <a:latin typeface="Arial"/>
                <a:ea typeface="Arial"/>
                <a:cs typeface="Arial"/>
              </a:defRPr>
            </a:pPr>
            <a:r>
              <a:rPr sz="975" b="1" i="0">
                <a:solidFill>
                  <a:srgbClr val="38E0C1"/>
                </a:solidFill>
                <a:latin typeface="Arial"/>
                <a:ea typeface="Arial"/>
                <a:cs typeface="Arial"/>
              </a:rPr>
              <a:t>RESPONSIBLE USE</a:t>
            </a:r>
          </a:p>
        </p:txBody>
      </p:sp>
      <p:sp>
        <p:nvSpPr>
          <p:cNvPr id="2" name="Rectangle 1">
            <a:extLst xmlns:a="http://schemas.openxmlformats.org/drawingml/2006/main">
              <a:ext uri="{FF2B5EF4-FFF2-40B4-BE49-F238E27FC236}">
                <a16:creationId xmlns:a16="http://schemas.microsoft.com/office/drawing/2014/main" id="{191896BA-BB82-47F8-B1E4-F343ECB6AA78}"/>
              </a:ext>
            </a:extLst>
          </p:cNvPr>
          <p:cNvSpPr>
            <a:spLocks xmlns:a="http://schemas.openxmlformats.org/drawingml/2006/main" noGrp="1"/>
          </p:cNvSpPr>
          <p:nvPr/>
        </p:nvSpPr>
        <p:spPr>
          <a:xfrm xmlns:a="http://schemas.openxmlformats.org/drawingml/2006/main">
            <a:off x="590550" y="6096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3000" b="1" i="0">
                <a:solidFill>
                  <a:srgbClr val="F4F7FB"/>
                </a:solidFill>
                <a:latin typeface="Arial"/>
                <a:ea typeface="Arial"/>
                <a:cs typeface="Arial"/>
              </a:defRPr>
            </a:defPPr>
            <a:lvl1pPr algn="l">
              <a:buNone/>
              <a:defRPr sz="3000" b="1" i="0">
                <a:solidFill>
                  <a:srgbClr val="F4F7FB"/>
                </a:solidFill>
                <a:latin typeface="Arial"/>
                <a:ea typeface="Arial"/>
                <a:cs typeface="Arial"/>
              </a:defRPr>
            </a:lvl1pPr>
            <a:lvl2pPr algn="l">
              <a:buNone/>
              <a:defRPr sz="3000" b="1" i="0">
                <a:solidFill>
                  <a:srgbClr val="F4F7FB"/>
                </a:solidFill>
                <a:latin typeface="Arial"/>
                <a:ea typeface="Arial"/>
                <a:cs typeface="Arial"/>
              </a:defRPr>
            </a:lvl2pPr>
            <a:lvl3pPr algn="l">
              <a:buNone/>
              <a:defRPr sz="3000" b="1" i="0">
                <a:solidFill>
                  <a:srgbClr val="F4F7FB"/>
                </a:solidFill>
                <a:latin typeface="Arial"/>
                <a:ea typeface="Arial"/>
                <a:cs typeface="Arial"/>
              </a:defRPr>
            </a:lvl3pPr>
            <a:lvl4pPr algn="l">
              <a:buNone/>
              <a:defRPr sz="3000" b="1" i="0">
                <a:solidFill>
                  <a:srgbClr val="F4F7FB"/>
                </a:solidFill>
                <a:latin typeface="Arial"/>
                <a:ea typeface="Arial"/>
                <a:cs typeface="Arial"/>
              </a:defRPr>
            </a:lvl4pPr>
            <a:lvl5pPr algn="l">
              <a:buNone/>
              <a:defRPr sz="3000" b="1" i="0">
                <a:solidFill>
                  <a:srgbClr val="F4F7FB"/>
                </a:solidFill>
                <a:latin typeface="Arial"/>
                <a:ea typeface="Arial"/>
                <a:cs typeface="Arial"/>
              </a:defRPr>
            </a:lvl5pPr>
            <a:lvl6pPr algn="l">
              <a:buNone/>
              <a:defRPr sz="3000" b="1" i="0">
                <a:solidFill>
                  <a:srgbClr val="F4F7FB"/>
                </a:solidFill>
                <a:latin typeface="Arial"/>
                <a:ea typeface="Arial"/>
                <a:cs typeface="Arial"/>
              </a:defRPr>
            </a:lvl6pPr>
            <a:lvl7pPr algn="l">
              <a:buNone/>
              <a:defRPr sz="3000" b="1" i="0">
                <a:solidFill>
                  <a:srgbClr val="F4F7FB"/>
                </a:solidFill>
                <a:latin typeface="Arial"/>
                <a:ea typeface="Arial"/>
                <a:cs typeface="Arial"/>
              </a:defRPr>
            </a:lvl7pPr>
            <a:lvl8pPr algn="l">
              <a:buNone/>
              <a:defRPr sz="3000" b="1" i="0">
                <a:solidFill>
                  <a:srgbClr val="F4F7FB"/>
                </a:solidFill>
                <a:latin typeface="Arial"/>
                <a:ea typeface="Arial"/>
                <a:cs typeface="Arial"/>
              </a:defRPr>
            </a:lvl8pPr>
            <a:lvl9pPr algn="l">
              <a:buNone/>
              <a:defRPr sz="3000" b="1" i="0">
                <a:solidFill>
                  <a:srgbClr val="F4F7FB"/>
                </a:solidFill>
                <a:latin typeface="Arial"/>
                <a:ea typeface="Arial"/>
                <a:cs typeface="Arial"/>
              </a:defRPr>
            </a:lvl9pPr>
          </a:lstStyle>
          <a:p xmlns:a="http://schemas.openxmlformats.org/drawingml/2006/main">
            <a:pPr algn="l">
              <a:buNone/>
              <a:defRPr sz="3000" b="1" i="0">
                <a:solidFill>
                  <a:srgbClr val="F4F7FB"/>
                </a:solidFill>
                <a:latin typeface="Arial"/>
                <a:ea typeface="Arial"/>
                <a:cs typeface="Arial"/>
              </a:defRPr>
            </a:pPr>
            <a:r>
              <a:rPr sz="3000" b="1" i="0">
                <a:solidFill>
                  <a:srgbClr val="F4F7FB"/>
                </a:solidFill>
                <a:latin typeface="Arial"/>
                <a:ea typeface="Arial"/>
                <a:cs typeface="Arial"/>
              </a:rPr>
              <a:t>Limits and next steps</a:t>
            </a:r>
          </a:p>
        </p:txBody>
      </p:sp>
      <p:sp>
        <p:nvSpPr>
          <p:cNvPr id="3" name="Straight Connector 2">
            <a:extLst xmlns:a="http://schemas.openxmlformats.org/drawingml/2006/main">
              <a:ext uri="{FF2B5EF4-FFF2-40B4-BE49-F238E27FC236}">
                <a16:creationId xmlns:a16="http://schemas.microsoft.com/office/drawing/2014/main" id="{A9FF6E7E-FD79-4CDE-9C22-A5D68003744B}"/>
              </a:ext>
            </a:extLst>
          </p:cNvPr>
          <p:cNvSpPr>
            <a:spLocks xmlns:a="http://schemas.openxmlformats.org/drawingml/2006/main" noGrp="1"/>
          </p:cNvSpPr>
          <p:nvPr/>
        </p:nvSpPr>
        <p:spPr>
          <a:xfrm xmlns:a="http://schemas.openxmlformats.org/drawingml/2006/main">
            <a:off x="590550" y="6286500"/>
            <a:ext cx="110109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4" name="Rectangle 3">
            <a:extLst xmlns:a="http://schemas.openxmlformats.org/drawingml/2006/main">
              <a:ext uri="{FF2B5EF4-FFF2-40B4-BE49-F238E27FC236}">
                <a16:creationId xmlns:a16="http://schemas.microsoft.com/office/drawing/2014/main" id="{450BCE26-23A4-44C9-85E2-0F3A52069375}"/>
              </a:ext>
            </a:extLst>
          </p:cNvPr>
          <p:cNvSpPr>
            <a:spLocks xmlns:a="http://schemas.openxmlformats.org/drawingml/2006/main" noGrp="1"/>
          </p:cNvSpPr>
          <p:nvPr/>
        </p:nvSpPr>
        <p:spPr>
          <a:xfrm xmlns:a="http://schemas.openxmlformats.org/drawingml/2006/main">
            <a:off x="590550" y="6438900"/>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0" i="0">
                <a:solidFill>
                  <a:srgbClr val="9AAFC2"/>
                </a:solidFill>
                <a:latin typeface="Arial"/>
                <a:ea typeface="Arial"/>
                <a:cs typeface="Arial"/>
              </a:defRPr>
            </a:defPPr>
            <a:lvl1pPr algn="l">
              <a:buNone/>
              <a:defRPr sz="975" b="0" i="0">
                <a:solidFill>
                  <a:srgbClr val="9AAFC2"/>
                </a:solidFill>
                <a:latin typeface="Arial"/>
                <a:ea typeface="Arial"/>
                <a:cs typeface="Arial"/>
              </a:defRPr>
            </a:lvl1pPr>
            <a:lvl2pPr algn="l">
              <a:buNone/>
              <a:defRPr sz="975" b="0" i="0">
                <a:solidFill>
                  <a:srgbClr val="9AAFC2"/>
                </a:solidFill>
                <a:latin typeface="Arial"/>
                <a:ea typeface="Arial"/>
                <a:cs typeface="Arial"/>
              </a:defRPr>
            </a:lvl2pPr>
            <a:lvl3pPr algn="l">
              <a:buNone/>
              <a:defRPr sz="975" b="0" i="0">
                <a:solidFill>
                  <a:srgbClr val="9AAFC2"/>
                </a:solidFill>
                <a:latin typeface="Arial"/>
                <a:ea typeface="Arial"/>
                <a:cs typeface="Arial"/>
              </a:defRPr>
            </a:lvl3pPr>
            <a:lvl4pPr algn="l">
              <a:buNone/>
              <a:defRPr sz="975" b="0" i="0">
                <a:solidFill>
                  <a:srgbClr val="9AAFC2"/>
                </a:solidFill>
                <a:latin typeface="Arial"/>
                <a:ea typeface="Arial"/>
                <a:cs typeface="Arial"/>
              </a:defRPr>
            </a:lvl4pPr>
            <a:lvl5pPr algn="l">
              <a:buNone/>
              <a:defRPr sz="975" b="0" i="0">
                <a:solidFill>
                  <a:srgbClr val="9AAFC2"/>
                </a:solidFill>
                <a:latin typeface="Arial"/>
                <a:ea typeface="Arial"/>
                <a:cs typeface="Arial"/>
              </a:defRPr>
            </a:lvl5pPr>
            <a:lvl6pPr algn="l">
              <a:buNone/>
              <a:defRPr sz="975" b="0" i="0">
                <a:solidFill>
                  <a:srgbClr val="9AAFC2"/>
                </a:solidFill>
                <a:latin typeface="Arial"/>
                <a:ea typeface="Arial"/>
                <a:cs typeface="Arial"/>
              </a:defRPr>
            </a:lvl6pPr>
            <a:lvl7pPr algn="l">
              <a:buNone/>
              <a:defRPr sz="975" b="0" i="0">
                <a:solidFill>
                  <a:srgbClr val="9AAFC2"/>
                </a:solidFill>
                <a:latin typeface="Arial"/>
                <a:ea typeface="Arial"/>
                <a:cs typeface="Arial"/>
              </a:defRPr>
            </a:lvl7pPr>
            <a:lvl8pPr algn="l">
              <a:buNone/>
              <a:defRPr sz="975" b="0" i="0">
                <a:solidFill>
                  <a:srgbClr val="9AAFC2"/>
                </a:solidFill>
                <a:latin typeface="Arial"/>
                <a:ea typeface="Arial"/>
                <a:cs typeface="Arial"/>
              </a:defRPr>
            </a:lvl8pPr>
            <a:lvl9pPr algn="l">
              <a:buNone/>
              <a:defRPr sz="975" b="0" i="0">
                <a:solidFill>
                  <a:srgbClr val="9AAFC2"/>
                </a:solidFill>
                <a:latin typeface="Arial"/>
                <a:ea typeface="Arial"/>
                <a:cs typeface="Arial"/>
              </a:defRPr>
            </a:lvl9pPr>
          </a:lstStyle>
          <a:p xmlns:a="http://schemas.openxmlformats.org/drawingml/2006/main">
            <a:pPr algn="l">
              <a:buNone/>
              <a:defRPr sz="975" b="0" i="0">
                <a:solidFill>
                  <a:srgbClr val="9AAFC2"/>
                </a:solidFill>
                <a:latin typeface="Arial"/>
                <a:ea typeface="Arial"/>
                <a:cs typeface="Arial"/>
              </a:defRPr>
            </a:pPr>
            <a:r>
              <a:rPr sz="975" b="0" i="0">
                <a:solidFill>
                  <a:srgbClr val="9AAFC2"/>
                </a:solidFill>
                <a:latin typeface="Arial"/>
                <a:ea typeface="Arial"/>
                <a:cs typeface="Arial"/>
              </a:rPr>
              <a:t>Investigation leads for human review — not proof of fraud or mule activity.</a:t>
            </a:r>
          </a:p>
        </p:txBody>
      </p:sp>
      <p:sp>
        <p:nvSpPr>
          <p:cNvPr id="5" name="Rectangle 4">
            <a:extLst xmlns:a="http://schemas.openxmlformats.org/drawingml/2006/main">
              <a:ext uri="{FF2B5EF4-FFF2-40B4-BE49-F238E27FC236}">
                <a16:creationId xmlns:a16="http://schemas.microsoft.com/office/drawing/2014/main" id="{E098A263-1735-47F5-A6DD-55A318803203}"/>
              </a:ext>
            </a:extLst>
          </p:cNvPr>
          <p:cNvSpPr>
            <a:spLocks xmlns:a="http://schemas.openxmlformats.org/drawingml/2006/main" noGrp="1"/>
          </p:cNvSpPr>
          <p:nvPr/>
        </p:nvSpPr>
        <p:spPr>
          <a:xfrm xmlns:a="http://schemas.openxmlformats.org/drawingml/2006/main">
            <a:off x="1114425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r">
              <a:defRPr sz="975" b="0" i="0">
                <a:solidFill>
                  <a:srgbClr val="9AAFC2"/>
                </a:solidFill>
                <a:latin typeface="Arial"/>
                <a:ea typeface="Arial"/>
                <a:cs typeface="Arial"/>
              </a:defRPr>
            </a:defPPr>
            <a:lvl1pPr algn="r">
              <a:buNone/>
              <a:defRPr sz="975" b="0" i="0">
                <a:solidFill>
                  <a:srgbClr val="9AAFC2"/>
                </a:solidFill>
                <a:latin typeface="Arial"/>
                <a:ea typeface="Arial"/>
                <a:cs typeface="Arial"/>
              </a:defRPr>
            </a:lvl1pPr>
            <a:lvl2pPr algn="r">
              <a:buNone/>
              <a:defRPr sz="975" b="0" i="0">
                <a:solidFill>
                  <a:srgbClr val="9AAFC2"/>
                </a:solidFill>
                <a:latin typeface="Arial"/>
                <a:ea typeface="Arial"/>
                <a:cs typeface="Arial"/>
              </a:defRPr>
            </a:lvl2pPr>
            <a:lvl3pPr algn="r">
              <a:buNone/>
              <a:defRPr sz="975" b="0" i="0">
                <a:solidFill>
                  <a:srgbClr val="9AAFC2"/>
                </a:solidFill>
                <a:latin typeface="Arial"/>
                <a:ea typeface="Arial"/>
                <a:cs typeface="Arial"/>
              </a:defRPr>
            </a:lvl3pPr>
            <a:lvl4pPr algn="r">
              <a:buNone/>
              <a:defRPr sz="975" b="0" i="0">
                <a:solidFill>
                  <a:srgbClr val="9AAFC2"/>
                </a:solidFill>
                <a:latin typeface="Arial"/>
                <a:ea typeface="Arial"/>
                <a:cs typeface="Arial"/>
              </a:defRPr>
            </a:lvl4pPr>
            <a:lvl5pPr algn="r">
              <a:buNone/>
              <a:defRPr sz="975" b="0" i="0">
                <a:solidFill>
                  <a:srgbClr val="9AAFC2"/>
                </a:solidFill>
                <a:latin typeface="Arial"/>
                <a:ea typeface="Arial"/>
                <a:cs typeface="Arial"/>
              </a:defRPr>
            </a:lvl5pPr>
            <a:lvl6pPr algn="r">
              <a:buNone/>
              <a:defRPr sz="975" b="0" i="0">
                <a:solidFill>
                  <a:srgbClr val="9AAFC2"/>
                </a:solidFill>
                <a:latin typeface="Arial"/>
                <a:ea typeface="Arial"/>
                <a:cs typeface="Arial"/>
              </a:defRPr>
            </a:lvl6pPr>
            <a:lvl7pPr algn="r">
              <a:buNone/>
              <a:defRPr sz="975" b="0" i="0">
                <a:solidFill>
                  <a:srgbClr val="9AAFC2"/>
                </a:solidFill>
                <a:latin typeface="Arial"/>
                <a:ea typeface="Arial"/>
                <a:cs typeface="Arial"/>
              </a:defRPr>
            </a:lvl7pPr>
            <a:lvl8pPr algn="r">
              <a:buNone/>
              <a:defRPr sz="975" b="0" i="0">
                <a:solidFill>
                  <a:srgbClr val="9AAFC2"/>
                </a:solidFill>
                <a:latin typeface="Arial"/>
                <a:ea typeface="Arial"/>
                <a:cs typeface="Arial"/>
              </a:defRPr>
            </a:lvl8pPr>
            <a:lvl9pPr algn="r">
              <a:buNone/>
              <a:defRPr sz="975" b="0" i="0">
                <a:solidFill>
                  <a:srgbClr val="9AAFC2"/>
                </a:solidFill>
                <a:latin typeface="Arial"/>
                <a:ea typeface="Arial"/>
                <a:cs typeface="Arial"/>
              </a:defRPr>
            </a:lvl9pPr>
          </a:lstStyle>
          <a:p xmlns:a="http://schemas.openxmlformats.org/drawingml/2006/main">
            <a:pPr algn="r">
              <a:buNone/>
              <a:defRPr sz="975" b="0" i="0">
                <a:solidFill>
                  <a:srgbClr val="9AAFC2"/>
                </a:solidFill>
                <a:latin typeface="Arial"/>
                <a:ea typeface="Arial"/>
                <a:cs typeface="Arial"/>
              </a:defRPr>
            </a:pPr>
            <a:r>
              <a:rPr sz="975" b="0" i="0">
                <a:solidFill>
                  <a:srgbClr val="9AAFC2"/>
                </a:solidFill>
                <a:latin typeface="Arial"/>
                <a:ea typeface="Arial"/>
                <a:cs typeface="Arial"/>
              </a:rPr>
              <a:t>09</a:t>
            </a:r>
          </a:p>
        </p:txBody>
      </p:sp>
      <p:sp>
        <p:nvSpPr>
          <p:cNvPr id="6" name="Rectangle 5">
            <a:extLst xmlns:a="http://schemas.openxmlformats.org/drawingml/2006/main">
              <a:ext uri="{FF2B5EF4-FFF2-40B4-BE49-F238E27FC236}">
                <a16:creationId xmlns:a16="http://schemas.microsoft.com/office/drawing/2014/main" id="{420FF1F9-9499-42E8-BC96-7EC6527070D9}"/>
              </a:ext>
            </a:extLst>
          </p:cNvPr>
          <p:cNvSpPr>
            <a:spLocks xmlns:a="http://schemas.openxmlformats.org/drawingml/2006/main" noGrp="1"/>
          </p:cNvSpPr>
          <p:nvPr/>
        </p:nvSpPr>
        <p:spPr>
          <a:xfrm xmlns:a="http://schemas.openxmlformats.org/drawingml/2006/main">
            <a:off x="609600" y="1247775"/>
            <a:ext cx="4857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575" b="1" i="0">
                <a:solidFill>
                  <a:srgbClr val="F4F7FB"/>
                </a:solidFill>
                <a:latin typeface="Arial"/>
                <a:ea typeface="Arial"/>
                <a:cs typeface="Arial"/>
              </a:defRPr>
            </a:defPPr>
            <a:lvl1pPr algn="l">
              <a:buNone/>
              <a:defRPr sz="1575" b="1" i="0">
                <a:solidFill>
                  <a:srgbClr val="F4F7FB"/>
                </a:solidFill>
                <a:latin typeface="Arial"/>
                <a:ea typeface="Arial"/>
                <a:cs typeface="Arial"/>
              </a:defRPr>
            </a:lvl1pPr>
            <a:lvl2pPr algn="l">
              <a:buNone/>
              <a:defRPr sz="1575" b="1" i="0">
                <a:solidFill>
                  <a:srgbClr val="F4F7FB"/>
                </a:solidFill>
                <a:latin typeface="Arial"/>
                <a:ea typeface="Arial"/>
                <a:cs typeface="Arial"/>
              </a:defRPr>
            </a:lvl2pPr>
            <a:lvl3pPr algn="l">
              <a:buNone/>
              <a:defRPr sz="1575" b="1" i="0">
                <a:solidFill>
                  <a:srgbClr val="F4F7FB"/>
                </a:solidFill>
                <a:latin typeface="Arial"/>
                <a:ea typeface="Arial"/>
                <a:cs typeface="Arial"/>
              </a:defRPr>
            </a:lvl3pPr>
            <a:lvl4pPr algn="l">
              <a:buNone/>
              <a:defRPr sz="1575" b="1" i="0">
                <a:solidFill>
                  <a:srgbClr val="F4F7FB"/>
                </a:solidFill>
                <a:latin typeface="Arial"/>
                <a:ea typeface="Arial"/>
                <a:cs typeface="Arial"/>
              </a:defRPr>
            </a:lvl4pPr>
            <a:lvl5pPr algn="l">
              <a:buNone/>
              <a:defRPr sz="1575" b="1" i="0">
                <a:solidFill>
                  <a:srgbClr val="F4F7FB"/>
                </a:solidFill>
                <a:latin typeface="Arial"/>
                <a:ea typeface="Arial"/>
                <a:cs typeface="Arial"/>
              </a:defRPr>
            </a:lvl5pPr>
            <a:lvl6pPr algn="l">
              <a:buNone/>
              <a:defRPr sz="1575" b="1" i="0">
                <a:solidFill>
                  <a:srgbClr val="F4F7FB"/>
                </a:solidFill>
                <a:latin typeface="Arial"/>
                <a:ea typeface="Arial"/>
                <a:cs typeface="Arial"/>
              </a:defRPr>
            </a:lvl6pPr>
            <a:lvl7pPr algn="l">
              <a:buNone/>
              <a:defRPr sz="1575" b="1" i="0">
                <a:solidFill>
                  <a:srgbClr val="F4F7FB"/>
                </a:solidFill>
                <a:latin typeface="Arial"/>
                <a:ea typeface="Arial"/>
                <a:cs typeface="Arial"/>
              </a:defRPr>
            </a:lvl7pPr>
            <a:lvl8pPr algn="l">
              <a:buNone/>
              <a:defRPr sz="1575" b="1" i="0">
                <a:solidFill>
                  <a:srgbClr val="F4F7FB"/>
                </a:solidFill>
                <a:latin typeface="Arial"/>
                <a:ea typeface="Arial"/>
                <a:cs typeface="Arial"/>
              </a:defRPr>
            </a:lvl8pPr>
            <a:lvl9pPr algn="l">
              <a:buNone/>
              <a:defRPr sz="1575" b="1" i="0">
                <a:solidFill>
                  <a:srgbClr val="F4F7FB"/>
                </a:solidFill>
                <a:latin typeface="Arial"/>
                <a:ea typeface="Arial"/>
                <a:cs typeface="Arial"/>
              </a:defRPr>
            </a:lvl9pPr>
          </a:lstStyle>
          <a:p xmlns:a="http://schemas.openxmlformats.org/drawingml/2006/main">
            <a:pPr algn="l">
              <a:buNone/>
              <a:defRPr sz="1575" b="1" i="0">
                <a:solidFill>
                  <a:srgbClr val="F4F7FB"/>
                </a:solidFill>
                <a:latin typeface="Arial"/>
                <a:ea typeface="Arial"/>
                <a:cs typeface="Arial"/>
              </a:defRPr>
            </a:pPr>
            <a:r>
              <a:rPr sz="1575" b="1" i="0">
                <a:solidFill>
                  <a:srgbClr val="F4F7FB"/>
                </a:solidFill>
                <a:latin typeface="Arial"/>
                <a:ea typeface="Arial"/>
                <a:cs typeface="Arial"/>
              </a:rPr>
              <a:t>What this PoC can show</a:t>
            </a:r>
          </a:p>
        </p:txBody>
      </p:sp>
      <p:sp>
        <p:nvSpPr>
          <p:cNvPr id="7" name="Rectangle 6">
            <a:extLst xmlns:a="http://schemas.openxmlformats.org/drawingml/2006/main">
              <a:ext uri="{FF2B5EF4-FFF2-40B4-BE49-F238E27FC236}">
                <a16:creationId xmlns:a16="http://schemas.microsoft.com/office/drawing/2014/main" id="{9E887725-AAA0-4AA3-A5BA-17EAFCAA3C5F}"/>
              </a:ext>
            </a:extLst>
          </p:cNvPr>
          <p:cNvSpPr>
            <a:spLocks xmlns:a="http://schemas.openxmlformats.org/drawingml/2006/main" noGrp="1"/>
          </p:cNvSpPr>
          <p:nvPr/>
        </p:nvSpPr>
        <p:spPr>
          <a:xfrm xmlns:a="http://schemas.openxmlformats.org/drawingml/2006/main">
            <a:off x="6286500" y="1247775"/>
            <a:ext cx="5143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575" b="1" i="0">
                <a:solidFill>
                  <a:srgbClr val="F4F7FB"/>
                </a:solidFill>
                <a:latin typeface="Arial"/>
                <a:ea typeface="Arial"/>
                <a:cs typeface="Arial"/>
              </a:defRPr>
            </a:defPPr>
            <a:lvl1pPr algn="l">
              <a:buNone/>
              <a:defRPr sz="1575" b="1" i="0">
                <a:solidFill>
                  <a:srgbClr val="F4F7FB"/>
                </a:solidFill>
                <a:latin typeface="Arial"/>
                <a:ea typeface="Arial"/>
                <a:cs typeface="Arial"/>
              </a:defRPr>
            </a:lvl1pPr>
            <a:lvl2pPr algn="l">
              <a:buNone/>
              <a:defRPr sz="1575" b="1" i="0">
                <a:solidFill>
                  <a:srgbClr val="F4F7FB"/>
                </a:solidFill>
                <a:latin typeface="Arial"/>
                <a:ea typeface="Arial"/>
                <a:cs typeface="Arial"/>
              </a:defRPr>
            </a:lvl2pPr>
            <a:lvl3pPr algn="l">
              <a:buNone/>
              <a:defRPr sz="1575" b="1" i="0">
                <a:solidFill>
                  <a:srgbClr val="F4F7FB"/>
                </a:solidFill>
                <a:latin typeface="Arial"/>
                <a:ea typeface="Arial"/>
                <a:cs typeface="Arial"/>
              </a:defRPr>
            </a:lvl3pPr>
            <a:lvl4pPr algn="l">
              <a:buNone/>
              <a:defRPr sz="1575" b="1" i="0">
                <a:solidFill>
                  <a:srgbClr val="F4F7FB"/>
                </a:solidFill>
                <a:latin typeface="Arial"/>
                <a:ea typeface="Arial"/>
                <a:cs typeface="Arial"/>
              </a:defRPr>
            </a:lvl4pPr>
            <a:lvl5pPr algn="l">
              <a:buNone/>
              <a:defRPr sz="1575" b="1" i="0">
                <a:solidFill>
                  <a:srgbClr val="F4F7FB"/>
                </a:solidFill>
                <a:latin typeface="Arial"/>
                <a:ea typeface="Arial"/>
                <a:cs typeface="Arial"/>
              </a:defRPr>
            </a:lvl5pPr>
            <a:lvl6pPr algn="l">
              <a:buNone/>
              <a:defRPr sz="1575" b="1" i="0">
                <a:solidFill>
                  <a:srgbClr val="F4F7FB"/>
                </a:solidFill>
                <a:latin typeface="Arial"/>
                <a:ea typeface="Arial"/>
                <a:cs typeface="Arial"/>
              </a:defRPr>
            </a:lvl6pPr>
            <a:lvl7pPr algn="l">
              <a:buNone/>
              <a:defRPr sz="1575" b="1" i="0">
                <a:solidFill>
                  <a:srgbClr val="F4F7FB"/>
                </a:solidFill>
                <a:latin typeface="Arial"/>
                <a:ea typeface="Arial"/>
                <a:cs typeface="Arial"/>
              </a:defRPr>
            </a:lvl7pPr>
            <a:lvl8pPr algn="l">
              <a:buNone/>
              <a:defRPr sz="1575" b="1" i="0">
                <a:solidFill>
                  <a:srgbClr val="F4F7FB"/>
                </a:solidFill>
                <a:latin typeface="Arial"/>
                <a:ea typeface="Arial"/>
                <a:cs typeface="Arial"/>
              </a:defRPr>
            </a:lvl8pPr>
            <a:lvl9pPr algn="l">
              <a:buNone/>
              <a:defRPr sz="1575" b="1" i="0">
                <a:solidFill>
                  <a:srgbClr val="F4F7FB"/>
                </a:solidFill>
                <a:latin typeface="Arial"/>
                <a:ea typeface="Arial"/>
                <a:cs typeface="Arial"/>
              </a:defRPr>
            </a:lvl9pPr>
          </a:lstStyle>
          <a:p xmlns:a="http://schemas.openxmlformats.org/drawingml/2006/main">
            <a:pPr algn="l">
              <a:buNone/>
              <a:defRPr sz="1575" b="1" i="0">
                <a:solidFill>
                  <a:srgbClr val="F4F7FB"/>
                </a:solidFill>
                <a:latin typeface="Arial"/>
                <a:ea typeface="Arial"/>
                <a:cs typeface="Arial"/>
              </a:defRPr>
            </a:pPr>
            <a:r>
              <a:rPr sz="1575" b="1" i="0">
                <a:solidFill>
                  <a:srgbClr val="F4F7FB"/>
                </a:solidFill>
                <a:latin typeface="Arial"/>
                <a:ea typeface="Arial"/>
                <a:cs typeface="Arial"/>
              </a:rPr>
              <a:t>What it cannot establish</a:t>
            </a:r>
          </a:p>
        </p:txBody>
      </p:sp>
      <p:sp>
        <p:nvSpPr>
          <p:cNvPr id="8" name="Rectangle 7">
            <a:extLst xmlns:a="http://schemas.openxmlformats.org/drawingml/2006/main">
              <a:ext uri="{FF2B5EF4-FFF2-40B4-BE49-F238E27FC236}">
                <a16:creationId xmlns:a16="http://schemas.microsoft.com/office/drawing/2014/main" id="{D9DE5101-6209-41BE-B61A-4403AF46E06A}"/>
              </a:ext>
            </a:extLst>
          </p:cNvPr>
          <p:cNvSpPr>
            <a:spLocks xmlns:a="http://schemas.openxmlformats.org/drawingml/2006/main" noGrp="1"/>
          </p:cNvSpPr>
          <p:nvPr/>
        </p:nvSpPr>
        <p:spPr>
          <a:xfrm xmlns:a="http://schemas.openxmlformats.org/drawingml/2006/main">
            <a:off x="609600" y="17621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38E0C1"/>
                </a:solidFill>
                <a:latin typeface="Arial"/>
                <a:ea typeface="Arial"/>
                <a:cs typeface="Arial"/>
              </a:defRPr>
            </a:defPPr>
            <a:lvl1pPr algn="l">
              <a:buNone/>
              <a:defRPr sz="975" b="1" i="0">
                <a:solidFill>
                  <a:srgbClr val="38E0C1"/>
                </a:solidFill>
                <a:latin typeface="Arial"/>
                <a:ea typeface="Arial"/>
                <a:cs typeface="Arial"/>
              </a:defRPr>
            </a:lvl1pPr>
            <a:lvl2pPr algn="l">
              <a:buNone/>
              <a:defRPr sz="975" b="1" i="0">
                <a:solidFill>
                  <a:srgbClr val="38E0C1"/>
                </a:solidFill>
                <a:latin typeface="Arial"/>
                <a:ea typeface="Arial"/>
                <a:cs typeface="Arial"/>
              </a:defRPr>
            </a:lvl2pPr>
            <a:lvl3pPr algn="l">
              <a:buNone/>
              <a:defRPr sz="975" b="1" i="0">
                <a:solidFill>
                  <a:srgbClr val="38E0C1"/>
                </a:solidFill>
                <a:latin typeface="Arial"/>
                <a:ea typeface="Arial"/>
                <a:cs typeface="Arial"/>
              </a:defRPr>
            </a:lvl3pPr>
            <a:lvl4pPr algn="l">
              <a:buNone/>
              <a:defRPr sz="975" b="1" i="0">
                <a:solidFill>
                  <a:srgbClr val="38E0C1"/>
                </a:solidFill>
                <a:latin typeface="Arial"/>
                <a:ea typeface="Arial"/>
                <a:cs typeface="Arial"/>
              </a:defRPr>
            </a:lvl4pPr>
            <a:lvl5pPr algn="l">
              <a:buNone/>
              <a:defRPr sz="975" b="1" i="0">
                <a:solidFill>
                  <a:srgbClr val="38E0C1"/>
                </a:solidFill>
                <a:latin typeface="Arial"/>
                <a:ea typeface="Arial"/>
                <a:cs typeface="Arial"/>
              </a:defRPr>
            </a:lvl5pPr>
            <a:lvl6pPr algn="l">
              <a:buNone/>
              <a:defRPr sz="975" b="1" i="0">
                <a:solidFill>
                  <a:srgbClr val="38E0C1"/>
                </a:solidFill>
                <a:latin typeface="Arial"/>
                <a:ea typeface="Arial"/>
                <a:cs typeface="Arial"/>
              </a:defRPr>
            </a:lvl6pPr>
            <a:lvl7pPr algn="l">
              <a:buNone/>
              <a:defRPr sz="975" b="1" i="0">
                <a:solidFill>
                  <a:srgbClr val="38E0C1"/>
                </a:solidFill>
                <a:latin typeface="Arial"/>
                <a:ea typeface="Arial"/>
                <a:cs typeface="Arial"/>
              </a:defRPr>
            </a:lvl7pPr>
            <a:lvl8pPr algn="l">
              <a:buNone/>
              <a:defRPr sz="975" b="1" i="0">
                <a:solidFill>
                  <a:srgbClr val="38E0C1"/>
                </a:solidFill>
                <a:latin typeface="Arial"/>
                <a:ea typeface="Arial"/>
                <a:cs typeface="Arial"/>
              </a:defRPr>
            </a:lvl8pPr>
            <a:lvl9pPr algn="l">
              <a:buNone/>
              <a:defRPr sz="975" b="1" i="0">
                <a:solidFill>
                  <a:srgbClr val="38E0C1"/>
                </a:solidFill>
                <a:latin typeface="Arial"/>
                <a:ea typeface="Arial"/>
                <a:cs typeface="Arial"/>
              </a:defRPr>
            </a:lvl9pPr>
          </a:lstStyle>
          <a:p xmlns:a="http://schemas.openxmlformats.org/drawingml/2006/main">
            <a:pPr algn="l">
              <a:buNone/>
              <a:defRPr sz="975" b="1" i="0">
                <a:solidFill>
                  <a:srgbClr val="38E0C1"/>
                </a:solidFill>
                <a:latin typeface="Arial"/>
                <a:ea typeface="Arial"/>
                <a:cs typeface="Arial"/>
              </a:defRPr>
            </a:pPr>
            <a:r>
              <a:rPr sz="975" b="1" i="0">
                <a:solidFill>
                  <a:srgbClr val="38E0C1"/>
                </a:solidFill>
                <a:latin typeface="Arial"/>
                <a:ea typeface="Arial"/>
                <a:cs typeface="Arial"/>
              </a:rPr>
              <a:t>01</a:t>
            </a:r>
          </a:p>
        </p:txBody>
      </p:sp>
      <p:sp>
        <p:nvSpPr>
          <p:cNvPr id="9" name="Rectangle 8">
            <a:extLst xmlns:a="http://schemas.openxmlformats.org/drawingml/2006/main">
              <a:ext uri="{FF2B5EF4-FFF2-40B4-BE49-F238E27FC236}">
                <a16:creationId xmlns:a16="http://schemas.microsoft.com/office/drawing/2014/main" id="{E6705FE3-7711-4430-B70F-9382DA51783B}"/>
              </a:ext>
            </a:extLst>
          </p:cNvPr>
          <p:cNvSpPr>
            <a:spLocks xmlns:a="http://schemas.openxmlformats.org/drawingml/2006/main" noGrp="1"/>
          </p:cNvSpPr>
          <p:nvPr/>
        </p:nvSpPr>
        <p:spPr>
          <a:xfrm xmlns:a="http://schemas.openxmlformats.org/drawingml/2006/main">
            <a:off x="1095375" y="1752600"/>
            <a:ext cx="4191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1" i="0">
                <a:solidFill>
                  <a:srgbClr val="F4F7FB"/>
                </a:solidFill>
                <a:latin typeface="Arial"/>
                <a:ea typeface="Arial"/>
                <a:cs typeface="Arial"/>
              </a:defRPr>
            </a:defPPr>
            <a:lvl1pPr algn="l">
              <a:buNone/>
              <a:defRPr sz="1275" b="1" i="0">
                <a:solidFill>
                  <a:srgbClr val="F4F7FB"/>
                </a:solidFill>
                <a:latin typeface="Arial"/>
                <a:ea typeface="Arial"/>
                <a:cs typeface="Arial"/>
              </a:defRPr>
            </a:lvl1pPr>
            <a:lvl2pPr algn="l">
              <a:buNone/>
              <a:defRPr sz="1275" b="1" i="0">
                <a:solidFill>
                  <a:srgbClr val="F4F7FB"/>
                </a:solidFill>
                <a:latin typeface="Arial"/>
                <a:ea typeface="Arial"/>
                <a:cs typeface="Arial"/>
              </a:defRPr>
            </a:lvl2pPr>
            <a:lvl3pPr algn="l">
              <a:buNone/>
              <a:defRPr sz="1275" b="1" i="0">
                <a:solidFill>
                  <a:srgbClr val="F4F7FB"/>
                </a:solidFill>
                <a:latin typeface="Arial"/>
                <a:ea typeface="Arial"/>
                <a:cs typeface="Arial"/>
              </a:defRPr>
            </a:lvl3pPr>
            <a:lvl4pPr algn="l">
              <a:buNone/>
              <a:defRPr sz="1275" b="1" i="0">
                <a:solidFill>
                  <a:srgbClr val="F4F7FB"/>
                </a:solidFill>
                <a:latin typeface="Arial"/>
                <a:ea typeface="Arial"/>
                <a:cs typeface="Arial"/>
              </a:defRPr>
            </a:lvl4pPr>
            <a:lvl5pPr algn="l">
              <a:buNone/>
              <a:defRPr sz="1275" b="1" i="0">
                <a:solidFill>
                  <a:srgbClr val="F4F7FB"/>
                </a:solidFill>
                <a:latin typeface="Arial"/>
                <a:ea typeface="Arial"/>
                <a:cs typeface="Arial"/>
              </a:defRPr>
            </a:lvl5pPr>
            <a:lvl6pPr algn="l">
              <a:buNone/>
              <a:defRPr sz="1275" b="1" i="0">
                <a:solidFill>
                  <a:srgbClr val="F4F7FB"/>
                </a:solidFill>
                <a:latin typeface="Arial"/>
                <a:ea typeface="Arial"/>
                <a:cs typeface="Arial"/>
              </a:defRPr>
            </a:lvl6pPr>
            <a:lvl7pPr algn="l">
              <a:buNone/>
              <a:defRPr sz="1275" b="1" i="0">
                <a:solidFill>
                  <a:srgbClr val="F4F7FB"/>
                </a:solidFill>
                <a:latin typeface="Arial"/>
                <a:ea typeface="Arial"/>
                <a:cs typeface="Arial"/>
              </a:defRPr>
            </a:lvl7pPr>
            <a:lvl8pPr algn="l">
              <a:buNone/>
              <a:defRPr sz="1275" b="1" i="0">
                <a:solidFill>
                  <a:srgbClr val="F4F7FB"/>
                </a:solidFill>
                <a:latin typeface="Arial"/>
                <a:ea typeface="Arial"/>
                <a:cs typeface="Arial"/>
              </a:defRPr>
            </a:lvl8pPr>
            <a:lvl9pPr algn="l">
              <a:buNone/>
              <a:defRPr sz="1275" b="1" i="0">
                <a:solidFill>
                  <a:srgbClr val="F4F7FB"/>
                </a:solidFill>
                <a:latin typeface="Arial"/>
                <a:ea typeface="Arial"/>
                <a:cs typeface="Arial"/>
              </a:defRPr>
            </a:lvl9pPr>
          </a:lstStyle>
          <a:p xmlns:a="http://schemas.openxmlformats.org/drawingml/2006/main">
            <a:pPr algn="l">
              <a:buNone/>
              <a:defRPr sz="1275" b="1" i="0">
                <a:solidFill>
                  <a:srgbClr val="F4F7FB"/>
                </a:solidFill>
                <a:latin typeface="Arial"/>
                <a:ea typeface="Arial"/>
                <a:cs typeface="Arial"/>
              </a:defRPr>
            </a:pPr>
            <a:r>
              <a:rPr sz="1275" b="1" i="0">
                <a:solidFill>
                  <a:srgbClr val="F4F7FB"/>
                </a:solidFill>
                <a:latin typeface="Arial"/>
                <a:ea typeface="Arial"/>
                <a:cs typeface="Arial"/>
              </a:rPr>
              <a:t>Synthetic records only</a:t>
            </a:r>
          </a:p>
        </p:txBody>
      </p:sp>
      <p:sp>
        <p:nvSpPr>
          <p:cNvPr id="10" name="Rectangle 9">
            <a:extLst xmlns:a="http://schemas.openxmlformats.org/drawingml/2006/main">
              <a:ext uri="{FF2B5EF4-FFF2-40B4-BE49-F238E27FC236}">
                <a16:creationId xmlns:a16="http://schemas.microsoft.com/office/drawing/2014/main" id="{99D86AFF-7897-4FD8-8DF4-CD9FADCE1198}"/>
              </a:ext>
            </a:extLst>
          </p:cNvPr>
          <p:cNvSpPr>
            <a:spLocks xmlns:a="http://schemas.openxmlformats.org/drawingml/2006/main" noGrp="1"/>
          </p:cNvSpPr>
          <p:nvPr/>
        </p:nvSpPr>
        <p:spPr>
          <a:xfrm xmlns:a="http://schemas.openxmlformats.org/drawingml/2006/main">
            <a:off x="1095375" y="1990725"/>
            <a:ext cx="4343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0" i="0">
                <a:solidFill>
                  <a:srgbClr val="9AAFC2"/>
                </a:solidFill>
                <a:latin typeface="Arial"/>
                <a:ea typeface="Arial"/>
                <a:cs typeface="Arial"/>
              </a:defRPr>
            </a:defPPr>
            <a:lvl1pPr algn="l">
              <a:buNone/>
              <a:defRPr sz="1050" b="0" i="0">
                <a:solidFill>
                  <a:srgbClr val="9AAFC2"/>
                </a:solidFill>
                <a:latin typeface="Arial"/>
                <a:ea typeface="Arial"/>
                <a:cs typeface="Arial"/>
              </a:defRPr>
            </a:lvl1pPr>
            <a:lvl2pPr algn="l">
              <a:buNone/>
              <a:defRPr sz="1050" b="0" i="0">
                <a:solidFill>
                  <a:srgbClr val="9AAFC2"/>
                </a:solidFill>
                <a:latin typeface="Arial"/>
                <a:ea typeface="Arial"/>
                <a:cs typeface="Arial"/>
              </a:defRPr>
            </a:lvl2pPr>
            <a:lvl3pPr algn="l">
              <a:buNone/>
              <a:defRPr sz="1050" b="0" i="0">
                <a:solidFill>
                  <a:srgbClr val="9AAFC2"/>
                </a:solidFill>
                <a:latin typeface="Arial"/>
                <a:ea typeface="Arial"/>
                <a:cs typeface="Arial"/>
              </a:defRPr>
            </a:lvl3pPr>
            <a:lvl4pPr algn="l">
              <a:buNone/>
              <a:defRPr sz="1050" b="0" i="0">
                <a:solidFill>
                  <a:srgbClr val="9AAFC2"/>
                </a:solidFill>
                <a:latin typeface="Arial"/>
                <a:ea typeface="Arial"/>
                <a:cs typeface="Arial"/>
              </a:defRPr>
            </a:lvl4pPr>
            <a:lvl5pPr algn="l">
              <a:buNone/>
              <a:defRPr sz="1050" b="0" i="0">
                <a:solidFill>
                  <a:srgbClr val="9AAFC2"/>
                </a:solidFill>
                <a:latin typeface="Arial"/>
                <a:ea typeface="Arial"/>
                <a:cs typeface="Arial"/>
              </a:defRPr>
            </a:lvl5pPr>
            <a:lvl6pPr algn="l">
              <a:buNone/>
              <a:defRPr sz="1050" b="0" i="0">
                <a:solidFill>
                  <a:srgbClr val="9AAFC2"/>
                </a:solidFill>
                <a:latin typeface="Arial"/>
                <a:ea typeface="Arial"/>
                <a:cs typeface="Arial"/>
              </a:defRPr>
            </a:lvl6pPr>
            <a:lvl7pPr algn="l">
              <a:buNone/>
              <a:defRPr sz="1050" b="0" i="0">
                <a:solidFill>
                  <a:srgbClr val="9AAFC2"/>
                </a:solidFill>
                <a:latin typeface="Arial"/>
                <a:ea typeface="Arial"/>
                <a:cs typeface="Arial"/>
              </a:defRPr>
            </a:lvl7pPr>
            <a:lvl8pPr algn="l">
              <a:buNone/>
              <a:defRPr sz="1050" b="0" i="0">
                <a:solidFill>
                  <a:srgbClr val="9AAFC2"/>
                </a:solidFill>
                <a:latin typeface="Arial"/>
                <a:ea typeface="Arial"/>
                <a:cs typeface="Arial"/>
              </a:defRPr>
            </a:lvl8pPr>
            <a:lvl9pPr algn="l">
              <a:buNone/>
              <a:defRPr sz="1050" b="0" i="0">
                <a:solidFill>
                  <a:srgbClr val="9AAFC2"/>
                </a:solidFill>
                <a:latin typeface="Arial"/>
                <a:ea typeface="Arial"/>
                <a:cs typeface="Arial"/>
              </a:defRPr>
            </a:lvl9pPr>
          </a:lstStyle>
          <a:p xmlns:a="http://schemas.openxmlformats.org/drawingml/2006/main">
            <a:pPr algn="l">
              <a:buNone/>
              <a:defRPr sz="1050" b="0" i="0">
                <a:solidFill>
                  <a:srgbClr val="9AAFC2"/>
                </a:solidFill>
                <a:latin typeface="Arial"/>
                <a:ea typeface="Arial"/>
                <a:cs typeface="Arial"/>
              </a:defRPr>
            </a:pPr>
            <a:r>
              <a:rPr sz="1050" b="0" i="0">
                <a:solidFill>
                  <a:srgbClr val="9AAFC2"/>
                </a:solidFill>
                <a:latin typeface="Arial"/>
                <a:ea typeface="Arial"/>
                <a:cs typeface="Arial"/>
              </a:rPr>
              <a:t>No UPI production data or PaySim integration.</a:t>
            </a:r>
          </a:p>
        </p:txBody>
      </p:sp>
      <p:sp>
        <p:nvSpPr>
          <p:cNvPr id="11" name="Rectangle 10">
            <a:extLst xmlns:a="http://schemas.openxmlformats.org/drawingml/2006/main">
              <a:ext uri="{FF2B5EF4-FFF2-40B4-BE49-F238E27FC236}">
                <a16:creationId xmlns:a16="http://schemas.microsoft.com/office/drawing/2014/main" id="{6FC34AA0-8DBA-4632-8718-60E7E974DAB5}"/>
              </a:ext>
            </a:extLst>
          </p:cNvPr>
          <p:cNvSpPr>
            <a:spLocks xmlns:a="http://schemas.openxmlformats.org/drawingml/2006/main" noGrp="1"/>
          </p:cNvSpPr>
          <p:nvPr/>
        </p:nvSpPr>
        <p:spPr>
          <a:xfrm xmlns:a="http://schemas.openxmlformats.org/drawingml/2006/main">
            <a:off x="609600" y="23526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38E0C1"/>
                </a:solidFill>
                <a:latin typeface="Arial"/>
                <a:ea typeface="Arial"/>
                <a:cs typeface="Arial"/>
              </a:defRPr>
            </a:defPPr>
            <a:lvl1pPr algn="l">
              <a:buNone/>
              <a:defRPr sz="975" b="1" i="0">
                <a:solidFill>
                  <a:srgbClr val="38E0C1"/>
                </a:solidFill>
                <a:latin typeface="Arial"/>
                <a:ea typeface="Arial"/>
                <a:cs typeface="Arial"/>
              </a:defRPr>
            </a:lvl1pPr>
            <a:lvl2pPr algn="l">
              <a:buNone/>
              <a:defRPr sz="975" b="1" i="0">
                <a:solidFill>
                  <a:srgbClr val="38E0C1"/>
                </a:solidFill>
                <a:latin typeface="Arial"/>
                <a:ea typeface="Arial"/>
                <a:cs typeface="Arial"/>
              </a:defRPr>
            </a:lvl2pPr>
            <a:lvl3pPr algn="l">
              <a:buNone/>
              <a:defRPr sz="975" b="1" i="0">
                <a:solidFill>
                  <a:srgbClr val="38E0C1"/>
                </a:solidFill>
                <a:latin typeface="Arial"/>
                <a:ea typeface="Arial"/>
                <a:cs typeface="Arial"/>
              </a:defRPr>
            </a:lvl3pPr>
            <a:lvl4pPr algn="l">
              <a:buNone/>
              <a:defRPr sz="975" b="1" i="0">
                <a:solidFill>
                  <a:srgbClr val="38E0C1"/>
                </a:solidFill>
                <a:latin typeface="Arial"/>
                <a:ea typeface="Arial"/>
                <a:cs typeface="Arial"/>
              </a:defRPr>
            </a:lvl4pPr>
            <a:lvl5pPr algn="l">
              <a:buNone/>
              <a:defRPr sz="975" b="1" i="0">
                <a:solidFill>
                  <a:srgbClr val="38E0C1"/>
                </a:solidFill>
                <a:latin typeface="Arial"/>
                <a:ea typeface="Arial"/>
                <a:cs typeface="Arial"/>
              </a:defRPr>
            </a:lvl5pPr>
            <a:lvl6pPr algn="l">
              <a:buNone/>
              <a:defRPr sz="975" b="1" i="0">
                <a:solidFill>
                  <a:srgbClr val="38E0C1"/>
                </a:solidFill>
                <a:latin typeface="Arial"/>
                <a:ea typeface="Arial"/>
                <a:cs typeface="Arial"/>
              </a:defRPr>
            </a:lvl6pPr>
            <a:lvl7pPr algn="l">
              <a:buNone/>
              <a:defRPr sz="975" b="1" i="0">
                <a:solidFill>
                  <a:srgbClr val="38E0C1"/>
                </a:solidFill>
                <a:latin typeface="Arial"/>
                <a:ea typeface="Arial"/>
                <a:cs typeface="Arial"/>
              </a:defRPr>
            </a:lvl7pPr>
            <a:lvl8pPr algn="l">
              <a:buNone/>
              <a:defRPr sz="975" b="1" i="0">
                <a:solidFill>
                  <a:srgbClr val="38E0C1"/>
                </a:solidFill>
                <a:latin typeface="Arial"/>
                <a:ea typeface="Arial"/>
                <a:cs typeface="Arial"/>
              </a:defRPr>
            </a:lvl8pPr>
            <a:lvl9pPr algn="l">
              <a:buNone/>
              <a:defRPr sz="975" b="1" i="0">
                <a:solidFill>
                  <a:srgbClr val="38E0C1"/>
                </a:solidFill>
                <a:latin typeface="Arial"/>
                <a:ea typeface="Arial"/>
                <a:cs typeface="Arial"/>
              </a:defRPr>
            </a:lvl9pPr>
          </a:lstStyle>
          <a:p xmlns:a="http://schemas.openxmlformats.org/drawingml/2006/main">
            <a:pPr algn="l">
              <a:buNone/>
              <a:defRPr sz="975" b="1" i="0">
                <a:solidFill>
                  <a:srgbClr val="38E0C1"/>
                </a:solidFill>
                <a:latin typeface="Arial"/>
                <a:ea typeface="Arial"/>
                <a:cs typeface="Arial"/>
              </a:defRPr>
            </a:pPr>
            <a:r>
              <a:rPr sz="975" b="1" i="0">
                <a:solidFill>
                  <a:srgbClr val="38E0C1"/>
                </a:solidFill>
                <a:latin typeface="Arial"/>
                <a:ea typeface="Arial"/>
                <a:cs typeface="Arial"/>
              </a:rPr>
              <a:t>02</a:t>
            </a:r>
          </a:p>
        </p:txBody>
      </p:sp>
      <p:sp>
        <p:nvSpPr>
          <p:cNvPr id="12" name="Rectangle 11">
            <a:extLst xmlns:a="http://schemas.openxmlformats.org/drawingml/2006/main">
              <a:ext uri="{FF2B5EF4-FFF2-40B4-BE49-F238E27FC236}">
                <a16:creationId xmlns:a16="http://schemas.microsoft.com/office/drawing/2014/main" id="{6ADC0906-5E25-4B18-B8A1-3ADF345260EA}"/>
              </a:ext>
            </a:extLst>
          </p:cNvPr>
          <p:cNvSpPr>
            <a:spLocks xmlns:a="http://schemas.openxmlformats.org/drawingml/2006/main" noGrp="1"/>
          </p:cNvSpPr>
          <p:nvPr/>
        </p:nvSpPr>
        <p:spPr>
          <a:xfrm xmlns:a="http://schemas.openxmlformats.org/drawingml/2006/main">
            <a:off x="1095375" y="2343150"/>
            <a:ext cx="4191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1" i="0">
                <a:solidFill>
                  <a:srgbClr val="F4F7FB"/>
                </a:solidFill>
                <a:latin typeface="Arial"/>
                <a:ea typeface="Arial"/>
                <a:cs typeface="Arial"/>
              </a:defRPr>
            </a:defPPr>
            <a:lvl1pPr algn="l">
              <a:buNone/>
              <a:defRPr sz="1275" b="1" i="0">
                <a:solidFill>
                  <a:srgbClr val="F4F7FB"/>
                </a:solidFill>
                <a:latin typeface="Arial"/>
                <a:ea typeface="Arial"/>
                <a:cs typeface="Arial"/>
              </a:defRPr>
            </a:lvl1pPr>
            <a:lvl2pPr algn="l">
              <a:buNone/>
              <a:defRPr sz="1275" b="1" i="0">
                <a:solidFill>
                  <a:srgbClr val="F4F7FB"/>
                </a:solidFill>
                <a:latin typeface="Arial"/>
                <a:ea typeface="Arial"/>
                <a:cs typeface="Arial"/>
              </a:defRPr>
            </a:lvl2pPr>
            <a:lvl3pPr algn="l">
              <a:buNone/>
              <a:defRPr sz="1275" b="1" i="0">
                <a:solidFill>
                  <a:srgbClr val="F4F7FB"/>
                </a:solidFill>
                <a:latin typeface="Arial"/>
                <a:ea typeface="Arial"/>
                <a:cs typeface="Arial"/>
              </a:defRPr>
            </a:lvl3pPr>
            <a:lvl4pPr algn="l">
              <a:buNone/>
              <a:defRPr sz="1275" b="1" i="0">
                <a:solidFill>
                  <a:srgbClr val="F4F7FB"/>
                </a:solidFill>
                <a:latin typeface="Arial"/>
                <a:ea typeface="Arial"/>
                <a:cs typeface="Arial"/>
              </a:defRPr>
            </a:lvl4pPr>
            <a:lvl5pPr algn="l">
              <a:buNone/>
              <a:defRPr sz="1275" b="1" i="0">
                <a:solidFill>
                  <a:srgbClr val="F4F7FB"/>
                </a:solidFill>
                <a:latin typeface="Arial"/>
                <a:ea typeface="Arial"/>
                <a:cs typeface="Arial"/>
              </a:defRPr>
            </a:lvl5pPr>
            <a:lvl6pPr algn="l">
              <a:buNone/>
              <a:defRPr sz="1275" b="1" i="0">
                <a:solidFill>
                  <a:srgbClr val="F4F7FB"/>
                </a:solidFill>
                <a:latin typeface="Arial"/>
                <a:ea typeface="Arial"/>
                <a:cs typeface="Arial"/>
              </a:defRPr>
            </a:lvl6pPr>
            <a:lvl7pPr algn="l">
              <a:buNone/>
              <a:defRPr sz="1275" b="1" i="0">
                <a:solidFill>
                  <a:srgbClr val="F4F7FB"/>
                </a:solidFill>
                <a:latin typeface="Arial"/>
                <a:ea typeface="Arial"/>
                <a:cs typeface="Arial"/>
              </a:defRPr>
            </a:lvl7pPr>
            <a:lvl8pPr algn="l">
              <a:buNone/>
              <a:defRPr sz="1275" b="1" i="0">
                <a:solidFill>
                  <a:srgbClr val="F4F7FB"/>
                </a:solidFill>
                <a:latin typeface="Arial"/>
                <a:ea typeface="Arial"/>
                <a:cs typeface="Arial"/>
              </a:defRPr>
            </a:lvl8pPr>
            <a:lvl9pPr algn="l">
              <a:buNone/>
              <a:defRPr sz="1275" b="1" i="0">
                <a:solidFill>
                  <a:srgbClr val="F4F7FB"/>
                </a:solidFill>
                <a:latin typeface="Arial"/>
                <a:ea typeface="Arial"/>
                <a:cs typeface="Arial"/>
              </a:defRPr>
            </a:lvl9pPr>
          </a:lstStyle>
          <a:p xmlns:a="http://schemas.openxmlformats.org/drawingml/2006/main">
            <a:pPr algn="l">
              <a:buNone/>
              <a:defRPr sz="1275" b="1" i="0">
                <a:solidFill>
                  <a:srgbClr val="F4F7FB"/>
                </a:solidFill>
                <a:latin typeface="Arial"/>
                <a:ea typeface="Arial"/>
                <a:cs typeface="Arial"/>
              </a:defRPr>
            </a:pPr>
            <a:r>
              <a:rPr sz="1275" b="1" i="0">
                <a:solidFill>
                  <a:srgbClr val="F4F7FB"/>
                </a:solidFill>
                <a:latin typeface="Arial"/>
                <a:ea typeface="Arial"/>
                <a:cs typeface="Arial"/>
              </a:rPr>
              <a:t>Illustrative thresholds</a:t>
            </a:r>
          </a:p>
        </p:txBody>
      </p:sp>
      <p:sp>
        <p:nvSpPr>
          <p:cNvPr id="13" name="Rectangle 12">
            <a:extLst xmlns:a="http://schemas.openxmlformats.org/drawingml/2006/main">
              <a:ext uri="{FF2B5EF4-FFF2-40B4-BE49-F238E27FC236}">
                <a16:creationId xmlns:a16="http://schemas.microsoft.com/office/drawing/2014/main" id="{FA186B3D-574E-481B-ABE2-C9D87D198404}"/>
              </a:ext>
            </a:extLst>
          </p:cNvPr>
          <p:cNvSpPr>
            <a:spLocks xmlns:a="http://schemas.openxmlformats.org/drawingml/2006/main" noGrp="1"/>
          </p:cNvSpPr>
          <p:nvPr/>
        </p:nvSpPr>
        <p:spPr>
          <a:xfrm xmlns:a="http://schemas.openxmlformats.org/drawingml/2006/main">
            <a:off x="1095375" y="2581275"/>
            <a:ext cx="4343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0" i="0">
                <a:solidFill>
                  <a:srgbClr val="9AAFC2"/>
                </a:solidFill>
                <a:latin typeface="Arial"/>
                <a:ea typeface="Arial"/>
                <a:cs typeface="Arial"/>
              </a:defRPr>
            </a:defPPr>
            <a:lvl1pPr algn="l">
              <a:buNone/>
              <a:defRPr sz="1050" b="0" i="0">
                <a:solidFill>
                  <a:srgbClr val="9AAFC2"/>
                </a:solidFill>
                <a:latin typeface="Arial"/>
                <a:ea typeface="Arial"/>
                <a:cs typeface="Arial"/>
              </a:defRPr>
            </a:lvl1pPr>
            <a:lvl2pPr algn="l">
              <a:buNone/>
              <a:defRPr sz="1050" b="0" i="0">
                <a:solidFill>
                  <a:srgbClr val="9AAFC2"/>
                </a:solidFill>
                <a:latin typeface="Arial"/>
                <a:ea typeface="Arial"/>
                <a:cs typeface="Arial"/>
              </a:defRPr>
            </a:lvl2pPr>
            <a:lvl3pPr algn="l">
              <a:buNone/>
              <a:defRPr sz="1050" b="0" i="0">
                <a:solidFill>
                  <a:srgbClr val="9AAFC2"/>
                </a:solidFill>
                <a:latin typeface="Arial"/>
                <a:ea typeface="Arial"/>
                <a:cs typeface="Arial"/>
              </a:defRPr>
            </a:lvl3pPr>
            <a:lvl4pPr algn="l">
              <a:buNone/>
              <a:defRPr sz="1050" b="0" i="0">
                <a:solidFill>
                  <a:srgbClr val="9AAFC2"/>
                </a:solidFill>
                <a:latin typeface="Arial"/>
                <a:ea typeface="Arial"/>
                <a:cs typeface="Arial"/>
              </a:defRPr>
            </a:lvl4pPr>
            <a:lvl5pPr algn="l">
              <a:buNone/>
              <a:defRPr sz="1050" b="0" i="0">
                <a:solidFill>
                  <a:srgbClr val="9AAFC2"/>
                </a:solidFill>
                <a:latin typeface="Arial"/>
                <a:ea typeface="Arial"/>
                <a:cs typeface="Arial"/>
              </a:defRPr>
            </a:lvl5pPr>
            <a:lvl6pPr algn="l">
              <a:buNone/>
              <a:defRPr sz="1050" b="0" i="0">
                <a:solidFill>
                  <a:srgbClr val="9AAFC2"/>
                </a:solidFill>
                <a:latin typeface="Arial"/>
                <a:ea typeface="Arial"/>
                <a:cs typeface="Arial"/>
              </a:defRPr>
            </a:lvl6pPr>
            <a:lvl7pPr algn="l">
              <a:buNone/>
              <a:defRPr sz="1050" b="0" i="0">
                <a:solidFill>
                  <a:srgbClr val="9AAFC2"/>
                </a:solidFill>
                <a:latin typeface="Arial"/>
                <a:ea typeface="Arial"/>
                <a:cs typeface="Arial"/>
              </a:defRPr>
            </a:lvl7pPr>
            <a:lvl8pPr algn="l">
              <a:buNone/>
              <a:defRPr sz="1050" b="0" i="0">
                <a:solidFill>
                  <a:srgbClr val="9AAFC2"/>
                </a:solidFill>
                <a:latin typeface="Arial"/>
                <a:ea typeface="Arial"/>
                <a:cs typeface="Arial"/>
              </a:defRPr>
            </a:lvl8pPr>
            <a:lvl9pPr algn="l">
              <a:buNone/>
              <a:defRPr sz="1050" b="0" i="0">
                <a:solidFill>
                  <a:srgbClr val="9AAFC2"/>
                </a:solidFill>
                <a:latin typeface="Arial"/>
                <a:ea typeface="Arial"/>
                <a:cs typeface="Arial"/>
              </a:defRPr>
            </a:lvl9pPr>
          </a:lstStyle>
          <a:p xmlns:a="http://schemas.openxmlformats.org/drawingml/2006/main">
            <a:pPr algn="l">
              <a:buNone/>
              <a:defRPr sz="1050" b="0" i="0">
                <a:solidFill>
                  <a:srgbClr val="9AAFC2"/>
                </a:solidFill>
                <a:latin typeface="Arial"/>
                <a:ea typeface="Arial"/>
                <a:cs typeface="Arial"/>
              </a:defRPr>
            </a:pPr>
            <a:r>
              <a:rPr sz="1050" b="0" i="0">
                <a:solidFill>
                  <a:srgbClr val="9AAFC2"/>
                </a:solidFill>
                <a:latin typeface="Arial"/>
                <a:ea typeface="Arial"/>
                <a:cs typeface="Arial"/>
              </a:rPr>
              <a:t>Rules can match legitimate flows or miss relevant activity.</a:t>
            </a:r>
          </a:p>
        </p:txBody>
      </p:sp>
      <p:sp>
        <p:nvSpPr>
          <p:cNvPr id="14" name="Rectangle 13">
            <a:extLst xmlns:a="http://schemas.openxmlformats.org/drawingml/2006/main">
              <a:ext uri="{FF2B5EF4-FFF2-40B4-BE49-F238E27FC236}">
                <a16:creationId xmlns:a16="http://schemas.microsoft.com/office/drawing/2014/main" id="{79466A4C-E404-4A95-800B-7A37FA733B0A}"/>
              </a:ext>
            </a:extLst>
          </p:cNvPr>
          <p:cNvSpPr>
            <a:spLocks xmlns:a="http://schemas.openxmlformats.org/drawingml/2006/main" noGrp="1"/>
          </p:cNvSpPr>
          <p:nvPr/>
        </p:nvSpPr>
        <p:spPr>
          <a:xfrm xmlns:a="http://schemas.openxmlformats.org/drawingml/2006/main">
            <a:off x="609600" y="29432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38E0C1"/>
                </a:solidFill>
                <a:latin typeface="Arial"/>
                <a:ea typeface="Arial"/>
                <a:cs typeface="Arial"/>
              </a:defRPr>
            </a:defPPr>
            <a:lvl1pPr algn="l">
              <a:buNone/>
              <a:defRPr sz="975" b="1" i="0">
                <a:solidFill>
                  <a:srgbClr val="38E0C1"/>
                </a:solidFill>
                <a:latin typeface="Arial"/>
                <a:ea typeface="Arial"/>
                <a:cs typeface="Arial"/>
              </a:defRPr>
            </a:lvl1pPr>
            <a:lvl2pPr algn="l">
              <a:buNone/>
              <a:defRPr sz="975" b="1" i="0">
                <a:solidFill>
                  <a:srgbClr val="38E0C1"/>
                </a:solidFill>
                <a:latin typeface="Arial"/>
                <a:ea typeface="Arial"/>
                <a:cs typeface="Arial"/>
              </a:defRPr>
            </a:lvl2pPr>
            <a:lvl3pPr algn="l">
              <a:buNone/>
              <a:defRPr sz="975" b="1" i="0">
                <a:solidFill>
                  <a:srgbClr val="38E0C1"/>
                </a:solidFill>
                <a:latin typeface="Arial"/>
                <a:ea typeface="Arial"/>
                <a:cs typeface="Arial"/>
              </a:defRPr>
            </a:lvl3pPr>
            <a:lvl4pPr algn="l">
              <a:buNone/>
              <a:defRPr sz="975" b="1" i="0">
                <a:solidFill>
                  <a:srgbClr val="38E0C1"/>
                </a:solidFill>
                <a:latin typeface="Arial"/>
                <a:ea typeface="Arial"/>
                <a:cs typeface="Arial"/>
              </a:defRPr>
            </a:lvl4pPr>
            <a:lvl5pPr algn="l">
              <a:buNone/>
              <a:defRPr sz="975" b="1" i="0">
                <a:solidFill>
                  <a:srgbClr val="38E0C1"/>
                </a:solidFill>
                <a:latin typeface="Arial"/>
                <a:ea typeface="Arial"/>
                <a:cs typeface="Arial"/>
              </a:defRPr>
            </a:lvl5pPr>
            <a:lvl6pPr algn="l">
              <a:buNone/>
              <a:defRPr sz="975" b="1" i="0">
                <a:solidFill>
                  <a:srgbClr val="38E0C1"/>
                </a:solidFill>
                <a:latin typeface="Arial"/>
                <a:ea typeface="Arial"/>
                <a:cs typeface="Arial"/>
              </a:defRPr>
            </a:lvl6pPr>
            <a:lvl7pPr algn="l">
              <a:buNone/>
              <a:defRPr sz="975" b="1" i="0">
                <a:solidFill>
                  <a:srgbClr val="38E0C1"/>
                </a:solidFill>
                <a:latin typeface="Arial"/>
                <a:ea typeface="Arial"/>
                <a:cs typeface="Arial"/>
              </a:defRPr>
            </a:lvl7pPr>
            <a:lvl8pPr algn="l">
              <a:buNone/>
              <a:defRPr sz="975" b="1" i="0">
                <a:solidFill>
                  <a:srgbClr val="38E0C1"/>
                </a:solidFill>
                <a:latin typeface="Arial"/>
                <a:ea typeface="Arial"/>
                <a:cs typeface="Arial"/>
              </a:defRPr>
            </a:lvl8pPr>
            <a:lvl9pPr algn="l">
              <a:buNone/>
              <a:defRPr sz="975" b="1" i="0">
                <a:solidFill>
                  <a:srgbClr val="38E0C1"/>
                </a:solidFill>
                <a:latin typeface="Arial"/>
                <a:ea typeface="Arial"/>
                <a:cs typeface="Arial"/>
              </a:defRPr>
            </a:lvl9pPr>
          </a:lstStyle>
          <a:p xmlns:a="http://schemas.openxmlformats.org/drawingml/2006/main">
            <a:pPr algn="l">
              <a:buNone/>
              <a:defRPr sz="975" b="1" i="0">
                <a:solidFill>
                  <a:srgbClr val="38E0C1"/>
                </a:solidFill>
                <a:latin typeface="Arial"/>
                <a:ea typeface="Arial"/>
                <a:cs typeface="Arial"/>
              </a:defRPr>
            </a:pPr>
            <a:r>
              <a:rPr sz="975" b="1" i="0">
                <a:solidFill>
                  <a:srgbClr val="38E0C1"/>
                </a:solidFill>
                <a:latin typeface="Arial"/>
                <a:ea typeface="Arial"/>
                <a:cs typeface="Arial"/>
              </a:rPr>
              <a:t>03</a:t>
            </a:r>
          </a:p>
        </p:txBody>
      </p:sp>
      <p:sp>
        <p:nvSpPr>
          <p:cNvPr id="15" name="Rectangle 14">
            <a:extLst xmlns:a="http://schemas.openxmlformats.org/drawingml/2006/main">
              <a:ext uri="{FF2B5EF4-FFF2-40B4-BE49-F238E27FC236}">
                <a16:creationId xmlns:a16="http://schemas.microsoft.com/office/drawing/2014/main" id="{44E13479-7AB2-4B2D-B7A0-D0EF65C834C4}"/>
              </a:ext>
            </a:extLst>
          </p:cNvPr>
          <p:cNvSpPr>
            <a:spLocks xmlns:a="http://schemas.openxmlformats.org/drawingml/2006/main" noGrp="1"/>
          </p:cNvSpPr>
          <p:nvPr/>
        </p:nvSpPr>
        <p:spPr>
          <a:xfrm xmlns:a="http://schemas.openxmlformats.org/drawingml/2006/main">
            <a:off x="1095375" y="2933700"/>
            <a:ext cx="4191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1" i="0">
                <a:solidFill>
                  <a:srgbClr val="F4F7FB"/>
                </a:solidFill>
                <a:latin typeface="Arial"/>
                <a:ea typeface="Arial"/>
                <a:cs typeface="Arial"/>
              </a:defRPr>
            </a:defPPr>
            <a:lvl1pPr algn="l">
              <a:buNone/>
              <a:defRPr sz="1275" b="1" i="0">
                <a:solidFill>
                  <a:srgbClr val="F4F7FB"/>
                </a:solidFill>
                <a:latin typeface="Arial"/>
                <a:ea typeface="Arial"/>
                <a:cs typeface="Arial"/>
              </a:defRPr>
            </a:lvl1pPr>
            <a:lvl2pPr algn="l">
              <a:buNone/>
              <a:defRPr sz="1275" b="1" i="0">
                <a:solidFill>
                  <a:srgbClr val="F4F7FB"/>
                </a:solidFill>
                <a:latin typeface="Arial"/>
                <a:ea typeface="Arial"/>
                <a:cs typeface="Arial"/>
              </a:defRPr>
            </a:lvl2pPr>
            <a:lvl3pPr algn="l">
              <a:buNone/>
              <a:defRPr sz="1275" b="1" i="0">
                <a:solidFill>
                  <a:srgbClr val="F4F7FB"/>
                </a:solidFill>
                <a:latin typeface="Arial"/>
                <a:ea typeface="Arial"/>
                <a:cs typeface="Arial"/>
              </a:defRPr>
            </a:lvl3pPr>
            <a:lvl4pPr algn="l">
              <a:buNone/>
              <a:defRPr sz="1275" b="1" i="0">
                <a:solidFill>
                  <a:srgbClr val="F4F7FB"/>
                </a:solidFill>
                <a:latin typeface="Arial"/>
                <a:ea typeface="Arial"/>
                <a:cs typeface="Arial"/>
              </a:defRPr>
            </a:lvl4pPr>
            <a:lvl5pPr algn="l">
              <a:buNone/>
              <a:defRPr sz="1275" b="1" i="0">
                <a:solidFill>
                  <a:srgbClr val="F4F7FB"/>
                </a:solidFill>
                <a:latin typeface="Arial"/>
                <a:ea typeface="Arial"/>
                <a:cs typeface="Arial"/>
              </a:defRPr>
            </a:lvl5pPr>
            <a:lvl6pPr algn="l">
              <a:buNone/>
              <a:defRPr sz="1275" b="1" i="0">
                <a:solidFill>
                  <a:srgbClr val="F4F7FB"/>
                </a:solidFill>
                <a:latin typeface="Arial"/>
                <a:ea typeface="Arial"/>
                <a:cs typeface="Arial"/>
              </a:defRPr>
            </a:lvl6pPr>
            <a:lvl7pPr algn="l">
              <a:buNone/>
              <a:defRPr sz="1275" b="1" i="0">
                <a:solidFill>
                  <a:srgbClr val="F4F7FB"/>
                </a:solidFill>
                <a:latin typeface="Arial"/>
                <a:ea typeface="Arial"/>
                <a:cs typeface="Arial"/>
              </a:defRPr>
            </a:lvl7pPr>
            <a:lvl8pPr algn="l">
              <a:buNone/>
              <a:defRPr sz="1275" b="1" i="0">
                <a:solidFill>
                  <a:srgbClr val="F4F7FB"/>
                </a:solidFill>
                <a:latin typeface="Arial"/>
                <a:ea typeface="Arial"/>
                <a:cs typeface="Arial"/>
              </a:defRPr>
            </a:lvl8pPr>
            <a:lvl9pPr algn="l">
              <a:buNone/>
              <a:defRPr sz="1275" b="1" i="0">
                <a:solidFill>
                  <a:srgbClr val="F4F7FB"/>
                </a:solidFill>
                <a:latin typeface="Arial"/>
                <a:ea typeface="Arial"/>
                <a:cs typeface="Arial"/>
              </a:defRPr>
            </a:lvl9pPr>
          </a:lstStyle>
          <a:p xmlns:a="http://schemas.openxmlformats.org/drawingml/2006/main">
            <a:pPr algn="l">
              <a:buNone/>
              <a:defRPr sz="1275" b="1" i="0">
                <a:solidFill>
                  <a:srgbClr val="F4F7FB"/>
                </a:solidFill>
                <a:latin typeface="Arial"/>
                <a:ea typeface="Arial"/>
                <a:cs typeface="Arial"/>
              </a:defRPr>
            </a:pPr>
            <a:r>
              <a:rPr sz="1275" b="1" i="0">
                <a:solidFill>
                  <a:srgbClr val="F4F7FB"/>
                </a:solidFill>
                <a:latin typeface="Arial"/>
                <a:ea typeface="Arial"/>
                <a:cs typeface="Arial"/>
              </a:rPr>
              <a:t>Overlapping leads</a:t>
            </a:r>
          </a:p>
        </p:txBody>
      </p:sp>
      <p:sp>
        <p:nvSpPr>
          <p:cNvPr id="16" name="Rectangle 15">
            <a:extLst xmlns:a="http://schemas.openxmlformats.org/drawingml/2006/main">
              <a:ext uri="{FF2B5EF4-FFF2-40B4-BE49-F238E27FC236}">
                <a16:creationId xmlns:a16="http://schemas.microsoft.com/office/drawing/2014/main" id="{10DAE349-0A8F-4234-986B-6346A397B8F7}"/>
              </a:ext>
            </a:extLst>
          </p:cNvPr>
          <p:cNvSpPr>
            <a:spLocks xmlns:a="http://schemas.openxmlformats.org/drawingml/2006/main" noGrp="1"/>
          </p:cNvSpPr>
          <p:nvPr/>
        </p:nvSpPr>
        <p:spPr>
          <a:xfrm xmlns:a="http://schemas.openxmlformats.org/drawingml/2006/main">
            <a:off x="1095375" y="3171825"/>
            <a:ext cx="4343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0" i="0">
                <a:solidFill>
                  <a:srgbClr val="9AAFC2"/>
                </a:solidFill>
                <a:latin typeface="Arial"/>
                <a:ea typeface="Arial"/>
                <a:cs typeface="Arial"/>
              </a:defRPr>
            </a:defPPr>
            <a:lvl1pPr algn="l">
              <a:buNone/>
              <a:defRPr sz="1050" b="0" i="0">
                <a:solidFill>
                  <a:srgbClr val="9AAFC2"/>
                </a:solidFill>
                <a:latin typeface="Arial"/>
                <a:ea typeface="Arial"/>
                <a:cs typeface="Arial"/>
              </a:defRPr>
            </a:lvl1pPr>
            <a:lvl2pPr algn="l">
              <a:buNone/>
              <a:defRPr sz="1050" b="0" i="0">
                <a:solidFill>
                  <a:srgbClr val="9AAFC2"/>
                </a:solidFill>
                <a:latin typeface="Arial"/>
                <a:ea typeface="Arial"/>
                <a:cs typeface="Arial"/>
              </a:defRPr>
            </a:lvl2pPr>
            <a:lvl3pPr algn="l">
              <a:buNone/>
              <a:defRPr sz="1050" b="0" i="0">
                <a:solidFill>
                  <a:srgbClr val="9AAFC2"/>
                </a:solidFill>
                <a:latin typeface="Arial"/>
                <a:ea typeface="Arial"/>
                <a:cs typeface="Arial"/>
              </a:defRPr>
            </a:lvl3pPr>
            <a:lvl4pPr algn="l">
              <a:buNone/>
              <a:defRPr sz="1050" b="0" i="0">
                <a:solidFill>
                  <a:srgbClr val="9AAFC2"/>
                </a:solidFill>
                <a:latin typeface="Arial"/>
                <a:ea typeface="Arial"/>
                <a:cs typeface="Arial"/>
              </a:defRPr>
            </a:lvl4pPr>
            <a:lvl5pPr algn="l">
              <a:buNone/>
              <a:defRPr sz="1050" b="0" i="0">
                <a:solidFill>
                  <a:srgbClr val="9AAFC2"/>
                </a:solidFill>
                <a:latin typeface="Arial"/>
                <a:ea typeface="Arial"/>
                <a:cs typeface="Arial"/>
              </a:defRPr>
            </a:lvl5pPr>
            <a:lvl6pPr algn="l">
              <a:buNone/>
              <a:defRPr sz="1050" b="0" i="0">
                <a:solidFill>
                  <a:srgbClr val="9AAFC2"/>
                </a:solidFill>
                <a:latin typeface="Arial"/>
                <a:ea typeface="Arial"/>
                <a:cs typeface="Arial"/>
              </a:defRPr>
            </a:lvl6pPr>
            <a:lvl7pPr algn="l">
              <a:buNone/>
              <a:defRPr sz="1050" b="0" i="0">
                <a:solidFill>
                  <a:srgbClr val="9AAFC2"/>
                </a:solidFill>
                <a:latin typeface="Arial"/>
                <a:ea typeface="Arial"/>
                <a:cs typeface="Arial"/>
              </a:defRPr>
            </a:lvl7pPr>
            <a:lvl8pPr algn="l">
              <a:buNone/>
              <a:defRPr sz="1050" b="0" i="0">
                <a:solidFill>
                  <a:srgbClr val="9AAFC2"/>
                </a:solidFill>
                <a:latin typeface="Arial"/>
                <a:ea typeface="Arial"/>
                <a:cs typeface="Arial"/>
              </a:defRPr>
            </a:lvl8pPr>
            <a:lvl9pPr algn="l">
              <a:buNone/>
              <a:defRPr sz="1050" b="0" i="0">
                <a:solidFill>
                  <a:srgbClr val="9AAFC2"/>
                </a:solidFill>
                <a:latin typeface="Arial"/>
                <a:ea typeface="Arial"/>
                <a:cs typeface="Arial"/>
              </a:defRPr>
            </a:lvl9pPr>
          </a:lstStyle>
          <a:p xmlns:a="http://schemas.openxmlformats.org/drawingml/2006/main">
            <a:pPr algn="l">
              <a:buNone/>
              <a:defRPr sz="1050" b="0" i="0">
                <a:solidFill>
                  <a:srgbClr val="9AAFC2"/>
                </a:solidFill>
                <a:latin typeface="Arial"/>
                <a:ea typeface="Arial"/>
                <a:cs typeface="Arial"/>
              </a:defRPr>
            </a:pPr>
            <a:r>
              <a:rPr sz="1050" b="0" i="0">
                <a:solidFill>
                  <a:srgbClr val="9AAFC2"/>
                </a:solidFill>
                <a:latin typeface="Arial"/>
                <a:ea typeface="Arial"/>
                <a:cs typeface="Arial"/>
              </a:rPr>
              <a:t>Multiple findings can share the same evidence.</a:t>
            </a:r>
          </a:p>
        </p:txBody>
      </p:sp>
      <p:sp>
        <p:nvSpPr>
          <p:cNvPr id="17" name="Rectangle 16">
            <a:extLst xmlns:a="http://schemas.openxmlformats.org/drawingml/2006/main">
              <a:ext uri="{FF2B5EF4-FFF2-40B4-BE49-F238E27FC236}">
                <a16:creationId xmlns:a16="http://schemas.microsoft.com/office/drawing/2014/main" id="{39E83D39-D3E6-4F3A-BD45-B0E0C98E9759}"/>
              </a:ext>
            </a:extLst>
          </p:cNvPr>
          <p:cNvSpPr>
            <a:spLocks xmlns:a="http://schemas.openxmlformats.org/drawingml/2006/main" noGrp="1"/>
          </p:cNvSpPr>
          <p:nvPr/>
        </p:nvSpPr>
        <p:spPr>
          <a:xfrm xmlns:a="http://schemas.openxmlformats.org/drawingml/2006/main">
            <a:off x="609600" y="3533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FFBE69"/>
                </a:solidFill>
                <a:latin typeface="Arial"/>
                <a:ea typeface="Arial"/>
                <a:cs typeface="Arial"/>
              </a:defRPr>
            </a:defPPr>
            <a:lvl1pPr algn="l">
              <a:buNone/>
              <a:defRPr sz="975" b="1" i="0">
                <a:solidFill>
                  <a:srgbClr val="FFBE69"/>
                </a:solidFill>
                <a:latin typeface="Arial"/>
                <a:ea typeface="Arial"/>
                <a:cs typeface="Arial"/>
              </a:defRPr>
            </a:lvl1pPr>
            <a:lvl2pPr algn="l">
              <a:buNone/>
              <a:defRPr sz="975" b="1" i="0">
                <a:solidFill>
                  <a:srgbClr val="FFBE69"/>
                </a:solidFill>
                <a:latin typeface="Arial"/>
                <a:ea typeface="Arial"/>
                <a:cs typeface="Arial"/>
              </a:defRPr>
            </a:lvl2pPr>
            <a:lvl3pPr algn="l">
              <a:buNone/>
              <a:defRPr sz="975" b="1" i="0">
                <a:solidFill>
                  <a:srgbClr val="FFBE69"/>
                </a:solidFill>
                <a:latin typeface="Arial"/>
                <a:ea typeface="Arial"/>
                <a:cs typeface="Arial"/>
              </a:defRPr>
            </a:lvl3pPr>
            <a:lvl4pPr algn="l">
              <a:buNone/>
              <a:defRPr sz="975" b="1" i="0">
                <a:solidFill>
                  <a:srgbClr val="FFBE69"/>
                </a:solidFill>
                <a:latin typeface="Arial"/>
                <a:ea typeface="Arial"/>
                <a:cs typeface="Arial"/>
              </a:defRPr>
            </a:lvl4pPr>
            <a:lvl5pPr algn="l">
              <a:buNone/>
              <a:defRPr sz="975" b="1" i="0">
                <a:solidFill>
                  <a:srgbClr val="FFBE69"/>
                </a:solidFill>
                <a:latin typeface="Arial"/>
                <a:ea typeface="Arial"/>
                <a:cs typeface="Arial"/>
              </a:defRPr>
            </a:lvl5pPr>
            <a:lvl6pPr algn="l">
              <a:buNone/>
              <a:defRPr sz="975" b="1" i="0">
                <a:solidFill>
                  <a:srgbClr val="FFBE69"/>
                </a:solidFill>
                <a:latin typeface="Arial"/>
                <a:ea typeface="Arial"/>
                <a:cs typeface="Arial"/>
              </a:defRPr>
            </a:lvl6pPr>
            <a:lvl7pPr algn="l">
              <a:buNone/>
              <a:defRPr sz="975" b="1" i="0">
                <a:solidFill>
                  <a:srgbClr val="FFBE69"/>
                </a:solidFill>
                <a:latin typeface="Arial"/>
                <a:ea typeface="Arial"/>
                <a:cs typeface="Arial"/>
              </a:defRPr>
            </a:lvl7pPr>
            <a:lvl8pPr algn="l">
              <a:buNone/>
              <a:defRPr sz="975" b="1" i="0">
                <a:solidFill>
                  <a:srgbClr val="FFBE69"/>
                </a:solidFill>
                <a:latin typeface="Arial"/>
                <a:ea typeface="Arial"/>
                <a:cs typeface="Arial"/>
              </a:defRPr>
            </a:lvl8pPr>
            <a:lvl9pPr algn="l">
              <a:buNone/>
              <a:defRPr sz="975" b="1" i="0">
                <a:solidFill>
                  <a:srgbClr val="FFBE69"/>
                </a:solidFill>
                <a:latin typeface="Arial"/>
                <a:ea typeface="Arial"/>
                <a:cs typeface="Arial"/>
              </a:defRPr>
            </a:lvl9pPr>
          </a:lstStyle>
          <a:p xmlns:a="http://schemas.openxmlformats.org/drawingml/2006/main">
            <a:pPr algn="l">
              <a:buNone/>
              <a:defRPr sz="975" b="1" i="0">
                <a:solidFill>
                  <a:srgbClr val="FFBE69"/>
                </a:solidFill>
                <a:latin typeface="Arial"/>
                <a:ea typeface="Arial"/>
                <a:cs typeface="Arial"/>
              </a:defRPr>
            </a:pPr>
            <a:r>
              <a:rPr sz="975" b="1" i="0">
                <a:solidFill>
                  <a:srgbClr val="FFBE69"/>
                </a:solidFill>
                <a:latin typeface="Arial"/>
                <a:ea typeface="Arial"/>
                <a:cs typeface="Arial"/>
              </a:rPr>
              <a:t>04</a:t>
            </a:r>
          </a:p>
        </p:txBody>
      </p:sp>
      <p:sp>
        <p:nvSpPr>
          <p:cNvPr id="18" name="Rectangle 17">
            <a:extLst xmlns:a="http://schemas.openxmlformats.org/drawingml/2006/main">
              <a:ext uri="{FF2B5EF4-FFF2-40B4-BE49-F238E27FC236}">
                <a16:creationId xmlns:a16="http://schemas.microsoft.com/office/drawing/2014/main" id="{D3A22A30-A0BF-49BE-8F0C-B98D9BAB2D0F}"/>
              </a:ext>
            </a:extLst>
          </p:cNvPr>
          <p:cNvSpPr>
            <a:spLocks xmlns:a="http://schemas.openxmlformats.org/drawingml/2006/main" noGrp="1"/>
          </p:cNvSpPr>
          <p:nvPr/>
        </p:nvSpPr>
        <p:spPr>
          <a:xfrm xmlns:a="http://schemas.openxmlformats.org/drawingml/2006/main">
            <a:off x="1095375" y="3524250"/>
            <a:ext cx="4191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1" i="0">
                <a:solidFill>
                  <a:srgbClr val="F4F7FB"/>
                </a:solidFill>
                <a:latin typeface="Arial"/>
                <a:ea typeface="Arial"/>
                <a:cs typeface="Arial"/>
              </a:defRPr>
            </a:defPPr>
            <a:lvl1pPr algn="l">
              <a:buNone/>
              <a:defRPr sz="1275" b="1" i="0">
                <a:solidFill>
                  <a:srgbClr val="F4F7FB"/>
                </a:solidFill>
                <a:latin typeface="Arial"/>
                <a:ea typeface="Arial"/>
                <a:cs typeface="Arial"/>
              </a:defRPr>
            </a:lvl1pPr>
            <a:lvl2pPr algn="l">
              <a:buNone/>
              <a:defRPr sz="1275" b="1" i="0">
                <a:solidFill>
                  <a:srgbClr val="F4F7FB"/>
                </a:solidFill>
                <a:latin typeface="Arial"/>
                <a:ea typeface="Arial"/>
                <a:cs typeface="Arial"/>
              </a:defRPr>
            </a:lvl2pPr>
            <a:lvl3pPr algn="l">
              <a:buNone/>
              <a:defRPr sz="1275" b="1" i="0">
                <a:solidFill>
                  <a:srgbClr val="F4F7FB"/>
                </a:solidFill>
                <a:latin typeface="Arial"/>
                <a:ea typeface="Arial"/>
                <a:cs typeface="Arial"/>
              </a:defRPr>
            </a:lvl3pPr>
            <a:lvl4pPr algn="l">
              <a:buNone/>
              <a:defRPr sz="1275" b="1" i="0">
                <a:solidFill>
                  <a:srgbClr val="F4F7FB"/>
                </a:solidFill>
                <a:latin typeface="Arial"/>
                <a:ea typeface="Arial"/>
                <a:cs typeface="Arial"/>
              </a:defRPr>
            </a:lvl4pPr>
            <a:lvl5pPr algn="l">
              <a:buNone/>
              <a:defRPr sz="1275" b="1" i="0">
                <a:solidFill>
                  <a:srgbClr val="F4F7FB"/>
                </a:solidFill>
                <a:latin typeface="Arial"/>
                <a:ea typeface="Arial"/>
                <a:cs typeface="Arial"/>
              </a:defRPr>
            </a:lvl5pPr>
            <a:lvl6pPr algn="l">
              <a:buNone/>
              <a:defRPr sz="1275" b="1" i="0">
                <a:solidFill>
                  <a:srgbClr val="F4F7FB"/>
                </a:solidFill>
                <a:latin typeface="Arial"/>
                <a:ea typeface="Arial"/>
                <a:cs typeface="Arial"/>
              </a:defRPr>
            </a:lvl6pPr>
            <a:lvl7pPr algn="l">
              <a:buNone/>
              <a:defRPr sz="1275" b="1" i="0">
                <a:solidFill>
                  <a:srgbClr val="F4F7FB"/>
                </a:solidFill>
                <a:latin typeface="Arial"/>
                <a:ea typeface="Arial"/>
                <a:cs typeface="Arial"/>
              </a:defRPr>
            </a:lvl7pPr>
            <a:lvl8pPr algn="l">
              <a:buNone/>
              <a:defRPr sz="1275" b="1" i="0">
                <a:solidFill>
                  <a:srgbClr val="F4F7FB"/>
                </a:solidFill>
                <a:latin typeface="Arial"/>
                <a:ea typeface="Arial"/>
                <a:cs typeface="Arial"/>
              </a:defRPr>
            </a:lvl8pPr>
            <a:lvl9pPr algn="l">
              <a:buNone/>
              <a:defRPr sz="1275" b="1" i="0">
                <a:solidFill>
                  <a:srgbClr val="F4F7FB"/>
                </a:solidFill>
                <a:latin typeface="Arial"/>
                <a:ea typeface="Arial"/>
                <a:cs typeface="Arial"/>
              </a:defRPr>
            </a:lvl9pPr>
          </a:lstStyle>
          <a:p xmlns:a="http://schemas.openxmlformats.org/drawingml/2006/main">
            <a:pPr algn="l">
              <a:buNone/>
              <a:defRPr sz="1275" b="1" i="0">
                <a:solidFill>
                  <a:srgbClr val="F4F7FB"/>
                </a:solidFill>
                <a:latin typeface="Arial"/>
                <a:ea typeface="Arial"/>
                <a:cs typeface="Arial"/>
              </a:defRPr>
            </a:pPr>
            <a:r>
              <a:rPr sz="1275" b="1" i="0">
                <a:solidFill>
                  <a:srgbClr val="F4F7FB"/>
                </a:solidFill>
                <a:latin typeface="Arial"/>
                <a:ea typeface="Arial"/>
                <a:cs typeface="Arial"/>
              </a:rPr>
              <a:t>Aggregate onward ratio</a:t>
            </a:r>
          </a:p>
        </p:txBody>
      </p:sp>
      <p:sp>
        <p:nvSpPr>
          <p:cNvPr id="19" name="Rectangle 18">
            <a:extLst xmlns:a="http://schemas.openxmlformats.org/drawingml/2006/main">
              <a:ext uri="{FF2B5EF4-FFF2-40B4-BE49-F238E27FC236}">
                <a16:creationId xmlns:a16="http://schemas.microsoft.com/office/drawing/2014/main" id="{A15778F1-E44C-4AC1-A1D5-48C17853AB0B}"/>
              </a:ext>
            </a:extLst>
          </p:cNvPr>
          <p:cNvSpPr>
            <a:spLocks xmlns:a="http://schemas.openxmlformats.org/drawingml/2006/main" noGrp="1"/>
          </p:cNvSpPr>
          <p:nvPr/>
        </p:nvSpPr>
        <p:spPr>
          <a:xfrm xmlns:a="http://schemas.openxmlformats.org/drawingml/2006/main">
            <a:off x="1095375" y="3762375"/>
            <a:ext cx="4343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0" i="0">
                <a:solidFill>
                  <a:srgbClr val="9AAFC2"/>
                </a:solidFill>
                <a:latin typeface="Arial"/>
                <a:ea typeface="Arial"/>
                <a:cs typeface="Arial"/>
              </a:defRPr>
            </a:defPPr>
            <a:lvl1pPr algn="l">
              <a:buNone/>
              <a:defRPr sz="1050" b="0" i="0">
                <a:solidFill>
                  <a:srgbClr val="9AAFC2"/>
                </a:solidFill>
                <a:latin typeface="Arial"/>
                <a:ea typeface="Arial"/>
                <a:cs typeface="Arial"/>
              </a:defRPr>
            </a:lvl1pPr>
            <a:lvl2pPr algn="l">
              <a:buNone/>
              <a:defRPr sz="1050" b="0" i="0">
                <a:solidFill>
                  <a:srgbClr val="9AAFC2"/>
                </a:solidFill>
                <a:latin typeface="Arial"/>
                <a:ea typeface="Arial"/>
                <a:cs typeface="Arial"/>
              </a:defRPr>
            </a:lvl2pPr>
            <a:lvl3pPr algn="l">
              <a:buNone/>
              <a:defRPr sz="1050" b="0" i="0">
                <a:solidFill>
                  <a:srgbClr val="9AAFC2"/>
                </a:solidFill>
                <a:latin typeface="Arial"/>
                <a:ea typeface="Arial"/>
                <a:cs typeface="Arial"/>
              </a:defRPr>
            </a:lvl3pPr>
            <a:lvl4pPr algn="l">
              <a:buNone/>
              <a:defRPr sz="1050" b="0" i="0">
                <a:solidFill>
                  <a:srgbClr val="9AAFC2"/>
                </a:solidFill>
                <a:latin typeface="Arial"/>
                <a:ea typeface="Arial"/>
                <a:cs typeface="Arial"/>
              </a:defRPr>
            </a:lvl4pPr>
            <a:lvl5pPr algn="l">
              <a:buNone/>
              <a:defRPr sz="1050" b="0" i="0">
                <a:solidFill>
                  <a:srgbClr val="9AAFC2"/>
                </a:solidFill>
                <a:latin typeface="Arial"/>
                <a:ea typeface="Arial"/>
                <a:cs typeface="Arial"/>
              </a:defRPr>
            </a:lvl5pPr>
            <a:lvl6pPr algn="l">
              <a:buNone/>
              <a:defRPr sz="1050" b="0" i="0">
                <a:solidFill>
                  <a:srgbClr val="9AAFC2"/>
                </a:solidFill>
                <a:latin typeface="Arial"/>
                <a:ea typeface="Arial"/>
                <a:cs typeface="Arial"/>
              </a:defRPr>
            </a:lvl6pPr>
            <a:lvl7pPr algn="l">
              <a:buNone/>
              <a:defRPr sz="1050" b="0" i="0">
                <a:solidFill>
                  <a:srgbClr val="9AAFC2"/>
                </a:solidFill>
                <a:latin typeface="Arial"/>
                <a:ea typeface="Arial"/>
                <a:cs typeface="Arial"/>
              </a:defRPr>
            </a:lvl7pPr>
            <a:lvl8pPr algn="l">
              <a:buNone/>
              <a:defRPr sz="1050" b="0" i="0">
                <a:solidFill>
                  <a:srgbClr val="9AAFC2"/>
                </a:solidFill>
                <a:latin typeface="Arial"/>
                <a:ea typeface="Arial"/>
                <a:cs typeface="Arial"/>
              </a:defRPr>
            </a:lvl8pPr>
            <a:lvl9pPr algn="l">
              <a:buNone/>
              <a:defRPr sz="1050" b="0" i="0">
                <a:solidFill>
                  <a:srgbClr val="9AAFC2"/>
                </a:solidFill>
                <a:latin typeface="Arial"/>
                <a:ea typeface="Arial"/>
                <a:cs typeface="Arial"/>
              </a:defRPr>
            </a:lvl9pPr>
          </a:lstStyle>
          <a:p xmlns:a="http://schemas.openxmlformats.org/drawingml/2006/main">
            <a:pPr algn="l">
              <a:buNone/>
              <a:defRPr sz="1050" b="0" i="0">
                <a:solidFill>
                  <a:srgbClr val="9AAFC2"/>
                </a:solidFill>
                <a:latin typeface="Arial"/>
                <a:ea typeface="Arial"/>
                <a:cs typeface="Arial"/>
              </a:defRPr>
            </a:pPr>
            <a:r>
              <a:rPr sz="1050" b="0" i="0">
                <a:solidFill>
                  <a:srgbClr val="9AAFC2"/>
                </a:solidFill>
                <a:latin typeface="Arial"/>
                <a:ea typeface="Arial"/>
                <a:cs typeface="Arial"/>
              </a:rPr>
              <a:t>Timing and amount do not trace specific funds.</a:t>
            </a:r>
          </a:p>
        </p:txBody>
      </p:sp>
      <p:sp>
        <p:nvSpPr>
          <p:cNvPr id="20" name="Rectangle 19">
            <a:extLst xmlns:a="http://schemas.openxmlformats.org/drawingml/2006/main">
              <a:ext uri="{FF2B5EF4-FFF2-40B4-BE49-F238E27FC236}">
                <a16:creationId xmlns:a16="http://schemas.microsoft.com/office/drawing/2014/main" id="{3A6CB205-3CFF-418E-A53E-A0C85DD997E4}"/>
              </a:ext>
            </a:extLst>
          </p:cNvPr>
          <p:cNvSpPr>
            <a:spLocks xmlns:a="http://schemas.openxmlformats.org/drawingml/2006/main" noGrp="1"/>
          </p:cNvSpPr>
          <p:nvPr/>
        </p:nvSpPr>
        <p:spPr>
          <a:xfrm xmlns:a="http://schemas.openxmlformats.org/drawingml/2006/main">
            <a:off x="609600" y="41243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38E0C1"/>
                </a:solidFill>
                <a:latin typeface="Arial"/>
                <a:ea typeface="Arial"/>
                <a:cs typeface="Arial"/>
              </a:defRPr>
            </a:defPPr>
            <a:lvl1pPr algn="l">
              <a:buNone/>
              <a:defRPr sz="975" b="1" i="0">
                <a:solidFill>
                  <a:srgbClr val="38E0C1"/>
                </a:solidFill>
                <a:latin typeface="Arial"/>
                <a:ea typeface="Arial"/>
                <a:cs typeface="Arial"/>
              </a:defRPr>
            </a:lvl1pPr>
            <a:lvl2pPr algn="l">
              <a:buNone/>
              <a:defRPr sz="975" b="1" i="0">
                <a:solidFill>
                  <a:srgbClr val="38E0C1"/>
                </a:solidFill>
                <a:latin typeface="Arial"/>
                <a:ea typeface="Arial"/>
                <a:cs typeface="Arial"/>
              </a:defRPr>
            </a:lvl2pPr>
            <a:lvl3pPr algn="l">
              <a:buNone/>
              <a:defRPr sz="975" b="1" i="0">
                <a:solidFill>
                  <a:srgbClr val="38E0C1"/>
                </a:solidFill>
                <a:latin typeface="Arial"/>
                <a:ea typeface="Arial"/>
                <a:cs typeface="Arial"/>
              </a:defRPr>
            </a:lvl3pPr>
            <a:lvl4pPr algn="l">
              <a:buNone/>
              <a:defRPr sz="975" b="1" i="0">
                <a:solidFill>
                  <a:srgbClr val="38E0C1"/>
                </a:solidFill>
                <a:latin typeface="Arial"/>
                <a:ea typeface="Arial"/>
                <a:cs typeface="Arial"/>
              </a:defRPr>
            </a:lvl4pPr>
            <a:lvl5pPr algn="l">
              <a:buNone/>
              <a:defRPr sz="975" b="1" i="0">
                <a:solidFill>
                  <a:srgbClr val="38E0C1"/>
                </a:solidFill>
                <a:latin typeface="Arial"/>
                <a:ea typeface="Arial"/>
                <a:cs typeface="Arial"/>
              </a:defRPr>
            </a:lvl5pPr>
            <a:lvl6pPr algn="l">
              <a:buNone/>
              <a:defRPr sz="975" b="1" i="0">
                <a:solidFill>
                  <a:srgbClr val="38E0C1"/>
                </a:solidFill>
                <a:latin typeface="Arial"/>
                <a:ea typeface="Arial"/>
                <a:cs typeface="Arial"/>
              </a:defRPr>
            </a:lvl6pPr>
            <a:lvl7pPr algn="l">
              <a:buNone/>
              <a:defRPr sz="975" b="1" i="0">
                <a:solidFill>
                  <a:srgbClr val="38E0C1"/>
                </a:solidFill>
                <a:latin typeface="Arial"/>
                <a:ea typeface="Arial"/>
                <a:cs typeface="Arial"/>
              </a:defRPr>
            </a:lvl7pPr>
            <a:lvl8pPr algn="l">
              <a:buNone/>
              <a:defRPr sz="975" b="1" i="0">
                <a:solidFill>
                  <a:srgbClr val="38E0C1"/>
                </a:solidFill>
                <a:latin typeface="Arial"/>
                <a:ea typeface="Arial"/>
                <a:cs typeface="Arial"/>
              </a:defRPr>
            </a:lvl8pPr>
            <a:lvl9pPr algn="l">
              <a:buNone/>
              <a:defRPr sz="975" b="1" i="0">
                <a:solidFill>
                  <a:srgbClr val="38E0C1"/>
                </a:solidFill>
                <a:latin typeface="Arial"/>
                <a:ea typeface="Arial"/>
                <a:cs typeface="Arial"/>
              </a:defRPr>
            </a:lvl9pPr>
          </a:lstStyle>
          <a:p xmlns:a="http://schemas.openxmlformats.org/drawingml/2006/main">
            <a:pPr algn="l">
              <a:buNone/>
              <a:defRPr sz="975" b="1" i="0">
                <a:solidFill>
                  <a:srgbClr val="38E0C1"/>
                </a:solidFill>
                <a:latin typeface="Arial"/>
                <a:ea typeface="Arial"/>
                <a:cs typeface="Arial"/>
              </a:defRPr>
            </a:pPr>
            <a:r>
              <a:rPr sz="975" b="1" i="0">
                <a:solidFill>
                  <a:srgbClr val="38E0C1"/>
                </a:solidFill>
                <a:latin typeface="Arial"/>
                <a:ea typeface="Arial"/>
                <a:cs typeface="Arial"/>
              </a:rPr>
              <a:t>05</a:t>
            </a:r>
          </a:p>
        </p:txBody>
      </p:sp>
      <p:sp>
        <p:nvSpPr>
          <p:cNvPr id="21" name="Rectangle 20">
            <a:extLst xmlns:a="http://schemas.openxmlformats.org/drawingml/2006/main">
              <a:ext uri="{FF2B5EF4-FFF2-40B4-BE49-F238E27FC236}">
                <a16:creationId xmlns:a16="http://schemas.microsoft.com/office/drawing/2014/main" id="{F95561CC-8C63-4EE3-8025-004BD16CA7A0}"/>
              </a:ext>
            </a:extLst>
          </p:cNvPr>
          <p:cNvSpPr>
            <a:spLocks xmlns:a="http://schemas.openxmlformats.org/drawingml/2006/main" noGrp="1"/>
          </p:cNvSpPr>
          <p:nvPr/>
        </p:nvSpPr>
        <p:spPr>
          <a:xfrm xmlns:a="http://schemas.openxmlformats.org/drawingml/2006/main">
            <a:off x="1095375" y="4114800"/>
            <a:ext cx="4191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1" i="0">
                <a:solidFill>
                  <a:srgbClr val="F4F7FB"/>
                </a:solidFill>
                <a:latin typeface="Arial"/>
                <a:ea typeface="Arial"/>
                <a:cs typeface="Arial"/>
              </a:defRPr>
            </a:defPPr>
            <a:lvl1pPr algn="l">
              <a:buNone/>
              <a:defRPr sz="1275" b="1" i="0">
                <a:solidFill>
                  <a:srgbClr val="F4F7FB"/>
                </a:solidFill>
                <a:latin typeface="Arial"/>
                <a:ea typeface="Arial"/>
                <a:cs typeface="Arial"/>
              </a:defRPr>
            </a:lvl1pPr>
            <a:lvl2pPr algn="l">
              <a:buNone/>
              <a:defRPr sz="1275" b="1" i="0">
                <a:solidFill>
                  <a:srgbClr val="F4F7FB"/>
                </a:solidFill>
                <a:latin typeface="Arial"/>
                <a:ea typeface="Arial"/>
                <a:cs typeface="Arial"/>
              </a:defRPr>
            </a:lvl2pPr>
            <a:lvl3pPr algn="l">
              <a:buNone/>
              <a:defRPr sz="1275" b="1" i="0">
                <a:solidFill>
                  <a:srgbClr val="F4F7FB"/>
                </a:solidFill>
                <a:latin typeface="Arial"/>
                <a:ea typeface="Arial"/>
                <a:cs typeface="Arial"/>
              </a:defRPr>
            </a:lvl3pPr>
            <a:lvl4pPr algn="l">
              <a:buNone/>
              <a:defRPr sz="1275" b="1" i="0">
                <a:solidFill>
                  <a:srgbClr val="F4F7FB"/>
                </a:solidFill>
                <a:latin typeface="Arial"/>
                <a:ea typeface="Arial"/>
                <a:cs typeface="Arial"/>
              </a:defRPr>
            </a:lvl4pPr>
            <a:lvl5pPr algn="l">
              <a:buNone/>
              <a:defRPr sz="1275" b="1" i="0">
                <a:solidFill>
                  <a:srgbClr val="F4F7FB"/>
                </a:solidFill>
                <a:latin typeface="Arial"/>
                <a:ea typeface="Arial"/>
                <a:cs typeface="Arial"/>
              </a:defRPr>
            </a:lvl5pPr>
            <a:lvl6pPr algn="l">
              <a:buNone/>
              <a:defRPr sz="1275" b="1" i="0">
                <a:solidFill>
                  <a:srgbClr val="F4F7FB"/>
                </a:solidFill>
                <a:latin typeface="Arial"/>
                <a:ea typeface="Arial"/>
                <a:cs typeface="Arial"/>
              </a:defRPr>
            </a:lvl6pPr>
            <a:lvl7pPr algn="l">
              <a:buNone/>
              <a:defRPr sz="1275" b="1" i="0">
                <a:solidFill>
                  <a:srgbClr val="F4F7FB"/>
                </a:solidFill>
                <a:latin typeface="Arial"/>
                <a:ea typeface="Arial"/>
                <a:cs typeface="Arial"/>
              </a:defRPr>
            </a:lvl7pPr>
            <a:lvl8pPr algn="l">
              <a:buNone/>
              <a:defRPr sz="1275" b="1" i="0">
                <a:solidFill>
                  <a:srgbClr val="F4F7FB"/>
                </a:solidFill>
                <a:latin typeface="Arial"/>
                <a:ea typeface="Arial"/>
                <a:cs typeface="Arial"/>
              </a:defRPr>
            </a:lvl8pPr>
            <a:lvl9pPr algn="l">
              <a:buNone/>
              <a:defRPr sz="1275" b="1" i="0">
                <a:solidFill>
                  <a:srgbClr val="F4F7FB"/>
                </a:solidFill>
                <a:latin typeface="Arial"/>
                <a:ea typeface="Arial"/>
                <a:cs typeface="Arial"/>
              </a:defRPr>
            </a:lvl9pPr>
          </a:lstStyle>
          <a:p xmlns:a="http://schemas.openxmlformats.org/drawingml/2006/main">
            <a:pPr algn="l">
              <a:buNone/>
              <a:defRPr sz="1275" b="1" i="0">
                <a:solidFill>
                  <a:srgbClr val="F4F7FB"/>
                </a:solidFill>
                <a:latin typeface="Arial"/>
                <a:ea typeface="Arial"/>
                <a:cs typeface="Arial"/>
              </a:defRPr>
            </a:pPr>
            <a:r>
              <a:rPr sz="1275" b="1" i="0">
                <a:solidFill>
                  <a:srgbClr val="F4F7FB"/>
                </a:solidFill>
                <a:latin typeface="Arial"/>
                <a:ea typeface="Arial"/>
                <a:cs typeface="Arial"/>
              </a:rPr>
              <a:t>Bounded graph display</a:t>
            </a:r>
          </a:p>
        </p:txBody>
      </p:sp>
      <p:sp>
        <p:nvSpPr>
          <p:cNvPr id="22" name="Rectangle 21">
            <a:extLst xmlns:a="http://schemas.openxmlformats.org/drawingml/2006/main">
              <a:ext uri="{FF2B5EF4-FFF2-40B4-BE49-F238E27FC236}">
                <a16:creationId xmlns:a16="http://schemas.microsoft.com/office/drawing/2014/main" id="{BCE7078C-A963-43FA-A604-B35C21326D5A}"/>
              </a:ext>
            </a:extLst>
          </p:cNvPr>
          <p:cNvSpPr>
            <a:spLocks xmlns:a="http://schemas.openxmlformats.org/drawingml/2006/main" noGrp="1"/>
          </p:cNvSpPr>
          <p:nvPr/>
        </p:nvSpPr>
        <p:spPr>
          <a:xfrm xmlns:a="http://schemas.openxmlformats.org/drawingml/2006/main">
            <a:off x="1095375" y="4352925"/>
            <a:ext cx="4343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0" i="0">
                <a:solidFill>
                  <a:srgbClr val="9AAFC2"/>
                </a:solidFill>
                <a:latin typeface="Arial"/>
                <a:ea typeface="Arial"/>
                <a:cs typeface="Arial"/>
              </a:defRPr>
            </a:defPPr>
            <a:lvl1pPr algn="l">
              <a:buNone/>
              <a:defRPr sz="1050" b="0" i="0">
                <a:solidFill>
                  <a:srgbClr val="9AAFC2"/>
                </a:solidFill>
                <a:latin typeface="Arial"/>
                <a:ea typeface="Arial"/>
                <a:cs typeface="Arial"/>
              </a:defRPr>
            </a:lvl1pPr>
            <a:lvl2pPr algn="l">
              <a:buNone/>
              <a:defRPr sz="1050" b="0" i="0">
                <a:solidFill>
                  <a:srgbClr val="9AAFC2"/>
                </a:solidFill>
                <a:latin typeface="Arial"/>
                <a:ea typeface="Arial"/>
                <a:cs typeface="Arial"/>
              </a:defRPr>
            </a:lvl2pPr>
            <a:lvl3pPr algn="l">
              <a:buNone/>
              <a:defRPr sz="1050" b="0" i="0">
                <a:solidFill>
                  <a:srgbClr val="9AAFC2"/>
                </a:solidFill>
                <a:latin typeface="Arial"/>
                <a:ea typeface="Arial"/>
                <a:cs typeface="Arial"/>
              </a:defRPr>
            </a:lvl3pPr>
            <a:lvl4pPr algn="l">
              <a:buNone/>
              <a:defRPr sz="1050" b="0" i="0">
                <a:solidFill>
                  <a:srgbClr val="9AAFC2"/>
                </a:solidFill>
                <a:latin typeface="Arial"/>
                <a:ea typeface="Arial"/>
                <a:cs typeface="Arial"/>
              </a:defRPr>
            </a:lvl4pPr>
            <a:lvl5pPr algn="l">
              <a:buNone/>
              <a:defRPr sz="1050" b="0" i="0">
                <a:solidFill>
                  <a:srgbClr val="9AAFC2"/>
                </a:solidFill>
                <a:latin typeface="Arial"/>
                <a:ea typeface="Arial"/>
                <a:cs typeface="Arial"/>
              </a:defRPr>
            </a:lvl5pPr>
            <a:lvl6pPr algn="l">
              <a:buNone/>
              <a:defRPr sz="1050" b="0" i="0">
                <a:solidFill>
                  <a:srgbClr val="9AAFC2"/>
                </a:solidFill>
                <a:latin typeface="Arial"/>
                <a:ea typeface="Arial"/>
                <a:cs typeface="Arial"/>
              </a:defRPr>
            </a:lvl6pPr>
            <a:lvl7pPr algn="l">
              <a:buNone/>
              <a:defRPr sz="1050" b="0" i="0">
                <a:solidFill>
                  <a:srgbClr val="9AAFC2"/>
                </a:solidFill>
                <a:latin typeface="Arial"/>
                <a:ea typeface="Arial"/>
                <a:cs typeface="Arial"/>
              </a:defRPr>
            </a:lvl7pPr>
            <a:lvl8pPr algn="l">
              <a:buNone/>
              <a:defRPr sz="1050" b="0" i="0">
                <a:solidFill>
                  <a:srgbClr val="9AAFC2"/>
                </a:solidFill>
                <a:latin typeface="Arial"/>
                <a:ea typeface="Arial"/>
                <a:cs typeface="Arial"/>
              </a:defRPr>
            </a:lvl8pPr>
            <a:lvl9pPr algn="l">
              <a:buNone/>
              <a:defRPr sz="1050" b="0" i="0">
                <a:solidFill>
                  <a:srgbClr val="9AAFC2"/>
                </a:solidFill>
                <a:latin typeface="Arial"/>
                <a:ea typeface="Arial"/>
                <a:cs typeface="Arial"/>
              </a:defRPr>
            </a:lvl9pPr>
          </a:lstStyle>
          <a:p xmlns:a="http://schemas.openxmlformats.org/drawingml/2006/main">
            <a:pPr algn="l">
              <a:buNone/>
              <a:defRPr sz="1050" b="0" i="0">
                <a:solidFill>
                  <a:srgbClr val="9AAFC2"/>
                </a:solidFill>
                <a:latin typeface="Arial"/>
                <a:ea typeface="Arial"/>
                <a:cs typeface="Arial"/>
              </a:defRPr>
            </a:pPr>
            <a:r>
              <a:rPr sz="1050" b="0" i="0">
                <a:solidFill>
                  <a:srgbClr val="9AAFC2"/>
                </a:solidFill>
                <a:latin typeface="Arial"/>
                <a:ea typeface="Arial"/>
                <a:cs typeface="Arial"/>
              </a:rPr>
              <a:t>60 accounts and 100 transfers; analysis uses the full graph.</a:t>
            </a:r>
          </a:p>
        </p:txBody>
      </p:sp>
      <p:sp>
        <p:nvSpPr>
          <p:cNvPr id="23" name="Rectangle 22">
            <a:extLst xmlns:a="http://schemas.openxmlformats.org/drawingml/2006/main">
              <a:ext uri="{FF2B5EF4-FFF2-40B4-BE49-F238E27FC236}">
                <a16:creationId xmlns:a16="http://schemas.microsoft.com/office/drawing/2014/main" id="{DCA88D77-F351-4408-A9E7-926607B220B3}"/>
              </a:ext>
            </a:extLst>
          </p:cNvPr>
          <p:cNvSpPr>
            <a:spLocks xmlns:a="http://schemas.openxmlformats.org/drawingml/2006/main" noGrp="1"/>
          </p:cNvSpPr>
          <p:nvPr/>
        </p:nvSpPr>
        <p:spPr>
          <a:xfrm xmlns:a="http://schemas.openxmlformats.org/drawingml/2006/main">
            <a:off x="609600" y="47148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38E0C1"/>
                </a:solidFill>
                <a:latin typeface="Arial"/>
                <a:ea typeface="Arial"/>
                <a:cs typeface="Arial"/>
              </a:defRPr>
            </a:defPPr>
            <a:lvl1pPr algn="l">
              <a:buNone/>
              <a:defRPr sz="975" b="1" i="0">
                <a:solidFill>
                  <a:srgbClr val="38E0C1"/>
                </a:solidFill>
                <a:latin typeface="Arial"/>
                <a:ea typeface="Arial"/>
                <a:cs typeface="Arial"/>
              </a:defRPr>
            </a:lvl1pPr>
            <a:lvl2pPr algn="l">
              <a:buNone/>
              <a:defRPr sz="975" b="1" i="0">
                <a:solidFill>
                  <a:srgbClr val="38E0C1"/>
                </a:solidFill>
                <a:latin typeface="Arial"/>
                <a:ea typeface="Arial"/>
                <a:cs typeface="Arial"/>
              </a:defRPr>
            </a:lvl2pPr>
            <a:lvl3pPr algn="l">
              <a:buNone/>
              <a:defRPr sz="975" b="1" i="0">
                <a:solidFill>
                  <a:srgbClr val="38E0C1"/>
                </a:solidFill>
                <a:latin typeface="Arial"/>
                <a:ea typeface="Arial"/>
                <a:cs typeface="Arial"/>
              </a:defRPr>
            </a:lvl3pPr>
            <a:lvl4pPr algn="l">
              <a:buNone/>
              <a:defRPr sz="975" b="1" i="0">
                <a:solidFill>
                  <a:srgbClr val="38E0C1"/>
                </a:solidFill>
                <a:latin typeface="Arial"/>
                <a:ea typeface="Arial"/>
                <a:cs typeface="Arial"/>
              </a:defRPr>
            </a:lvl4pPr>
            <a:lvl5pPr algn="l">
              <a:buNone/>
              <a:defRPr sz="975" b="1" i="0">
                <a:solidFill>
                  <a:srgbClr val="38E0C1"/>
                </a:solidFill>
                <a:latin typeface="Arial"/>
                <a:ea typeface="Arial"/>
                <a:cs typeface="Arial"/>
              </a:defRPr>
            </a:lvl5pPr>
            <a:lvl6pPr algn="l">
              <a:buNone/>
              <a:defRPr sz="975" b="1" i="0">
                <a:solidFill>
                  <a:srgbClr val="38E0C1"/>
                </a:solidFill>
                <a:latin typeface="Arial"/>
                <a:ea typeface="Arial"/>
                <a:cs typeface="Arial"/>
              </a:defRPr>
            </a:lvl6pPr>
            <a:lvl7pPr algn="l">
              <a:buNone/>
              <a:defRPr sz="975" b="1" i="0">
                <a:solidFill>
                  <a:srgbClr val="38E0C1"/>
                </a:solidFill>
                <a:latin typeface="Arial"/>
                <a:ea typeface="Arial"/>
                <a:cs typeface="Arial"/>
              </a:defRPr>
            </a:lvl7pPr>
            <a:lvl8pPr algn="l">
              <a:buNone/>
              <a:defRPr sz="975" b="1" i="0">
                <a:solidFill>
                  <a:srgbClr val="38E0C1"/>
                </a:solidFill>
                <a:latin typeface="Arial"/>
                <a:ea typeface="Arial"/>
                <a:cs typeface="Arial"/>
              </a:defRPr>
            </a:lvl8pPr>
            <a:lvl9pPr algn="l">
              <a:buNone/>
              <a:defRPr sz="975" b="1" i="0">
                <a:solidFill>
                  <a:srgbClr val="38E0C1"/>
                </a:solidFill>
                <a:latin typeface="Arial"/>
                <a:ea typeface="Arial"/>
                <a:cs typeface="Arial"/>
              </a:defRPr>
            </a:lvl9pPr>
          </a:lstStyle>
          <a:p xmlns:a="http://schemas.openxmlformats.org/drawingml/2006/main">
            <a:pPr algn="l">
              <a:buNone/>
              <a:defRPr sz="975" b="1" i="0">
                <a:solidFill>
                  <a:srgbClr val="38E0C1"/>
                </a:solidFill>
                <a:latin typeface="Arial"/>
                <a:ea typeface="Arial"/>
                <a:cs typeface="Arial"/>
              </a:defRPr>
            </a:pPr>
            <a:r>
              <a:rPr sz="975" b="1" i="0">
                <a:solidFill>
                  <a:srgbClr val="38E0C1"/>
                </a:solidFill>
                <a:latin typeface="Arial"/>
                <a:ea typeface="Arial"/>
                <a:cs typeface="Arial"/>
              </a:rPr>
              <a:t>06</a:t>
            </a:r>
          </a:p>
        </p:txBody>
      </p:sp>
      <p:sp>
        <p:nvSpPr>
          <p:cNvPr id="24" name="Rectangle 23">
            <a:extLst xmlns:a="http://schemas.openxmlformats.org/drawingml/2006/main">
              <a:ext uri="{FF2B5EF4-FFF2-40B4-BE49-F238E27FC236}">
                <a16:creationId xmlns:a16="http://schemas.microsoft.com/office/drawing/2014/main" id="{E313EACD-A3CF-4B19-9F23-0A3A63132D58}"/>
              </a:ext>
            </a:extLst>
          </p:cNvPr>
          <p:cNvSpPr>
            <a:spLocks xmlns:a="http://schemas.openxmlformats.org/drawingml/2006/main" noGrp="1"/>
          </p:cNvSpPr>
          <p:nvPr/>
        </p:nvSpPr>
        <p:spPr>
          <a:xfrm xmlns:a="http://schemas.openxmlformats.org/drawingml/2006/main">
            <a:off x="1095375" y="4705350"/>
            <a:ext cx="4191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275" b="1" i="0">
                <a:solidFill>
                  <a:srgbClr val="F4F7FB"/>
                </a:solidFill>
                <a:latin typeface="Arial"/>
                <a:ea typeface="Arial"/>
                <a:cs typeface="Arial"/>
              </a:defRPr>
            </a:defPPr>
            <a:lvl1pPr algn="l">
              <a:buNone/>
              <a:defRPr sz="1275" b="1" i="0">
                <a:solidFill>
                  <a:srgbClr val="F4F7FB"/>
                </a:solidFill>
                <a:latin typeface="Arial"/>
                <a:ea typeface="Arial"/>
                <a:cs typeface="Arial"/>
              </a:defRPr>
            </a:lvl1pPr>
            <a:lvl2pPr algn="l">
              <a:buNone/>
              <a:defRPr sz="1275" b="1" i="0">
                <a:solidFill>
                  <a:srgbClr val="F4F7FB"/>
                </a:solidFill>
                <a:latin typeface="Arial"/>
                <a:ea typeface="Arial"/>
                <a:cs typeface="Arial"/>
              </a:defRPr>
            </a:lvl2pPr>
            <a:lvl3pPr algn="l">
              <a:buNone/>
              <a:defRPr sz="1275" b="1" i="0">
                <a:solidFill>
                  <a:srgbClr val="F4F7FB"/>
                </a:solidFill>
                <a:latin typeface="Arial"/>
                <a:ea typeface="Arial"/>
                <a:cs typeface="Arial"/>
              </a:defRPr>
            </a:lvl3pPr>
            <a:lvl4pPr algn="l">
              <a:buNone/>
              <a:defRPr sz="1275" b="1" i="0">
                <a:solidFill>
                  <a:srgbClr val="F4F7FB"/>
                </a:solidFill>
                <a:latin typeface="Arial"/>
                <a:ea typeface="Arial"/>
                <a:cs typeface="Arial"/>
              </a:defRPr>
            </a:lvl4pPr>
            <a:lvl5pPr algn="l">
              <a:buNone/>
              <a:defRPr sz="1275" b="1" i="0">
                <a:solidFill>
                  <a:srgbClr val="F4F7FB"/>
                </a:solidFill>
                <a:latin typeface="Arial"/>
                <a:ea typeface="Arial"/>
                <a:cs typeface="Arial"/>
              </a:defRPr>
            </a:lvl5pPr>
            <a:lvl6pPr algn="l">
              <a:buNone/>
              <a:defRPr sz="1275" b="1" i="0">
                <a:solidFill>
                  <a:srgbClr val="F4F7FB"/>
                </a:solidFill>
                <a:latin typeface="Arial"/>
                <a:ea typeface="Arial"/>
                <a:cs typeface="Arial"/>
              </a:defRPr>
            </a:lvl6pPr>
            <a:lvl7pPr algn="l">
              <a:buNone/>
              <a:defRPr sz="1275" b="1" i="0">
                <a:solidFill>
                  <a:srgbClr val="F4F7FB"/>
                </a:solidFill>
                <a:latin typeface="Arial"/>
                <a:ea typeface="Arial"/>
                <a:cs typeface="Arial"/>
              </a:defRPr>
            </a:lvl7pPr>
            <a:lvl8pPr algn="l">
              <a:buNone/>
              <a:defRPr sz="1275" b="1" i="0">
                <a:solidFill>
                  <a:srgbClr val="F4F7FB"/>
                </a:solidFill>
                <a:latin typeface="Arial"/>
                <a:ea typeface="Arial"/>
                <a:cs typeface="Arial"/>
              </a:defRPr>
            </a:lvl8pPr>
            <a:lvl9pPr algn="l">
              <a:buNone/>
              <a:defRPr sz="1275" b="1" i="0">
                <a:solidFill>
                  <a:srgbClr val="F4F7FB"/>
                </a:solidFill>
                <a:latin typeface="Arial"/>
                <a:ea typeface="Arial"/>
                <a:cs typeface="Arial"/>
              </a:defRPr>
            </a:lvl9pPr>
          </a:lstStyle>
          <a:p xmlns:a="http://schemas.openxmlformats.org/drawingml/2006/main">
            <a:pPr algn="l">
              <a:buNone/>
              <a:defRPr sz="1275" b="1" i="0">
                <a:solidFill>
                  <a:srgbClr val="F4F7FB"/>
                </a:solidFill>
                <a:latin typeface="Arial"/>
                <a:ea typeface="Arial"/>
                <a:cs typeface="Arial"/>
              </a:defRPr>
            </a:pPr>
            <a:r>
              <a:rPr sz="1275" b="1" i="0">
                <a:solidFill>
                  <a:srgbClr val="F4F7FB"/>
                </a:solidFill>
                <a:latin typeface="Arial"/>
                <a:ea typeface="Arial"/>
                <a:cs typeface="Arial"/>
              </a:rPr>
              <a:t>No real-world validation</a:t>
            </a:r>
          </a:p>
        </p:txBody>
      </p:sp>
      <p:sp>
        <p:nvSpPr>
          <p:cNvPr id="25" name="Rectangle 24">
            <a:extLst xmlns:a="http://schemas.openxmlformats.org/drawingml/2006/main">
              <a:ext uri="{FF2B5EF4-FFF2-40B4-BE49-F238E27FC236}">
                <a16:creationId xmlns:a16="http://schemas.microsoft.com/office/drawing/2014/main" id="{5C8219B5-F3D1-4EB6-BFED-E1D647662811}"/>
              </a:ext>
            </a:extLst>
          </p:cNvPr>
          <p:cNvSpPr>
            <a:spLocks xmlns:a="http://schemas.openxmlformats.org/drawingml/2006/main" noGrp="1"/>
          </p:cNvSpPr>
          <p:nvPr/>
        </p:nvSpPr>
        <p:spPr>
          <a:xfrm xmlns:a="http://schemas.openxmlformats.org/drawingml/2006/main">
            <a:off x="1095375" y="4943475"/>
            <a:ext cx="4343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050" b="0" i="0">
                <a:solidFill>
                  <a:srgbClr val="9AAFC2"/>
                </a:solidFill>
                <a:latin typeface="Arial"/>
                <a:ea typeface="Arial"/>
                <a:cs typeface="Arial"/>
              </a:defRPr>
            </a:defPPr>
            <a:lvl1pPr algn="l">
              <a:buNone/>
              <a:defRPr sz="1050" b="0" i="0">
                <a:solidFill>
                  <a:srgbClr val="9AAFC2"/>
                </a:solidFill>
                <a:latin typeface="Arial"/>
                <a:ea typeface="Arial"/>
                <a:cs typeface="Arial"/>
              </a:defRPr>
            </a:lvl1pPr>
            <a:lvl2pPr algn="l">
              <a:buNone/>
              <a:defRPr sz="1050" b="0" i="0">
                <a:solidFill>
                  <a:srgbClr val="9AAFC2"/>
                </a:solidFill>
                <a:latin typeface="Arial"/>
                <a:ea typeface="Arial"/>
                <a:cs typeface="Arial"/>
              </a:defRPr>
            </a:lvl2pPr>
            <a:lvl3pPr algn="l">
              <a:buNone/>
              <a:defRPr sz="1050" b="0" i="0">
                <a:solidFill>
                  <a:srgbClr val="9AAFC2"/>
                </a:solidFill>
                <a:latin typeface="Arial"/>
                <a:ea typeface="Arial"/>
                <a:cs typeface="Arial"/>
              </a:defRPr>
            </a:lvl3pPr>
            <a:lvl4pPr algn="l">
              <a:buNone/>
              <a:defRPr sz="1050" b="0" i="0">
                <a:solidFill>
                  <a:srgbClr val="9AAFC2"/>
                </a:solidFill>
                <a:latin typeface="Arial"/>
                <a:ea typeface="Arial"/>
                <a:cs typeface="Arial"/>
              </a:defRPr>
            </a:lvl4pPr>
            <a:lvl5pPr algn="l">
              <a:buNone/>
              <a:defRPr sz="1050" b="0" i="0">
                <a:solidFill>
                  <a:srgbClr val="9AAFC2"/>
                </a:solidFill>
                <a:latin typeface="Arial"/>
                <a:ea typeface="Arial"/>
                <a:cs typeface="Arial"/>
              </a:defRPr>
            </a:lvl5pPr>
            <a:lvl6pPr algn="l">
              <a:buNone/>
              <a:defRPr sz="1050" b="0" i="0">
                <a:solidFill>
                  <a:srgbClr val="9AAFC2"/>
                </a:solidFill>
                <a:latin typeface="Arial"/>
                <a:ea typeface="Arial"/>
                <a:cs typeface="Arial"/>
              </a:defRPr>
            </a:lvl6pPr>
            <a:lvl7pPr algn="l">
              <a:buNone/>
              <a:defRPr sz="1050" b="0" i="0">
                <a:solidFill>
                  <a:srgbClr val="9AAFC2"/>
                </a:solidFill>
                <a:latin typeface="Arial"/>
                <a:ea typeface="Arial"/>
                <a:cs typeface="Arial"/>
              </a:defRPr>
            </a:lvl7pPr>
            <a:lvl8pPr algn="l">
              <a:buNone/>
              <a:defRPr sz="1050" b="0" i="0">
                <a:solidFill>
                  <a:srgbClr val="9AAFC2"/>
                </a:solidFill>
                <a:latin typeface="Arial"/>
                <a:ea typeface="Arial"/>
                <a:cs typeface="Arial"/>
              </a:defRPr>
            </a:lvl8pPr>
            <a:lvl9pPr algn="l">
              <a:buNone/>
              <a:defRPr sz="1050" b="0" i="0">
                <a:solidFill>
                  <a:srgbClr val="9AAFC2"/>
                </a:solidFill>
                <a:latin typeface="Arial"/>
                <a:ea typeface="Arial"/>
                <a:cs typeface="Arial"/>
              </a:defRPr>
            </a:lvl9pPr>
          </a:lstStyle>
          <a:p xmlns:a="http://schemas.openxmlformats.org/drawingml/2006/main">
            <a:pPr algn="l">
              <a:buNone/>
              <a:defRPr sz="1050" b="0" i="0">
                <a:solidFill>
                  <a:srgbClr val="9AAFC2"/>
                </a:solidFill>
                <a:latin typeface="Arial"/>
                <a:ea typeface="Arial"/>
                <a:cs typeface="Arial"/>
              </a:defRPr>
            </a:pPr>
            <a:r>
              <a:rPr sz="1050" b="0" i="0">
                <a:solidFill>
                  <a:srgbClr val="9AAFC2"/>
                </a:solidFill>
                <a:latin typeface="Arial"/>
                <a:ea typeface="Arial"/>
                <a:cs typeface="Arial"/>
              </a:rPr>
              <a:t>Toy transaction labels do not identify mule accounts.</a:t>
            </a:r>
          </a:p>
        </p:txBody>
      </p:sp>
      <p:sp>
        <p:nvSpPr>
          <p:cNvPr id="26" name="Straight Connector 25">
            <a:extLst xmlns:a="http://schemas.openxmlformats.org/drawingml/2006/main">
              <a:ext uri="{FF2B5EF4-FFF2-40B4-BE49-F238E27FC236}">
                <a16:creationId xmlns:a16="http://schemas.microsoft.com/office/drawing/2014/main" id="{5D0D4BCB-2519-497A-BD92-DCA869363462}"/>
              </a:ext>
            </a:extLst>
          </p:cNvPr>
          <p:cNvSpPr>
            <a:spLocks xmlns:a="http://schemas.openxmlformats.org/drawingml/2006/main" noGrp="1"/>
          </p:cNvSpPr>
          <p:nvPr/>
        </p:nvSpPr>
        <p:spPr>
          <a:xfrm xmlns:a="http://schemas.openxmlformats.org/drawingml/2006/main">
            <a:off x="5857875" y="1371600"/>
            <a:ext cx="0" cy="462915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27" name="Oval 26">
            <a:extLst xmlns:a="http://schemas.openxmlformats.org/drawingml/2006/main">
              <a:ext uri="{FF2B5EF4-FFF2-40B4-BE49-F238E27FC236}">
                <a16:creationId xmlns:a16="http://schemas.microsoft.com/office/drawing/2014/main" id="{A0FBAD09-D508-414F-8640-9A42848AC3C6}"/>
              </a:ext>
            </a:extLst>
          </p:cNvPr>
          <p:cNvSpPr>
            <a:spLocks xmlns:a="http://schemas.openxmlformats.org/drawingml/2006/main" noGrp="1"/>
          </p:cNvSpPr>
          <p:nvPr/>
        </p:nvSpPr>
        <p:spPr>
          <a:xfrm xmlns:a="http://schemas.openxmlformats.org/drawingml/2006/main">
            <a:off x="6286500" y="1790700"/>
            <a:ext cx="371475" cy="371475"/>
          </a:xfrm>
          <a:prstGeom xmlns:a="http://schemas.openxmlformats.org/drawingml/2006/main" prst="ellipse">
            <a:avLst/>
          </a:prstGeom>
          <a:solidFill xmlns:a="http://schemas.openxmlformats.org/drawingml/2006/main">
            <a:srgbClr val="17283A"/>
          </a:solidFill>
          <a:ln xmlns:a="http://schemas.openxmlformats.org/drawingml/2006/main" w="13335">
            <a:solidFill>
              <a:srgbClr val="38E0C1"/>
            </a:solidFill>
            <a:prstDash val="solid"/>
          </a:ln>
        </p:spPr>
      </p:sp>
      <p:sp>
        <p:nvSpPr>
          <p:cNvPr id="28" name="Rectangle 27">
            <a:extLst xmlns:a="http://schemas.openxmlformats.org/drawingml/2006/main">
              <a:ext uri="{FF2B5EF4-FFF2-40B4-BE49-F238E27FC236}">
                <a16:creationId xmlns:a16="http://schemas.microsoft.com/office/drawing/2014/main" id="{A5BC0FF8-355A-4466-81FF-359113EFB597}"/>
              </a:ext>
            </a:extLst>
          </p:cNvPr>
          <p:cNvSpPr>
            <a:spLocks xmlns:a="http://schemas.openxmlformats.org/drawingml/2006/main" noGrp="1"/>
          </p:cNvSpPr>
          <p:nvPr/>
        </p:nvSpPr>
        <p:spPr>
          <a:xfrm xmlns:a="http://schemas.openxmlformats.org/drawingml/2006/main">
            <a:off x="6286500" y="1852613"/>
            <a:ext cx="3714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975" b="1" i="0">
                <a:solidFill>
                  <a:srgbClr val="38E0C1"/>
                </a:solidFill>
                <a:latin typeface="Arial"/>
                <a:ea typeface="Arial"/>
                <a:cs typeface="Arial"/>
              </a:defRPr>
            </a:defPPr>
            <a:lvl1pPr algn="ctr">
              <a:buNone/>
              <a:defRPr sz="975" b="1" i="0">
                <a:solidFill>
                  <a:srgbClr val="38E0C1"/>
                </a:solidFill>
                <a:latin typeface="Arial"/>
                <a:ea typeface="Arial"/>
                <a:cs typeface="Arial"/>
              </a:defRPr>
            </a:lvl1pPr>
            <a:lvl2pPr algn="ctr">
              <a:buNone/>
              <a:defRPr sz="975" b="1" i="0">
                <a:solidFill>
                  <a:srgbClr val="38E0C1"/>
                </a:solidFill>
                <a:latin typeface="Arial"/>
                <a:ea typeface="Arial"/>
                <a:cs typeface="Arial"/>
              </a:defRPr>
            </a:lvl2pPr>
            <a:lvl3pPr algn="ctr">
              <a:buNone/>
              <a:defRPr sz="975" b="1" i="0">
                <a:solidFill>
                  <a:srgbClr val="38E0C1"/>
                </a:solidFill>
                <a:latin typeface="Arial"/>
                <a:ea typeface="Arial"/>
                <a:cs typeface="Arial"/>
              </a:defRPr>
            </a:lvl3pPr>
            <a:lvl4pPr algn="ctr">
              <a:buNone/>
              <a:defRPr sz="975" b="1" i="0">
                <a:solidFill>
                  <a:srgbClr val="38E0C1"/>
                </a:solidFill>
                <a:latin typeface="Arial"/>
                <a:ea typeface="Arial"/>
                <a:cs typeface="Arial"/>
              </a:defRPr>
            </a:lvl4pPr>
            <a:lvl5pPr algn="ctr">
              <a:buNone/>
              <a:defRPr sz="975" b="1" i="0">
                <a:solidFill>
                  <a:srgbClr val="38E0C1"/>
                </a:solidFill>
                <a:latin typeface="Arial"/>
                <a:ea typeface="Arial"/>
                <a:cs typeface="Arial"/>
              </a:defRPr>
            </a:lvl5pPr>
            <a:lvl6pPr algn="ctr">
              <a:buNone/>
              <a:defRPr sz="975" b="1" i="0">
                <a:solidFill>
                  <a:srgbClr val="38E0C1"/>
                </a:solidFill>
                <a:latin typeface="Arial"/>
                <a:ea typeface="Arial"/>
                <a:cs typeface="Arial"/>
              </a:defRPr>
            </a:lvl6pPr>
            <a:lvl7pPr algn="ctr">
              <a:buNone/>
              <a:defRPr sz="975" b="1" i="0">
                <a:solidFill>
                  <a:srgbClr val="38E0C1"/>
                </a:solidFill>
                <a:latin typeface="Arial"/>
                <a:ea typeface="Arial"/>
                <a:cs typeface="Arial"/>
              </a:defRPr>
            </a:lvl7pPr>
            <a:lvl8pPr algn="ctr">
              <a:buNone/>
              <a:defRPr sz="975" b="1" i="0">
                <a:solidFill>
                  <a:srgbClr val="38E0C1"/>
                </a:solidFill>
                <a:latin typeface="Arial"/>
                <a:ea typeface="Arial"/>
                <a:cs typeface="Arial"/>
              </a:defRPr>
            </a:lvl8pPr>
            <a:lvl9pPr algn="ctr">
              <a:buNone/>
              <a:defRPr sz="975" b="1" i="0">
                <a:solidFill>
                  <a:srgbClr val="38E0C1"/>
                </a:solidFill>
                <a:latin typeface="Arial"/>
                <a:ea typeface="Arial"/>
                <a:cs typeface="Arial"/>
              </a:defRPr>
            </a:lvl9pPr>
          </a:lstStyle>
          <a:p xmlns:a="http://schemas.openxmlformats.org/drawingml/2006/main">
            <a:pPr algn="ctr">
              <a:buNone/>
              <a:defRPr sz="975" b="1" i="0">
                <a:solidFill>
                  <a:srgbClr val="38E0C1"/>
                </a:solidFill>
                <a:latin typeface="Arial"/>
                <a:ea typeface="Arial"/>
                <a:cs typeface="Arial"/>
              </a:defRPr>
            </a:pPr>
            <a:r>
              <a:rPr sz="975" b="1" i="0">
                <a:solidFill>
                  <a:srgbClr val="38E0C1"/>
                </a:solidFill>
                <a:latin typeface="Arial"/>
                <a:ea typeface="Arial"/>
                <a:cs typeface="Arial"/>
              </a:rPr>
              <a:t>01</a:t>
            </a:r>
          </a:p>
        </p:txBody>
      </p:sp>
      <p:sp>
        <p:nvSpPr>
          <p:cNvPr id="29" name="Rectangle 28">
            <a:extLst xmlns:a="http://schemas.openxmlformats.org/drawingml/2006/main">
              <a:ext uri="{FF2B5EF4-FFF2-40B4-BE49-F238E27FC236}">
                <a16:creationId xmlns:a16="http://schemas.microsoft.com/office/drawing/2014/main" id="{2DB5F695-35D4-4B54-888A-DF565DF11AB3}"/>
              </a:ext>
            </a:extLst>
          </p:cNvPr>
          <p:cNvSpPr>
            <a:spLocks xmlns:a="http://schemas.openxmlformats.org/drawingml/2006/main" noGrp="1"/>
          </p:cNvSpPr>
          <p:nvPr/>
        </p:nvSpPr>
        <p:spPr>
          <a:xfrm xmlns:a="http://schemas.openxmlformats.org/drawingml/2006/main">
            <a:off x="6858000" y="1771650"/>
            <a:ext cx="4191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350" b="1" i="0">
                <a:solidFill>
                  <a:srgbClr val="F4F7FB"/>
                </a:solidFill>
                <a:latin typeface="Arial"/>
                <a:ea typeface="Arial"/>
                <a:cs typeface="Arial"/>
              </a:defRPr>
            </a:defPPr>
            <a:lvl1pPr algn="l">
              <a:buNone/>
              <a:defRPr sz="1350" b="1" i="0">
                <a:solidFill>
                  <a:srgbClr val="F4F7FB"/>
                </a:solidFill>
                <a:latin typeface="Arial"/>
                <a:ea typeface="Arial"/>
                <a:cs typeface="Arial"/>
              </a:defRPr>
            </a:lvl1pPr>
            <a:lvl2pPr algn="l">
              <a:buNone/>
              <a:defRPr sz="1350" b="1" i="0">
                <a:solidFill>
                  <a:srgbClr val="F4F7FB"/>
                </a:solidFill>
                <a:latin typeface="Arial"/>
                <a:ea typeface="Arial"/>
                <a:cs typeface="Arial"/>
              </a:defRPr>
            </a:lvl2pPr>
            <a:lvl3pPr algn="l">
              <a:buNone/>
              <a:defRPr sz="1350" b="1" i="0">
                <a:solidFill>
                  <a:srgbClr val="F4F7FB"/>
                </a:solidFill>
                <a:latin typeface="Arial"/>
                <a:ea typeface="Arial"/>
                <a:cs typeface="Arial"/>
              </a:defRPr>
            </a:lvl3pPr>
            <a:lvl4pPr algn="l">
              <a:buNone/>
              <a:defRPr sz="1350" b="1" i="0">
                <a:solidFill>
                  <a:srgbClr val="F4F7FB"/>
                </a:solidFill>
                <a:latin typeface="Arial"/>
                <a:ea typeface="Arial"/>
                <a:cs typeface="Arial"/>
              </a:defRPr>
            </a:lvl4pPr>
            <a:lvl5pPr algn="l">
              <a:buNone/>
              <a:defRPr sz="1350" b="1" i="0">
                <a:solidFill>
                  <a:srgbClr val="F4F7FB"/>
                </a:solidFill>
                <a:latin typeface="Arial"/>
                <a:ea typeface="Arial"/>
                <a:cs typeface="Arial"/>
              </a:defRPr>
            </a:lvl5pPr>
            <a:lvl6pPr algn="l">
              <a:buNone/>
              <a:defRPr sz="1350" b="1" i="0">
                <a:solidFill>
                  <a:srgbClr val="F4F7FB"/>
                </a:solidFill>
                <a:latin typeface="Arial"/>
                <a:ea typeface="Arial"/>
                <a:cs typeface="Arial"/>
              </a:defRPr>
            </a:lvl6pPr>
            <a:lvl7pPr algn="l">
              <a:buNone/>
              <a:defRPr sz="1350" b="1" i="0">
                <a:solidFill>
                  <a:srgbClr val="F4F7FB"/>
                </a:solidFill>
                <a:latin typeface="Arial"/>
                <a:ea typeface="Arial"/>
                <a:cs typeface="Arial"/>
              </a:defRPr>
            </a:lvl7pPr>
            <a:lvl8pPr algn="l">
              <a:buNone/>
              <a:defRPr sz="1350" b="1" i="0">
                <a:solidFill>
                  <a:srgbClr val="F4F7FB"/>
                </a:solidFill>
                <a:latin typeface="Arial"/>
                <a:ea typeface="Arial"/>
                <a:cs typeface="Arial"/>
              </a:defRPr>
            </a:lvl8pPr>
            <a:lvl9pPr algn="l">
              <a:buNone/>
              <a:defRPr sz="1350" b="1" i="0">
                <a:solidFill>
                  <a:srgbClr val="F4F7FB"/>
                </a:solidFill>
                <a:latin typeface="Arial"/>
                <a:ea typeface="Arial"/>
                <a:cs typeface="Arial"/>
              </a:defRPr>
            </a:lvl9pPr>
          </a:lstStyle>
          <a:p xmlns:a="http://schemas.openxmlformats.org/drawingml/2006/main">
            <a:pPr algn="l">
              <a:buNone/>
              <a:defRPr sz="1350" b="1" i="0">
                <a:solidFill>
                  <a:srgbClr val="F4F7FB"/>
                </a:solidFill>
                <a:latin typeface="Arial"/>
                <a:ea typeface="Arial"/>
                <a:cs typeface="Arial"/>
              </a:defRPr>
            </a:pPr>
            <a:r>
              <a:rPr sz="1350" b="1" i="0">
                <a:solidFill>
                  <a:srgbClr val="F4F7FB"/>
                </a:solidFill>
                <a:latin typeface="Arial"/>
                <a:ea typeface="Arial"/>
                <a:cs typeface="Arial"/>
              </a:rPr>
              <a:t>Vet data and licensing</a:t>
            </a:r>
          </a:p>
        </p:txBody>
      </p:sp>
      <p:sp>
        <p:nvSpPr>
          <p:cNvPr id="30" name="Rectangle 29">
            <a:extLst xmlns:a="http://schemas.openxmlformats.org/drawingml/2006/main">
              <a:ext uri="{FF2B5EF4-FFF2-40B4-BE49-F238E27FC236}">
                <a16:creationId xmlns:a16="http://schemas.microsoft.com/office/drawing/2014/main" id="{0CCE5AB5-CAF9-4567-9935-4D99A48A48E2}"/>
              </a:ext>
            </a:extLst>
          </p:cNvPr>
          <p:cNvSpPr>
            <a:spLocks xmlns:a="http://schemas.openxmlformats.org/drawingml/2006/main" noGrp="1"/>
          </p:cNvSpPr>
          <p:nvPr/>
        </p:nvSpPr>
        <p:spPr>
          <a:xfrm xmlns:a="http://schemas.openxmlformats.org/drawingml/2006/main">
            <a:off x="6858000" y="2066925"/>
            <a:ext cx="428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0" i="0">
                <a:solidFill>
                  <a:srgbClr val="9AAFC2"/>
                </a:solidFill>
                <a:latin typeface="Arial"/>
                <a:ea typeface="Arial"/>
                <a:cs typeface="Arial"/>
              </a:defRPr>
            </a:defPPr>
            <a:lvl1pPr algn="l">
              <a:buNone/>
              <a:defRPr sz="1125" b="0" i="0">
                <a:solidFill>
                  <a:srgbClr val="9AAFC2"/>
                </a:solidFill>
                <a:latin typeface="Arial"/>
                <a:ea typeface="Arial"/>
                <a:cs typeface="Arial"/>
              </a:defRPr>
            </a:lvl1pPr>
            <a:lvl2pPr algn="l">
              <a:buNone/>
              <a:defRPr sz="1125" b="0" i="0">
                <a:solidFill>
                  <a:srgbClr val="9AAFC2"/>
                </a:solidFill>
                <a:latin typeface="Arial"/>
                <a:ea typeface="Arial"/>
                <a:cs typeface="Arial"/>
              </a:defRPr>
            </a:lvl2pPr>
            <a:lvl3pPr algn="l">
              <a:buNone/>
              <a:defRPr sz="1125" b="0" i="0">
                <a:solidFill>
                  <a:srgbClr val="9AAFC2"/>
                </a:solidFill>
                <a:latin typeface="Arial"/>
                <a:ea typeface="Arial"/>
                <a:cs typeface="Arial"/>
              </a:defRPr>
            </a:lvl3pPr>
            <a:lvl4pPr algn="l">
              <a:buNone/>
              <a:defRPr sz="1125" b="0" i="0">
                <a:solidFill>
                  <a:srgbClr val="9AAFC2"/>
                </a:solidFill>
                <a:latin typeface="Arial"/>
                <a:ea typeface="Arial"/>
                <a:cs typeface="Arial"/>
              </a:defRPr>
            </a:lvl4pPr>
            <a:lvl5pPr algn="l">
              <a:buNone/>
              <a:defRPr sz="1125" b="0" i="0">
                <a:solidFill>
                  <a:srgbClr val="9AAFC2"/>
                </a:solidFill>
                <a:latin typeface="Arial"/>
                <a:ea typeface="Arial"/>
                <a:cs typeface="Arial"/>
              </a:defRPr>
            </a:lvl5pPr>
            <a:lvl6pPr algn="l">
              <a:buNone/>
              <a:defRPr sz="1125" b="0" i="0">
                <a:solidFill>
                  <a:srgbClr val="9AAFC2"/>
                </a:solidFill>
                <a:latin typeface="Arial"/>
                <a:ea typeface="Arial"/>
                <a:cs typeface="Arial"/>
              </a:defRPr>
            </a:lvl6pPr>
            <a:lvl7pPr algn="l">
              <a:buNone/>
              <a:defRPr sz="1125" b="0" i="0">
                <a:solidFill>
                  <a:srgbClr val="9AAFC2"/>
                </a:solidFill>
                <a:latin typeface="Arial"/>
                <a:ea typeface="Arial"/>
                <a:cs typeface="Arial"/>
              </a:defRPr>
            </a:lvl7pPr>
            <a:lvl8pPr algn="l">
              <a:buNone/>
              <a:defRPr sz="1125" b="0" i="0">
                <a:solidFill>
                  <a:srgbClr val="9AAFC2"/>
                </a:solidFill>
                <a:latin typeface="Arial"/>
                <a:ea typeface="Arial"/>
                <a:cs typeface="Arial"/>
              </a:defRPr>
            </a:lvl8pPr>
            <a:lvl9pPr algn="l">
              <a:buNone/>
              <a:defRPr sz="1125" b="0" i="0">
                <a:solidFill>
                  <a:srgbClr val="9AAFC2"/>
                </a:solidFill>
                <a:latin typeface="Arial"/>
                <a:ea typeface="Arial"/>
                <a:cs typeface="Arial"/>
              </a:defRPr>
            </a:lvl9pPr>
          </a:lstStyle>
          <a:p xmlns:a="http://schemas.openxmlformats.org/drawingml/2006/main">
            <a:pPr algn="l">
              <a:buNone/>
              <a:defRPr sz="1125" b="0" i="0">
                <a:solidFill>
                  <a:srgbClr val="9AAFC2"/>
                </a:solidFill>
                <a:latin typeface="Arial"/>
                <a:ea typeface="Arial"/>
                <a:cs typeface="Arial"/>
              </a:defRPr>
            </a:pPr>
            <a:r>
              <a:rPr sz="1125" b="0" i="0">
                <a:solidFill>
                  <a:srgbClr val="9AAFC2"/>
                </a:solidFill>
                <a:latin typeface="Arial"/>
                <a:ea typeface="Arial"/>
                <a:cs typeface="Arial"/>
              </a:rPr>
              <a:t>Confirm governance, provenance and privacy.</a:t>
            </a:r>
          </a:p>
        </p:txBody>
      </p:sp>
      <p:sp>
        <p:nvSpPr>
          <p:cNvPr id="31" name="Straight Connector 30">
            <a:extLst xmlns:a="http://schemas.openxmlformats.org/drawingml/2006/main">
              <a:ext uri="{FF2B5EF4-FFF2-40B4-BE49-F238E27FC236}">
                <a16:creationId xmlns:a16="http://schemas.microsoft.com/office/drawing/2014/main" id="{49784096-1838-4F61-9C28-1CC5E5F11E96}"/>
              </a:ext>
            </a:extLst>
          </p:cNvPr>
          <p:cNvSpPr>
            <a:spLocks xmlns:a="http://schemas.openxmlformats.org/drawingml/2006/main" noGrp="1"/>
          </p:cNvSpPr>
          <p:nvPr/>
        </p:nvSpPr>
        <p:spPr>
          <a:xfrm xmlns:a="http://schemas.openxmlformats.org/drawingml/2006/main">
            <a:off x="6467475" y="2228850"/>
            <a:ext cx="9525"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32" name="Oval 31">
            <a:extLst xmlns:a="http://schemas.openxmlformats.org/drawingml/2006/main">
              <a:ext uri="{FF2B5EF4-FFF2-40B4-BE49-F238E27FC236}">
                <a16:creationId xmlns:a16="http://schemas.microsoft.com/office/drawing/2014/main" id="{6F3C3388-EE42-4C3A-88AD-CAD5230A9672}"/>
              </a:ext>
            </a:extLst>
          </p:cNvPr>
          <p:cNvSpPr>
            <a:spLocks xmlns:a="http://schemas.openxmlformats.org/drawingml/2006/main" noGrp="1"/>
          </p:cNvSpPr>
          <p:nvPr/>
        </p:nvSpPr>
        <p:spPr>
          <a:xfrm xmlns:a="http://schemas.openxmlformats.org/drawingml/2006/main">
            <a:off x="6286500" y="2771775"/>
            <a:ext cx="371475" cy="371475"/>
          </a:xfrm>
          <a:prstGeom xmlns:a="http://schemas.openxmlformats.org/drawingml/2006/main" prst="ellipse">
            <a:avLst/>
          </a:prstGeom>
          <a:solidFill xmlns:a="http://schemas.openxmlformats.org/drawingml/2006/main">
            <a:srgbClr val="17283A"/>
          </a:solidFill>
          <a:ln xmlns:a="http://schemas.openxmlformats.org/drawingml/2006/main" w="13335">
            <a:solidFill>
              <a:srgbClr val="38E0C1"/>
            </a:solidFill>
            <a:prstDash val="solid"/>
          </a:ln>
        </p:spPr>
      </p:sp>
      <p:sp>
        <p:nvSpPr>
          <p:cNvPr id="33" name="Rectangle 32">
            <a:extLst xmlns:a="http://schemas.openxmlformats.org/drawingml/2006/main">
              <a:ext uri="{FF2B5EF4-FFF2-40B4-BE49-F238E27FC236}">
                <a16:creationId xmlns:a16="http://schemas.microsoft.com/office/drawing/2014/main" id="{5F6D28BD-6F83-4786-9EF5-DFDF353F35FF}"/>
              </a:ext>
            </a:extLst>
          </p:cNvPr>
          <p:cNvSpPr>
            <a:spLocks xmlns:a="http://schemas.openxmlformats.org/drawingml/2006/main" noGrp="1"/>
          </p:cNvSpPr>
          <p:nvPr/>
        </p:nvSpPr>
        <p:spPr>
          <a:xfrm xmlns:a="http://schemas.openxmlformats.org/drawingml/2006/main">
            <a:off x="6286500" y="2833688"/>
            <a:ext cx="3714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975" b="1" i="0">
                <a:solidFill>
                  <a:srgbClr val="38E0C1"/>
                </a:solidFill>
                <a:latin typeface="Arial"/>
                <a:ea typeface="Arial"/>
                <a:cs typeface="Arial"/>
              </a:defRPr>
            </a:defPPr>
            <a:lvl1pPr algn="ctr">
              <a:buNone/>
              <a:defRPr sz="975" b="1" i="0">
                <a:solidFill>
                  <a:srgbClr val="38E0C1"/>
                </a:solidFill>
                <a:latin typeface="Arial"/>
                <a:ea typeface="Arial"/>
                <a:cs typeface="Arial"/>
              </a:defRPr>
            </a:lvl1pPr>
            <a:lvl2pPr algn="ctr">
              <a:buNone/>
              <a:defRPr sz="975" b="1" i="0">
                <a:solidFill>
                  <a:srgbClr val="38E0C1"/>
                </a:solidFill>
                <a:latin typeface="Arial"/>
                <a:ea typeface="Arial"/>
                <a:cs typeface="Arial"/>
              </a:defRPr>
            </a:lvl2pPr>
            <a:lvl3pPr algn="ctr">
              <a:buNone/>
              <a:defRPr sz="975" b="1" i="0">
                <a:solidFill>
                  <a:srgbClr val="38E0C1"/>
                </a:solidFill>
                <a:latin typeface="Arial"/>
                <a:ea typeface="Arial"/>
                <a:cs typeface="Arial"/>
              </a:defRPr>
            </a:lvl3pPr>
            <a:lvl4pPr algn="ctr">
              <a:buNone/>
              <a:defRPr sz="975" b="1" i="0">
                <a:solidFill>
                  <a:srgbClr val="38E0C1"/>
                </a:solidFill>
                <a:latin typeface="Arial"/>
                <a:ea typeface="Arial"/>
                <a:cs typeface="Arial"/>
              </a:defRPr>
            </a:lvl4pPr>
            <a:lvl5pPr algn="ctr">
              <a:buNone/>
              <a:defRPr sz="975" b="1" i="0">
                <a:solidFill>
                  <a:srgbClr val="38E0C1"/>
                </a:solidFill>
                <a:latin typeface="Arial"/>
                <a:ea typeface="Arial"/>
                <a:cs typeface="Arial"/>
              </a:defRPr>
            </a:lvl5pPr>
            <a:lvl6pPr algn="ctr">
              <a:buNone/>
              <a:defRPr sz="975" b="1" i="0">
                <a:solidFill>
                  <a:srgbClr val="38E0C1"/>
                </a:solidFill>
                <a:latin typeface="Arial"/>
                <a:ea typeface="Arial"/>
                <a:cs typeface="Arial"/>
              </a:defRPr>
            </a:lvl6pPr>
            <a:lvl7pPr algn="ctr">
              <a:buNone/>
              <a:defRPr sz="975" b="1" i="0">
                <a:solidFill>
                  <a:srgbClr val="38E0C1"/>
                </a:solidFill>
                <a:latin typeface="Arial"/>
                <a:ea typeface="Arial"/>
                <a:cs typeface="Arial"/>
              </a:defRPr>
            </a:lvl7pPr>
            <a:lvl8pPr algn="ctr">
              <a:buNone/>
              <a:defRPr sz="975" b="1" i="0">
                <a:solidFill>
                  <a:srgbClr val="38E0C1"/>
                </a:solidFill>
                <a:latin typeface="Arial"/>
                <a:ea typeface="Arial"/>
                <a:cs typeface="Arial"/>
              </a:defRPr>
            </a:lvl8pPr>
            <a:lvl9pPr algn="ctr">
              <a:buNone/>
              <a:defRPr sz="975" b="1" i="0">
                <a:solidFill>
                  <a:srgbClr val="38E0C1"/>
                </a:solidFill>
                <a:latin typeface="Arial"/>
                <a:ea typeface="Arial"/>
                <a:cs typeface="Arial"/>
              </a:defRPr>
            </a:lvl9pPr>
          </a:lstStyle>
          <a:p xmlns:a="http://schemas.openxmlformats.org/drawingml/2006/main">
            <a:pPr algn="ctr">
              <a:buNone/>
              <a:defRPr sz="975" b="1" i="0">
                <a:solidFill>
                  <a:srgbClr val="38E0C1"/>
                </a:solidFill>
                <a:latin typeface="Arial"/>
                <a:ea typeface="Arial"/>
                <a:cs typeface="Arial"/>
              </a:defRPr>
            </a:pPr>
            <a:r>
              <a:rPr sz="975" b="1" i="0">
                <a:solidFill>
                  <a:srgbClr val="38E0C1"/>
                </a:solidFill>
                <a:latin typeface="Arial"/>
                <a:ea typeface="Arial"/>
                <a:cs typeface="Arial"/>
              </a:rPr>
              <a:t>02</a:t>
            </a:r>
          </a:p>
        </p:txBody>
      </p:sp>
      <p:sp>
        <p:nvSpPr>
          <p:cNvPr id="34" name="Rectangle 33">
            <a:extLst xmlns:a="http://schemas.openxmlformats.org/drawingml/2006/main">
              <a:ext uri="{FF2B5EF4-FFF2-40B4-BE49-F238E27FC236}">
                <a16:creationId xmlns:a16="http://schemas.microsoft.com/office/drawing/2014/main" id="{D12868D3-0B45-4B10-8518-2EFF58BFAA7A}"/>
              </a:ext>
            </a:extLst>
          </p:cNvPr>
          <p:cNvSpPr>
            <a:spLocks xmlns:a="http://schemas.openxmlformats.org/drawingml/2006/main" noGrp="1"/>
          </p:cNvSpPr>
          <p:nvPr/>
        </p:nvSpPr>
        <p:spPr>
          <a:xfrm xmlns:a="http://schemas.openxmlformats.org/drawingml/2006/main">
            <a:off x="6858000" y="2752725"/>
            <a:ext cx="4191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350" b="1" i="0">
                <a:solidFill>
                  <a:srgbClr val="F4F7FB"/>
                </a:solidFill>
                <a:latin typeface="Arial"/>
                <a:ea typeface="Arial"/>
                <a:cs typeface="Arial"/>
              </a:defRPr>
            </a:defPPr>
            <a:lvl1pPr algn="l">
              <a:buNone/>
              <a:defRPr sz="1350" b="1" i="0">
                <a:solidFill>
                  <a:srgbClr val="F4F7FB"/>
                </a:solidFill>
                <a:latin typeface="Arial"/>
                <a:ea typeface="Arial"/>
                <a:cs typeface="Arial"/>
              </a:defRPr>
            </a:lvl1pPr>
            <a:lvl2pPr algn="l">
              <a:buNone/>
              <a:defRPr sz="1350" b="1" i="0">
                <a:solidFill>
                  <a:srgbClr val="F4F7FB"/>
                </a:solidFill>
                <a:latin typeface="Arial"/>
                <a:ea typeface="Arial"/>
                <a:cs typeface="Arial"/>
              </a:defRPr>
            </a:lvl2pPr>
            <a:lvl3pPr algn="l">
              <a:buNone/>
              <a:defRPr sz="1350" b="1" i="0">
                <a:solidFill>
                  <a:srgbClr val="F4F7FB"/>
                </a:solidFill>
                <a:latin typeface="Arial"/>
                <a:ea typeface="Arial"/>
                <a:cs typeface="Arial"/>
              </a:defRPr>
            </a:lvl3pPr>
            <a:lvl4pPr algn="l">
              <a:buNone/>
              <a:defRPr sz="1350" b="1" i="0">
                <a:solidFill>
                  <a:srgbClr val="F4F7FB"/>
                </a:solidFill>
                <a:latin typeface="Arial"/>
                <a:ea typeface="Arial"/>
                <a:cs typeface="Arial"/>
              </a:defRPr>
            </a:lvl4pPr>
            <a:lvl5pPr algn="l">
              <a:buNone/>
              <a:defRPr sz="1350" b="1" i="0">
                <a:solidFill>
                  <a:srgbClr val="F4F7FB"/>
                </a:solidFill>
                <a:latin typeface="Arial"/>
                <a:ea typeface="Arial"/>
                <a:cs typeface="Arial"/>
              </a:defRPr>
            </a:lvl5pPr>
            <a:lvl6pPr algn="l">
              <a:buNone/>
              <a:defRPr sz="1350" b="1" i="0">
                <a:solidFill>
                  <a:srgbClr val="F4F7FB"/>
                </a:solidFill>
                <a:latin typeface="Arial"/>
                <a:ea typeface="Arial"/>
                <a:cs typeface="Arial"/>
              </a:defRPr>
            </a:lvl6pPr>
            <a:lvl7pPr algn="l">
              <a:buNone/>
              <a:defRPr sz="1350" b="1" i="0">
                <a:solidFill>
                  <a:srgbClr val="F4F7FB"/>
                </a:solidFill>
                <a:latin typeface="Arial"/>
                <a:ea typeface="Arial"/>
                <a:cs typeface="Arial"/>
              </a:defRPr>
            </a:lvl7pPr>
            <a:lvl8pPr algn="l">
              <a:buNone/>
              <a:defRPr sz="1350" b="1" i="0">
                <a:solidFill>
                  <a:srgbClr val="F4F7FB"/>
                </a:solidFill>
                <a:latin typeface="Arial"/>
                <a:ea typeface="Arial"/>
                <a:cs typeface="Arial"/>
              </a:defRPr>
            </a:lvl8pPr>
            <a:lvl9pPr algn="l">
              <a:buNone/>
              <a:defRPr sz="1350" b="1" i="0">
                <a:solidFill>
                  <a:srgbClr val="F4F7FB"/>
                </a:solidFill>
                <a:latin typeface="Arial"/>
                <a:ea typeface="Arial"/>
                <a:cs typeface="Arial"/>
              </a:defRPr>
            </a:lvl9pPr>
          </a:lstStyle>
          <a:p xmlns:a="http://schemas.openxmlformats.org/drawingml/2006/main">
            <a:pPr algn="l">
              <a:buNone/>
              <a:defRPr sz="1350" b="1" i="0">
                <a:solidFill>
                  <a:srgbClr val="F4F7FB"/>
                </a:solidFill>
                <a:latin typeface="Arial"/>
                <a:ea typeface="Arial"/>
                <a:cs typeface="Arial"/>
              </a:defRPr>
            </a:pPr>
            <a:r>
              <a:rPr sz="1350" b="1" i="0">
                <a:solidFill>
                  <a:srgbClr val="F4F7FB"/>
                </a:solidFill>
                <a:latin typeface="Arial"/>
                <a:ea typeface="Arial"/>
                <a:cs typeface="Arial"/>
              </a:rPr>
              <a:t>Review thresholds</a:t>
            </a:r>
          </a:p>
        </p:txBody>
      </p:sp>
      <p:sp>
        <p:nvSpPr>
          <p:cNvPr id="35" name="Rectangle 34">
            <a:extLst xmlns:a="http://schemas.openxmlformats.org/drawingml/2006/main">
              <a:ext uri="{FF2B5EF4-FFF2-40B4-BE49-F238E27FC236}">
                <a16:creationId xmlns:a16="http://schemas.microsoft.com/office/drawing/2014/main" id="{67E11FBC-86E6-4AB1-82CA-A4D5E5A55BA3}"/>
              </a:ext>
            </a:extLst>
          </p:cNvPr>
          <p:cNvSpPr>
            <a:spLocks xmlns:a="http://schemas.openxmlformats.org/drawingml/2006/main" noGrp="1"/>
          </p:cNvSpPr>
          <p:nvPr/>
        </p:nvSpPr>
        <p:spPr>
          <a:xfrm xmlns:a="http://schemas.openxmlformats.org/drawingml/2006/main">
            <a:off x="6858000" y="3048000"/>
            <a:ext cx="428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0" i="0">
                <a:solidFill>
                  <a:srgbClr val="9AAFC2"/>
                </a:solidFill>
                <a:latin typeface="Arial"/>
                <a:ea typeface="Arial"/>
                <a:cs typeface="Arial"/>
              </a:defRPr>
            </a:defPPr>
            <a:lvl1pPr algn="l">
              <a:buNone/>
              <a:defRPr sz="1125" b="0" i="0">
                <a:solidFill>
                  <a:srgbClr val="9AAFC2"/>
                </a:solidFill>
                <a:latin typeface="Arial"/>
                <a:ea typeface="Arial"/>
                <a:cs typeface="Arial"/>
              </a:defRPr>
            </a:lvl1pPr>
            <a:lvl2pPr algn="l">
              <a:buNone/>
              <a:defRPr sz="1125" b="0" i="0">
                <a:solidFill>
                  <a:srgbClr val="9AAFC2"/>
                </a:solidFill>
                <a:latin typeface="Arial"/>
                <a:ea typeface="Arial"/>
                <a:cs typeface="Arial"/>
              </a:defRPr>
            </a:lvl2pPr>
            <a:lvl3pPr algn="l">
              <a:buNone/>
              <a:defRPr sz="1125" b="0" i="0">
                <a:solidFill>
                  <a:srgbClr val="9AAFC2"/>
                </a:solidFill>
                <a:latin typeface="Arial"/>
                <a:ea typeface="Arial"/>
                <a:cs typeface="Arial"/>
              </a:defRPr>
            </a:lvl3pPr>
            <a:lvl4pPr algn="l">
              <a:buNone/>
              <a:defRPr sz="1125" b="0" i="0">
                <a:solidFill>
                  <a:srgbClr val="9AAFC2"/>
                </a:solidFill>
                <a:latin typeface="Arial"/>
                <a:ea typeface="Arial"/>
                <a:cs typeface="Arial"/>
              </a:defRPr>
            </a:lvl4pPr>
            <a:lvl5pPr algn="l">
              <a:buNone/>
              <a:defRPr sz="1125" b="0" i="0">
                <a:solidFill>
                  <a:srgbClr val="9AAFC2"/>
                </a:solidFill>
                <a:latin typeface="Arial"/>
                <a:ea typeface="Arial"/>
                <a:cs typeface="Arial"/>
              </a:defRPr>
            </a:lvl5pPr>
            <a:lvl6pPr algn="l">
              <a:buNone/>
              <a:defRPr sz="1125" b="0" i="0">
                <a:solidFill>
                  <a:srgbClr val="9AAFC2"/>
                </a:solidFill>
                <a:latin typeface="Arial"/>
                <a:ea typeface="Arial"/>
                <a:cs typeface="Arial"/>
              </a:defRPr>
            </a:lvl6pPr>
            <a:lvl7pPr algn="l">
              <a:buNone/>
              <a:defRPr sz="1125" b="0" i="0">
                <a:solidFill>
                  <a:srgbClr val="9AAFC2"/>
                </a:solidFill>
                <a:latin typeface="Arial"/>
                <a:ea typeface="Arial"/>
                <a:cs typeface="Arial"/>
              </a:defRPr>
            </a:lvl7pPr>
            <a:lvl8pPr algn="l">
              <a:buNone/>
              <a:defRPr sz="1125" b="0" i="0">
                <a:solidFill>
                  <a:srgbClr val="9AAFC2"/>
                </a:solidFill>
                <a:latin typeface="Arial"/>
                <a:ea typeface="Arial"/>
                <a:cs typeface="Arial"/>
              </a:defRPr>
            </a:lvl8pPr>
            <a:lvl9pPr algn="l">
              <a:buNone/>
              <a:defRPr sz="1125" b="0" i="0">
                <a:solidFill>
                  <a:srgbClr val="9AAFC2"/>
                </a:solidFill>
                <a:latin typeface="Arial"/>
                <a:ea typeface="Arial"/>
                <a:cs typeface="Arial"/>
              </a:defRPr>
            </a:lvl9pPr>
          </a:lstStyle>
          <a:p xmlns:a="http://schemas.openxmlformats.org/drawingml/2006/main">
            <a:pPr algn="l">
              <a:buNone/>
              <a:defRPr sz="1125" b="0" i="0">
                <a:solidFill>
                  <a:srgbClr val="9AAFC2"/>
                </a:solidFill>
                <a:latin typeface="Arial"/>
                <a:ea typeface="Arial"/>
                <a:cs typeface="Arial"/>
              </a:defRPr>
            </a:pPr>
            <a:r>
              <a:rPr sz="1125" b="0" i="0">
                <a:solidFill>
                  <a:srgbClr val="9AAFC2"/>
                </a:solidFill>
                <a:latin typeface="Arial"/>
                <a:ea typeface="Arial"/>
                <a:cs typeface="Arial"/>
              </a:rPr>
              <a:t>Work with qualified investigators on rule assumptions.</a:t>
            </a:r>
          </a:p>
        </p:txBody>
      </p:sp>
      <p:sp>
        <p:nvSpPr>
          <p:cNvPr id="36" name="Straight Connector 35">
            <a:extLst xmlns:a="http://schemas.openxmlformats.org/drawingml/2006/main">
              <a:ext uri="{FF2B5EF4-FFF2-40B4-BE49-F238E27FC236}">
                <a16:creationId xmlns:a16="http://schemas.microsoft.com/office/drawing/2014/main" id="{1CCA647C-8F4D-4242-98CB-737E06C8D52B}"/>
              </a:ext>
            </a:extLst>
          </p:cNvPr>
          <p:cNvSpPr>
            <a:spLocks xmlns:a="http://schemas.openxmlformats.org/drawingml/2006/main" noGrp="1"/>
          </p:cNvSpPr>
          <p:nvPr/>
        </p:nvSpPr>
        <p:spPr>
          <a:xfrm xmlns:a="http://schemas.openxmlformats.org/drawingml/2006/main">
            <a:off x="6467475" y="3209925"/>
            <a:ext cx="9525"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37" name="Oval 36">
            <a:extLst xmlns:a="http://schemas.openxmlformats.org/drawingml/2006/main">
              <a:ext uri="{FF2B5EF4-FFF2-40B4-BE49-F238E27FC236}">
                <a16:creationId xmlns:a16="http://schemas.microsoft.com/office/drawing/2014/main" id="{6A95BCC0-16E9-4614-BC6A-AFB5B8E8C710}"/>
              </a:ext>
            </a:extLst>
          </p:cNvPr>
          <p:cNvSpPr>
            <a:spLocks xmlns:a="http://schemas.openxmlformats.org/drawingml/2006/main" noGrp="1"/>
          </p:cNvSpPr>
          <p:nvPr/>
        </p:nvSpPr>
        <p:spPr>
          <a:xfrm xmlns:a="http://schemas.openxmlformats.org/drawingml/2006/main">
            <a:off x="6286500" y="3752850"/>
            <a:ext cx="371475" cy="371475"/>
          </a:xfrm>
          <a:prstGeom xmlns:a="http://schemas.openxmlformats.org/drawingml/2006/main" prst="ellipse">
            <a:avLst/>
          </a:prstGeom>
          <a:solidFill xmlns:a="http://schemas.openxmlformats.org/drawingml/2006/main">
            <a:srgbClr val="17283A"/>
          </a:solidFill>
          <a:ln xmlns:a="http://schemas.openxmlformats.org/drawingml/2006/main" w="13335">
            <a:solidFill>
              <a:srgbClr val="38E0C1"/>
            </a:solidFill>
            <a:prstDash val="solid"/>
          </a:ln>
        </p:spPr>
      </p:sp>
      <p:sp>
        <p:nvSpPr>
          <p:cNvPr id="38" name="Rectangle 37">
            <a:extLst xmlns:a="http://schemas.openxmlformats.org/drawingml/2006/main">
              <a:ext uri="{FF2B5EF4-FFF2-40B4-BE49-F238E27FC236}">
                <a16:creationId xmlns:a16="http://schemas.microsoft.com/office/drawing/2014/main" id="{FE9E5ADC-B61D-430F-9F54-AD52CBCE5BC4}"/>
              </a:ext>
            </a:extLst>
          </p:cNvPr>
          <p:cNvSpPr>
            <a:spLocks xmlns:a="http://schemas.openxmlformats.org/drawingml/2006/main" noGrp="1"/>
          </p:cNvSpPr>
          <p:nvPr/>
        </p:nvSpPr>
        <p:spPr>
          <a:xfrm xmlns:a="http://schemas.openxmlformats.org/drawingml/2006/main">
            <a:off x="6286500" y="3814763"/>
            <a:ext cx="3714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975" b="1" i="0">
                <a:solidFill>
                  <a:srgbClr val="38E0C1"/>
                </a:solidFill>
                <a:latin typeface="Arial"/>
                <a:ea typeface="Arial"/>
                <a:cs typeface="Arial"/>
              </a:defRPr>
            </a:defPPr>
            <a:lvl1pPr algn="ctr">
              <a:buNone/>
              <a:defRPr sz="975" b="1" i="0">
                <a:solidFill>
                  <a:srgbClr val="38E0C1"/>
                </a:solidFill>
                <a:latin typeface="Arial"/>
                <a:ea typeface="Arial"/>
                <a:cs typeface="Arial"/>
              </a:defRPr>
            </a:lvl1pPr>
            <a:lvl2pPr algn="ctr">
              <a:buNone/>
              <a:defRPr sz="975" b="1" i="0">
                <a:solidFill>
                  <a:srgbClr val="38E0C1"/>
                </a:solidFill>
                <a:latin typeface="Arial"/>
                <a:ea typeface="Arial"/>
                <a:cs typeface="Arial"/>
              </a:defRPr>
            </a:lvl2pPr>
            <a:lvl3pPr algn="ctr">
              <a:buNone/>
              <a:defRPr sz="975" b="1" i="0">
                <a:solidFill>
                  <a:srgbClr val="38E0C1"/>
                </a:solidFill>
                <a:latin typeface="Arial"/>
                <a:ea typeface="Arial"/>
                <a:cs typeface="Arial"/>
              </a:defRPr>
            </a:lvl3pPr>
            <a:lvl4pPr algn="ctr">
              <a:buNone/>
              <a:defRPr sz="975" b="1" i="0">
                <a:solidFill>
                  <a:srgbClr val="38E0C1"/>
                </a:solidFill>
                <a:latin typeface="Arial"/>
                <a:ea typeface="Arial"/>
                <a:cs typeface="Arial"/>
              </a:defRPr>
            </a:lvl4pPr>
            <a:lvl5pPr algn="ctr">
              <a:buNone/>
              <a:defRPr sz="975" b="1" i="0">
                <a:solidFill>
                  <a:srgbClr val="38E0C1"/>
                </a:solidFill>
                <a:latin typeface="Arial"/>
                <a:ea typeface="Arial"/>
                <a:cs typeface="Arial"/>
              </a:defRPr>
            </a:lvl5pPr>
            <a:lvl6pPr algn="ctr">
              <a:buNone/>
              <a:defRPr sz="975" b="1" i="0">
                <a:solidFill>
                  <a:srgbClr val="38E0C1"/>
                </a:solidFill>
                <a:latin typeface="Arial"/>
                <a:ea typeface="Arial"/>
                <a:cs typeface="Arial"/>
              </a:defRPr>
            </a:lvl6pPr>
            <a:lvl7pPr algn="ctr">
              <a:buNone/>
              <a:defRPr sz="975" b="1" i="0">
                <a:solidFill>
                  <a:srgbClr val="38E0C1"/>
                </a:solidFill>
                <a:latin typeface="Arial"/>
                <a:ea typeface="Arial"/>
                <a:cs typeface="Arial"/>
              </a:defRPr>
            </a:lvl7pPr>
            <a:lvl8pPr algn="ctr">
              <a:buNone/>
              <a:defRPr sz="975" b="1" i="0">
                <a:solidFill>
                  <a:srgbClr val="38E0C1"/>
                </a:solidFill>
                <a:latin typeface="Arial"/>
                <a:ea typeface="Arial"/>
                <a:cs typeface="Arial"/>
              </a:defRPr>
            </a:lvl8pPr>
            <a:lvl9pPr algn="ctr">
              <a:buNone/>
              <a:defRPr sz="975" b="1" i="0">
                <a:solidFill>
                  <a:srgbClr val="38E0C1"/>
                </a:solidFill>
                <a:latin typeface="Arial"/>
                <a:ea typeface="Arial"/>
                <a:cs typeface="Arial"/>
              </a:defRPr>
            </a:lvl9pPr>
          </a:lstStyle>
          <a:p xmlns:a="http://schemas.openxmlformats.org/drawingml/2006/main">
            <a:pPr algn="ctr">
              <a:buNone/>
              <a:defRPr sz="975" b="1" i="0">
                <a:solidFill>
                  <a:srgbClr val="38E0C1"/>
                </a:solidFill>
                <a:latin typeface="Arial"/>
                <a:ea typeface="Arial"/>
                <a:cs typeface="Arial"/>
              </a:defRPr>
            </a:pPr>
            <a:r>
              <a:rPr sz="975" b="1" i="0">
                <a:solidFill>
                  <a:srgbClr val="38E0C1"/>
                </a:solidFill>
                <a:latin typeface="Arial"/>
                <a:ea typeface="Arial"/>
                <a:cs typeface="Arial"/>
              </a:rPr>
              <a:t>03</a:t>
            </a:r>
          </a:p>
        </p:txBody>
      </p:sp>
      <p:sp>
        <p:nvSpPr>
          <p:cNvPr id="39" name="Rectangle 38">
            <a:extLst xmlns:a="http://schemas.openxmlformats.org/drawingml/2006/main">
              <a:ext uri="{FF2B5EF4-FFF2-40B4-BE49-F238E27FC236}">
                <a16:creationId xmlns:a16="http://schemas.microsoft.com/office/drawing/2014/main" id="{82B2FB6C-4F49-43C4-AC80-BD5F19E801FD}"/>
              </a:ext>
            </a:extLst>
          </p:cNvPr>
          <p:cNvSpPr>
            <a:spLocks xmlns:a="http://schemas.openxmlformats.org/drawingml/2006/main" noGrp="1"/>
          </p:cNvSpPr>
          <p:nvPr/>
        </p:nvSpPr>
        <p:spPr>
          <a:xfrm xmlns:a="http://schemas.openxmlformats.org/drawingml/2006/main">
            <a:off x="6858000" y="3733800"/>
            <a:ext cx="4191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350" b="1" i="0">
                <a:solidFill>
                  <a:srgbClr val="F4F7FB"/>
                </a:solidFill>
                <a:latin typeface="Arial"/>
                <a:ea typeface="Arial"/>
                <a:cs typeface="Arial"/>
              </a:defRPr>
            </a:defPPr>
            <a:lvl1pPr algn="l">
              <a:buNone/>
              <a:defRPr sz="1350" b="1" i="0">
                <a:solidFill>
                  <a:srgbClr val="F4F7FB"/>
                </a:solidFill>
                <a:latin typeface="Arial"/>
                <a:ea typeface="Arial"/>
                <a:cs typeface="Arial"/>
              </a:defRPr>
            </a:lvl1pPr>
            <a:lvl2pPr algn="l">
              <a:buNone/>
              <a:defRPr sz="1350" b="1" i="0">
                <a:solidFill>
                  <a:srgbClr val="F4F7FB"/>
                </a:solidFill>
                <a:latin typeface="Arial"/>
                <a:ea typeface="Arial"/>
                <a:cs typeface="Arial"/>
              </a:defRPr>
            </a:lvl2pPr>
            <a:lvl3pPr algn="l">
              <a:buNone/>
              <a:defRPr sz="1350" b="1" i="0">
                <a:solidFill>
                  <a:srgbClr val="F4F7FB"/>
                </a:solidFill>
                <a:latin typeface="Arial"/>
                <a:ea typeface="Arial"/>
                <a:cs typeface="Arial"/>
              </a:defRPr>
            </a:lvl3pPr>
            <a:lvl4pPr algn="l">
              <a:buNone/>
              <a:defRPr sz="1350" b="1" i="0">
                <a:solidFill>
                  <a:srgbClr val="F4F7FB"/>
                </a:solidFill>
                <a:latin typeface="Arial"/>
                <a:ea typeface="Arial"/>
                <a:cs typeface="Arial"/>
              </a:defRPr>
            </a:lvl4pPr>
            <a:lvl5pPr algn="l">
              <a:buNone/>
              <a:defRPr sz="1350" b="1" i="0">
                <a:solidFill>
                  <a:srgbClr val="F4F7FB"/>
                </a:solidFill>
                <a:latin typeface="Arial"/>
                <a:ea typeface="Arial"/>
                <a:cs typeface="Arial"/>
              </a:defRPr>
            </a:lvl5pPr>
            <a:lvl6pPr algn="l">
              <a:buNone/>
              <a:defRPr sz="1350" b="1" i="0">
                <a:solidFill>
                  <a:srgbClr val="F4F7FB"/>
                </a:solidFill>
                <a:latin typeface="Arial"/>
                <a:ea typeface="Arial"/>
                <a:cs typeface="Arial"/>
              </a:defRPr>
            </a:lvl6pPr>
            <a:lvl7pPr algn="l">
              <a:buNone/>
              <a:defRPr sz="1350" b="1" i="0">
                <a:solidFill>
                  <a:srgbClr val="F4F7FB"/>
                </a:solidFill>
                <a:latin typeface="Arial"/>
                <a:ea typeface="Arial"/>
                <a:cs typeface="Arial"/>
              </a:defRPr>
            </a:lvl7pPr>
            <a:lvl8pPr algn="l">
              <a:buNone/>
              <a:defRPr sz="1350" b="1" i="0">
                <a:solidFill>
                  <a:srgbClr val="F4F7FB"/>
                </a:solidFill>
                <a:latin typeface="Arial"/>
                <a:ea typeface="Arial"/>
                <a:cs typeface="Arial"/>
              </a:defRPr>
            </a:lvl8pPr>
            <a:lvl9pPr algn="l">
              <a:buNone/>
              <a:defRPr sz="1350" b="1" i="0">
                <a:solidFill>
                  <a:srgbClr val="F4F7FB"/>
                </a:solidFill>
                <a:latin typeface="Arial"/>
                <a:ea typeface="Arial"/>
                <a:cs typeface="Arial"/>
              </a:defRPr>
            </a:lvl9pPr>
          </a:lstStyle>
          <a:p xmlns:a="http://schemas.openxmlformats.org/drawingml/2006/main">
            <a:pPr algn="l">
              <a:buNone/>
              <a:defRPr sz="1350" b="1" i="0">
                <a:solidFill>
                  <a:srgbClr val="F4F7FB"/>
                </a:solidFill>
                <a:latin typeface="Arial"/>
                <a:ea typeface="Arial"/>
                <a:cs typeface="Arial"/>
              </a:defRPr>
            </a:pPr>
            <a:r>
              <a:rPr sz="1350" b="1" i="0">
                <a:solidFill>
                  <a:srgbClr val="F4F7FB"/>
                </a:solidFill>
                <a:latin typeface="Arial"/>
                <a:ea typeface="Arial"/>
                <a:cs typeface="Arial"/>
              </a:rPr>
              <a:t>Evaluate the right unit</a:t>
            </a:r>
          </a:p>
        </p:txBody>
      </p:sp>
      <p:sp>
        <p:nvSpPr>
          <p:cNvPr id="40" name="Rectangle 39">
            <a:extLst xmlns:a="http://schemas.openxmlformats.org/drawingml/2006/main">
              <a:ext uri="{FF2B5EF4-FFF2-40B4-BE49-F238E27FC236}">
                <a16:creationId xmlns:a16="http://schemas.microsoft.com/office/drawing/2014/main" id="{3FD714B4-1095-4389-86D8-15A94A3F8309}"/>
              </a:ext>
            </a:extLst>
          </p:cNvPr>
          <p:cNvSpPr>
            <a:spLocks xmlns:a="http://schemas.openxmlformats.org/drawingml/2006/main" noGrp="1"/>
          </p:cNvSpPr>
          <p:nvPr/>
        </p:nvSpPr>
        <p:spPr>
          <a:xfrm xmlns:a="http://schemas.openxmlformats.org/drawingml/2006/main">
            <a:off x="6858000" y="4029075"/>
            <a:ext cx="428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0" i="0">
                <a:solidFill>
                  <a:srgbClr val="9AAFC2"/>
                </a:solidFill>
                <a:latin typeface="Arial"/>
                <a:ea typeface="Arial"/>
                <a:cs typeface="Arial"/>
              </a:defRPr>
            </a:defPPr>
            <a:lvl1pPr algn="l">
              <a:buNone/>
              <a:defRPr sz="1125" b="0" i="0">
                <a:solidFill>
                  <a:srgbClr val="9AAFC2"/>
                </a:solidFill>
                <a:latin typeface="Arial"/>
                <a:ea typeface="Arial"/>
                <a:cs typeface="Arial"/>
              </a:defRPr>
            </a:lvl1pPr>
            <a:lvl2pPr algn="l">
              <a:buNone/>
              <a:defRPr sz="1125" b="0" i="0">
                <a:solidFill>
                  <a:srgbClr val="9AAFC2"/>
                </a:solidFill>
                <a:latin typeface="Arial"/>
                <a:ea typeface="Arial"/>
                <a:cs typeface="Arial"/>
              </a:defRPr>
            </a:lvl2pPr>
            <a:lvl3pPr algn="l">
              <a:buNone/>
              <a:defRPr sz="1125" b="0" i="0">
                <a:solidFill>
                  <a:srgbClr val="9AAFC2"/>
                </a:solidFill>
                <a:latin typeface="Arial"/>
                <a:ea typeface="Arial"/>
                <a:cs typeface="Arial"/>
              </a:defRPr>
            </a:lvl3pPr>
            <a:lvl4pPr algn="l">
              <a:buNone/>
              <a:defRPr sz="1125" b="0" i="0">
                <a:solidFill>
                  <a:srgbClr val="9AAFC2"/>
                </a:solidFill>
                <a:latin typeface="Arial"/>
                <a:ea typeface="Arial"/>
                <a:cs typeface="Arial"/>
              </a:defRPr>
            </a:lvl4pPr>
            <a:lvl5pPr algn="l">
              <a:buNone/>
              <a:defRPr sz="1125" b="0" i="0">
                <a:solidFill>
                  <a:srgbClr val="9AAFC2"/>
                </a:solidFill>
                <a:latin typeface="Arial"/>
                <a:ea typeface="Arial"/>
                <a:cs typeface="Arial"/>
              </a:defRPr>
            </a:lvl5pPr>
            <a:lvl6pPr algn="l">
              <a:buNone/>
              <a:defRPr sz="1125" b="0" i="0">
                <a:solidFill>
                  <a:srgbClr val="9AAFC2"/>
                </a:solidFill>
                <a:latin typeface="Arial"/>
                <a:ea typeface="Arial"/>
                <a:cs typeface="Arial"/>
              </a:defRPr>
            </a:lvl6pPr>
            <a:lvl7pPr algn="l">
              <a:buNone/>
              <a:defRPr sz="1125" b="0" i="0">
                <a:solidFill>
                  <a:srgbClr val="9AAFC2"/>
                </a:solidFill>
                <a:latin typeface="Arial"/>
                <a:ea typeface="Arial"/>
                <a:cs typeface="Arial"/>
              </a:defRPr>
            </a:lvl7pPr>
            <a:lvl8pPr algn="l">
              <a:buNone/>
              <a:defRPr sz="1125" b="0" i="0">
                <a:solidFill>
                  <a:srgbClr val="9AAFC2"/>
                </a:solidFill>
                <a:latin typeface="Arial"/>
                <a:ea typeface="Arial"/>
                <a:cs typeface="Arial"/>
              </a:defRPr>
            </a:lvl8pPr>
            <a:lvl9pPr algn="l">
              <a:buNone/>
              <a:defRPr sz="1125" b="0" i="0">
                <a:solidFill>
                  <a:srgbClr val="9AAFC2"/>
                </a:solidFill>
                <a:latin typeface="Arial"/>
                <a:ea typeface="Arial"/>
                <a:cs typeface="Arial"/>
              </a:defRPr>
            </a:lvl9pPr>
          </a:lstStyle>
          <a:p xmlns:a="http://schemas.openxmlformats.org/drawingml/2006/main">
            <a:pPr algn="l">
              <a:buNone/>
              <a:defRPr sz="1125" b="0" i="0">
                <a:solidFill>
                  <a:srgbClr val="9AAFC2"/>
                </a:solidFill>
                <a:latin typeface="Arial"/>
                <a:ea typeface="Arial"/>
                <a:cs typeface="Arial"/>
              </a:defRPr>
            </a:pPr>
            <a:r>
              <a:rPr sz="1125" b="0" i="0">
                <a:solidFill>
                  <a:srgbClr val="9AAFC2"/>
                </a:solidFill>
                <a:latin typeface="Arial"/>
                <a:ea typeface="Arial"/>
                <a:cs typeface="Arial"/>
              </a:rPr>
              <a:t>Use suitable transaction or account labels, without leakage.</a:t>
            </a:r>
          </a:p>
        </p:txBody>
      </p:sp>
      <p:sp>
        <p:nvSpPr>
          <p:cNvPr id="41" name="Straight Connector 40">
            <a:extLst xmlns:a="http://schemas.openxmlformats.org/drawingml/2006/main">
              <a:ext uri="{FF2B5EF4-FFF2-40B4-BE49-F238E27FC236}">
                <a16:creationId xmlns:a16="http://schemas.microsoft.com/office/drawing/2014/main" id="{B536FAB7-14C6-4C7E-A018-771E4F0F4F7B}"/>
              </a:ext>
            </a:extLst>
          </p:cNvPr>
          <p:cNvSpPr>
            <a:spLocks xmlns:a="http://schemas.openxmlformats.org/drawingml/2006/main" noGrp="1"/>
          </p:cNvSpPr>
          <p:nvPr/>
        </p:nvSpPr>
        <p:spPr>
          <a:xfrm xmlns:a="http://schemas.openxmlformats.org/drawingml/2006/main">
            <a:off x="6467475" y="4191000"/>
            <a:ext cx="9525"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42" name="Oval 41">
            <a:extLst xmlns:a="http://schemas.openxmlformats.org/drawingml/2006/main">
              <a:ext uri="{FF2B5EF4-FFF2-40B4-BE49-F238E27FC236}">
                <a16:creationId xmlns:a16="http://schemas.microsoft.com/office/drawing/2014/main" id="{BDDC9ACF-11AD-4667-976F-B82DCD06540E}"/>
              </a:ext>
            </a:extLst>
          </p:cNvPr>
          <p:cNvSpPr>
            <a:spLocks xmlns:a="http://schemas.openxmlformats.org/drawingml/2006/main" noGrp="1"/>
          </p:cNvSpPr>
          <p:nvPr/>
        </p:nvSpPr>
        <p:spPr>
          <a:xfrm xmlns:a="http://schemas.openxmlformats.org/drawingml/2006/main">
            <a:off x="6286500" y="4733925"/>
            <a:ext cx="371475" cy="371475"/>
          </a:xfrm>
          <a:prstGeom xmlns:a="http://schemas.openxmlformats.org/drawingml/2006/main" prst="ellipse">
            <a:avLst/>
          </a:prstGeom>
          <a:solidFill xmlns:a="http://schemas.openxmlformats.org/drawingml/2006/main">
            <a:srgbClr val="17283A"/>
          </a:solidFill>
          <a:ln xmlns:a="http://schemas.openxmlformats.org/drawingml/2006/main" w="13335">
            <a:solidFill>
              <a:srgbClr val="38E0C1"/>
            </a:solidFill>
            <a:prstDash val="solid"/>
          </a:ln>
        </p:spPr>
      </p:sp>
      <p:sp>
        <p:nvSpPr>
          <p:cNvPr id="43" name="Rectangle 42">
            <a:extLst xmlns:a="http://schemas.openxmlformats.org/drawingml/2006/main">
              <a:ext uri="{FF2B5EF4-FFF2-40B4-BE49-F238E27FC236}">
                <a16:creationId xmlns:a16="http://schemas.microsoft.com/office/drawing/2014/main" id="{22764097-B44C-462F-BE2C-F8F949272D4E}"/>
              </a:ext>
            </a:extLst>
          </p:cNvPr>
          <p:cNvSpPr>
            <a:spLocks xmlns:a="http://schemas.openxmlformats.org/drawingml/2006/main" noGrp="1"/>
          </p:cNvSpPr>
          <p:nvPr/>
        </p:nvSpPr>
        <p:spPr>
          <a:xfrm xmlns:a="http://schemas.openxmlformats.org/drawingml/2006/main">
            <a:off x="6286500" y="4795838"/>
            <a:ext cx="3714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975" b="1" i="0">
                <a:solidFill>
                  <a:srgbClr val="38E0C1"/>
                </a:solidFill>
                <a:latin typeface="Arial"/>
                <a:ea typeface="Arial"/>
                <a:cs typeface="Arial"/>
              </a:defRPr>
            </a:defPPr>
            <a:lvl1pPr algn="ctr">
              <a:buNone/>
              <a:defRPr sz="975" b="1" i="0">
                <a:solidFill>
                  <a:srgbClr val="38E0C1"/>
                </a:solidFill>
                <a:latin typeface="Arial"/>
                <a:ea typeface="Arial"/>
                <a:cs typeface="Arial"/>
              </a:defRPr>
            </a:lvl1pPr>
            <a:lvl2pPr algn="ctr">
              <a:buNone/>
              <a:defRPr sz="975" b="1" i="0">
                <a:solidFill>
                  <a:srgbClr val="38E0C1"/>
                </a:solidFill>
                <a:latin typeface="Arial"/>
                <a:ea typeface="Arial"/>
                <a:cs typeface="Arial"/>
              </a:defRPr>
            </a:lvl2pPr>
            <a:lvl3pPr algn="ctr">
              <a:buNone/>
              <a:defRPr sz="975" b="1" i="0">
                <a:solidFill>
                  <a:srgbClr val="38E0C1"/>
                </a:solidFill>
                <a:latin typeface="Arial"/>
                <a:ea typeface="Arial"/>
                <a:cs typeface="Arial"/>
              </a:defRPr>
            </a:lvl3pPr>
            <a:lvl4pPr algn="ctr">
              <a:buNone/>
              <a:defRPr sz="975" b="1" i="0">
                <a:solidFill>
                  <a:srgbClr val="38E0C1"/>
                </a:solidFill>
                <a:latin typeface="Arial"/>
                <a:ea typeface="Arial"/>
                <a:cs typeface="Arial"/>
              </a:defRPr>
            </a:lvl4pPr>
            <a:lvl5pPr algn="ctr">
              <a:buNone/>
              <a:defRPr sz="975" b="1" i="0">
                <a:solidFill>
                  <a:srgbClr val="38E0C1"/>
                </a:solidFill>
                <a:latin typeface="Arial"/>
                <a:ea typeface="Arial"/>
                <a:cs typeface="Arial"/>
              </a:defRPr>
            </a:lvl5pPr>
            <a:lvl6pPr algn="ctr">
              <a:buNone/>
              <a:defRPr sz="975" b="1" i="0">
                <a:solidFill>
                  <a:srgbClr val="38E0C1"/>
                </a:solidFill>
                <a:latin typeface="Arial"/>
                <a:ea typeface="Arial"/>
                <a:cs typeface="Arial"/>
              </a:defRPr>
            </a:lvl6pPr>
            <a:lvl7pPr algn="ctr">
              <a:buNone/>
              <a:defRPr sz="975" b="1" i="0">
                <a:solidFill>
                  <a:srgbClr val="38E0C1"/>
                </a:solidFill>
                <a:latin typeface="Arial"/>
                <a:ea typeface="Arial"/>
                <a:cs typeface="Arial"/>
              </a:defRPr>
            </a:lvl7pPr>
            <a:lvl8pPr algn="ctr">
              <a:buNone/>
              <a:defRPr sz="975" b="1" i="0">
                <a:solidFill>
                  <a:srgbClr val="38E0C1"/>
                </a:solidFill>
                <a:latin typeface="Arial"/>
                <a:ea typeface="Arial"/>
                <a:cs typeface="Arial"/>
              </a:defRPr>
            </a:lvl8pPr>
            <a:lvl9pPr algn="ctr">
              <a:buNone/>
              <a:defRPr sz="975" b="1" i="0">
                <a:solidFill>
                  <a:srgbClr val="38E0C1"/>
                </a:solidFill>
                <a:latin typeface="Arial"/>
                <a:ea typeface="Arial"/>
                <a:cs typeface="Arial"/>
              </a:defRPr>
            </a:lvl9pPr>
          </a:lstStyle>
          <a:p xmlns:a="http://schemas.openxmlformats.org/drawingml/2006/main">
            <a:pPr algn="ctr">
              <a:buNone/>
              <a:defRPr sz="975" b="1" i="0">
                <a:solidFill>
                  <a:srgbClr val="38E0C1"/>
                </a:solidFill>
                <a:latin typeface="Arial"/>
                <a:ea typeface="Arial"/>
                <a:cs typeface="Arial"/>
              </a:defRPr>
            </a:pPr>
            <a:r>
              <a:rPr sz="975" b="1" i="0">
                <a:solidFill>
                  <a:srgbClr val="38E0C1"/>
                </a:solidFill>
                <a:latin typeface="Arial"/>
                <a:ea typeface="Arial"/>
                <a:cs typeface="Arial"/>
              </a:rPr>
              <a:t>04</a:t>
            </a:r>
          </a:p>
        </p:txBody>
      </p:sp>
      <p:sp>
        <p:nvSpPr>
          <p:cNvPr id="44" name="Rectangle 43">
            <a:extLst xmlns:a="http://schemas.openxmlformats.org/drawingml/2006/main">
              <a:ext uri="{FF2B5EF4-FFF2-40B4-BE49-F238E27FC236}">
                <a16:creationId xmlns:a16="http://schemas.microsoft.com/office/drawing/2014/main" id="{DEC1F9A0-478D-4E47-91E5-A843A674C18E}"/>
              </a:ext>
            </a:extLst>
          </p:cNvPr>
          <p:cNvSpPr>
            <a:spLocks xmlns:a="http://schemas.openxmlformats.org/drawingml/2006/main" noGrp="1"/>
          </p:cNvSpPr>
          <p:nvPr/>
        </p:nvSpPr>
        <p:spPr>
          <a:xfrm xmlns:a="http://schemas.openxmlformats.org/drawingml/2006/main">
            <a:off x="6858000" y="4714875"/>
            <a:ext cx="4191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350" b="1" i="0">
                <a:solidFill>
                  <a:srgbClr val="F4F7FB"/>
                </a:solidFill>
                <a:latin typeface="Arial"/>
                <a:ea typeface="Arial"/>
                <a:cs typeface="Arial"/>
              </a:defRPr>
            </a:defPPr>
            <a:lvl1pPr algn="l">
              <a:buNone/>
              <a:defRPr sz="1350" b="1" i="0">
                <a:solidFill>
                  <a:srgbClr val="F4F7FB"/>
                </a:solidFill>
                <a:latin typeface="Arial"/>
                <a:ea typeface="Arial"/>
                <a:cs typeface="Arial"/>
              </a:defRPr>
            </a:lvl1pPr>
            <a:lvl2pPr algn="l">
              <a:buNone/>
              <a:defRPr sz="1350" b="1" i="0">
                <a:solidFill>
                  <a:srgbClr val="F4F7FB"/>
                </a:solidFill>
                <a:latin typeface="Arial"/>
                <a:ea typeface="Arial"/>
                <a:cs typeface="Arial"/>
              </a:defRPr>
            </a:lvl2pPr>
            <a:lvl3pPr algn="l">
              <a:buNone/>
              <a:defRPr sz="1350" b="1" i="0">
                <a:solidFill>
                  <a:srgbClr val="F4F7FB"/>
                </a:solidFill>
                <a:latin typeface="Arial"/>
                <a:ea typeface="Arial"/>
                <a:cs typeface="Arial"/>
              </a:defRPr>
            </a:lvl3pPr>
            <a:lvl4pPr algn="l">
              <a:buNone/>
              <a:defRPr sz="1350" b="1" i="0">
                <a:solidFill>
                  <a:srgbClr val="F4F7FB"/>
                </a:solidFill>
                <a:latin typeface="Arial"/>
                <a:ea typeface="Arial"/>
                <a:cs typeface="Arial"/>
              </a:defRPr>
            </a:lvl4pPr>
            <a:lvl5pPr algn="l">
              <a:buNone/>
              <a:defRPr sz="1350" b="1" i="0">
                <a:solidFill>
                  <a:srgbClr val="F4F7FB"/>
                </a:solidFill>
                <a:latin typeface="Arial"/>
                <a:ea typeface="Arial"/>
                <a:cs typeface="Arial"/>
              </a:defRPr>
            </a:lvl5pPr>
            <a:lvl6pPr algn="l">
              <a:buNone/>
              <a:defRPr sz="1350" b="1" i="0">
                <a:solidFill>
                  <a:srgbClr val="F4F7FB"/>
                </a:solidFill>
                <a:latin typeface="Arial"/>
                <a:ea typeface="Arial"/>
                <a:cs typeface="Arial"/>
              </a:defRPr>
            </a:lvl6pPr>
            <a:lvl7pPr algn="l">
              <a:buNone/>
              <a:defRPr sz="1350" b="1" i="0">
                <a:solidFill>
                  <a:srgbClr val="F4F7FB"/>
                </a:solidFill>
                <a:latin typeface="Arial"/>
                <a:ea typeface="Arial"/>
                <a:cs typeface="Arial"/>
              </a:defRPr>
            </a:lvl7pPr>
            <a:lvl8pPr algn="l">
              <a:buNone/>
              <a:defRPr sz="1350" b="1" i="0">
                <a:solidFill>
                  <a:srgbClr val="F4F7FB"/>
                </a:solidFill>
                <a:latin typeface="Arial"/>
                <a:ea typeface="Arial"/>
                <a:cs typeface="Arial"/>
              </a:defRPr>
            </a:lvl8pPr>
            <a:lvl9pPr algn="l">
              <a:buNone/>
              <a:defRPr sz="1350" b="1" i="0">
                <a:solidFill>
                  <a:srgbClr val="F4F7FB"/>
                </a:solidFill>
                <a:latin typeface="Arial"/>
                <a:ea typeface="Arial"/>
                <a:cs typeface="Arial"/>
              </a:defRPr>
            </a:lvl9pPr>
          </a:lstStyle>
          <a:p xmlns:a="http://schemas.openxmlformats.org/drawingml/2006/main">
            <a:pPr algn="l">
              <a:buNone/>
              <a:defRPr sz="1350" b="1" i="0">
                <a:solidFill>
                  <a:srgbClr val="F4F7FB"/>
                </a:solidFill>
                <a:latin typeface="Arial"/>
                <a:ea typeface="Arial"/>
                <a:cs typeface="Arial"/>
              </a:defRPr>
            </a:pPr>
            <a:r>
              <a:rPr sz="1350" b="1" i="0">
                <a:solidFill>
                  <a:srgbClr val="F4F7FB"/>
                </a:solidFill>
                <a:latin typeface="Arial"/>
                <a:ea typeface="Arial"/>
                <a:cs typeface="Arial"/>
              </a:rPr>
              <a:t>Improve audit workflow</a:t>
            </a:r>
          </a:p>
        </p:txBody>
      </p:sp>
      <p:sp>
        <p:nvSpPr>
          <p:cNvPr id="45" name="Rectangle 44">
            <a:extLst xmlns:a="http://schemas.openxmlformats.org/drawingml/2006/main">
              <a:ext uri="{FF2B5EF4-FFF2-40B4-BE49-F238E27FC236}">
                <a16:creationId xmlns:a16="http://schemas.microsoft.com/office/drawing/2014/main" id="{54814ED2-58A3-4C3C-8A59-506BF2E5CE44}"/>
              </a:ext>
            </a:extLst>
          </p:cNvPr>
          <p:cNvSpPr>
            <a:spLocks xmlns:a="http://schemas.openxmlformats.org/drawingml/2006/main" noGrp="1"/>
          </p:cNvSpPr>
          <p:nvPr/>
        </p:nvSpPr>
        <p:spPr>
          <a:xfrm xmlns:a="http://schemas.openxmlformats.org/drawingml/2006/main">
            <a:off x="6858000" y="5010150"/>
            <a:ext cx="428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125" b="0" i="0">
                <a:solidFill>
                  <a:srgbClr val="9AAFC2"/>
                </a:solidFill>
                <a:latin typeface="Arial"/>
                <a:ea typeface="Arial"/>
                <a:cs typeface="Arial"/>
              </a:defRPr>
            </a:defPPr>
            <a:lvl1pPr algn="l">
              <a:buNone/>
              <a:defRPr sz="1125" b="0" i="0">
                <a:solidFill>
                  <a:srgbClr val="9AAFC2"/>
                </a:solidFill>
                <a:latin typeface="Arial"/>
                <a:ea typeface="Arial"/>
                <a:cs typeface="Arial"/>
              </a:defRPr>
            </a:lvl1pPr>
            <a:lvl2pPr algn="l">
              <a:buNone/>
              <a:defRPr sz="1125" b="0" i="0">
                <a:solidFill>
                  <a:srgbClr val="9AAFC2"/>
                </a:solidFill>
                <a:latin typeface="Arial"/>
                <a:ea typeface="Arial"/>
                <a:cs typeface="Arial"/>
              </a:defRPr>
            </a:lvl2pPr>
            <a:lvl3pPr algn="l">
              <a:buNone/>
              <a:defRPr sz="1125" b="0" i="0">
                <a:solidFill>
                  <a:srgbClr val="9AAFC2"/>
                </a:solidFill>
                <a:latin typeface="Arial"/>
                <a:ea typeface="Arial"/>
                <a:cs typeface="Arial"/>
              </a:defRPr>
            </a:lvl3pPr>
            <a:lvl4pPr algn="l">
              <a:buNone/>
              <a:defRPr sz="1125" b="0" i="0">
                <a:solidFill>
                  <a:srgbClr val="9AAFC2"/>
                </a:solidFill>
                <a:latin typeface="Arial"/>
                <a:ea typeface="Arial"/>
                <a:cs typeface="Arial"/>
              </a:defRPr>
            </a:lvl4pPr>
            <a:lvl5pPr algn="l">
              <a:buNone/>
              <a:defRPr sz="1125" b="0" i="0">
                <a:solidFill>
                  <a:srgbClr val="9AAFC2"/>
                </a:solidFill>
                <a:latin typeface="Arial"/>
                <a:ea typeface="Arial"/>
                <a:cs typeface="Arial"/>
              </a:defRPr>
            </a:lvl5pPr>
            <a:lvl6pPr algn="l">
              <a:buNone/>
              <a:defRPr sz="1125" b="0" i="0">
                <a:solidFill>
                  <a:srgbClr val="9AAFC2"/>
                </a:solidFill>
                <a:latin typeface="Arial"/>
                <a:ea typeface="Arial"/>
                <a:cs typeface="Arial"/>
              </a:defRPr>
            </a:lvl6pPr>
            <a:lvl7pPr algn="l">
              <a:buNone/>
              <a:defRPr sz="1125" b="0" i="0">
                <a:solidFill>
                  <a:srgbClr val="9AAFC2"/>
                </a:solidFill>
                <a:latin typeface="Arial"/>
                <a:ea typeface="Arial"/>
                <a:cs typeface="Arial"/>
              </a:defRPr>
            </a:lvl7pPr>
            <a:lvl8pPr algn="l">
              <a:buNone/>
              <a:defRPr sz="1125" b="0" i="0">
                <a:solidFill>
                  <a:srgbClr val="9AAFC2"/>
                </a:solidFill>
                <a:latin typeface="Arial"/>
                <a:ea typeface="Arial"/>
                <a:cs typeface="Arial"/>
              </a:defRPr>
            </a:lvl8pPr>
            <a:lvl9pPr algn="l">
              <a:buNone/>
              <a:defRPr sz="1125" b="0" i="0">
                <a:solidFill>
                  <a:srgbClr val="9AAFC2"/>
                </a:solidFill>
                <a:latin typeface="Arial"/>
                <a:ea typeface="Arial"/>
                <a:cs typeface="Arial"/>
              </a:defRPr>
            </a:lvl9pPr>
          </a:lstStyle>
          <a:p xmlns:a="http://schemas.openxmlformats.org/drawingml/2006/main">
            <a:pPr algn="l">
              <a:buNone/>
              <a:defRPr sz="1125" b="0" i="0">
                <a:solidFill>
                  <a:srgbClr val="9AAFC2"/>
                </a:solidFill>
                <a:latin typeface="Arial"/>
                <a:ea typeface="Arial"/>
                <a:cs typeface="Arial"/>
              </a:defRPr>
            </a:pPr>
            <a:r>
              <a:rPr sz="1125" b="0" i="0">
                <a:solidFill>
                  <a:srgbClr val="9AAFC2"/>
                </a:solidFill>
                <a:latin typeface="Arial"/>
                <a:ea typeface="Arial"/>
                <a:cs typeface="Arial"/>
              </a:rPr>
              <a:t>Support reviewer notes, case tracking and traceability.</a:t>
            </a:r>
          </a:p>
        </p:txBody>
      </p:sp>
      <p:sp>
        <p:nvSpPr>
          <p:cNvPr id="46" name="Rectangle: Rounded Corners 45">
            <a:extLst xmlns:a="http://schemas.openxmlformats.org/drawingml/2006/main">
              <a:ext uri="{FF2B5EF4-FFF2-40B4-BE49-F238E27FC236}">
                <a16:creationId xmlns:a16="http://schemas.microsoft.com/office/drawing/2014/main" id="{65102A9B-6BC9-4C85-ACCC-9C106007BCF2}"/>
              </a:ext>
            </a:extLst>
          </p:cNvPr>
          <p:cNvSpPr>
            <a:spLocks xmlns:a="http://schemas.openxmlformats.org/drawingml/2006/main" noGrp="1"/>
          </p:cNvSpPr>
          <p:nvPr/>
        </p:nvSpPr>
        <p:spPr>
          <a:xfrm xmlns:a="http://schemas.openxmlformats.org/drawingml/2006/main">
            <a:off x="6286500" y="5810250"/>
            <a:ext cx="5219700" cy="323850"/>
          </a:xfrm>
          <a:prstGeom xmlns:a="http://schemas.openxmlformats.org/drawingml/2006/main" prst="roundRect">
            <a:avLst>
              <a:gd name="adj" fmla="val 26471"/>
            </a:avLst>
          </a:prstGeom>
          <a:solidFill xmlns:a="http://schemas.openxmlformats.org/drawingml/2006/main">
            <a:srgbClr val="2A241D"/>
          </a:solidFill>
          <a:ln xmlns:a="http://schemas.openxmlformats.org/drawingml/2006/main" w="9525">
            <a:solidFill>
              <a:srgbClr val="664F30"/>
            </a:solidFill>
            <a:prstDash val="solid"/>
          </a:ln>
        </p:spPr>
      </p:sp>
      <p:sp>
        <p:nvSpPr>
          <p:cNvPr id="47" name="Rectangle 46">
            <a:extLst xmlns:a="http://schemas.openxmlformats.org/drawingml/2006/main">
              <a:ext uri="{FF2B5EF4-FFF2-40B4-BE49-F238E27FC236}">
                <a16:creationId xmlns:a16="http://schemas.microsoft.com/office/drawing/2014/main" id="{77B35011-0429-40FC-8131-91B3B7DCED13}"/>
              </a:ext>
            </a:extLst>
          </p:cNvPr>
          <p:cNvSpPr>
            <a:spLocks xmlns:a="http://schemas.openxmlformats.org/drawingml/2006/main" noGrp="1"/>
          </p:cNvSpPr>
          <p:nvPr/>
        </p:nvSpPr>
        <p:spPr>
          <a:xfrm xmlns:a="http://schemas.openxmlformats.org/drawingml/2006/main">
            <a:off x="6419850" y="58578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125" b="1" i="0">
                <a:solidFill>
                  <a:srgbClr val="FFBE69"/>
                </a:solidFill>
                <a:latin typeface="Arial"/>
                <a:ea typeface="Arial"/>
                <a:cs typeface="Arial"/>
              </a:defRPr>
            </a:defPPr>
            <a:lvl1pPr algn="ctr">
              <a:buNone/>
              <a:defRPr sz="1125" b="1" i="0">
                <a:solidFill>
                  <a:srgbClr val="FFBE69"/>
                </a:solidFill>
                <a:latin typeface="Arial"/>
                <a:ea typeface="Arial"/>
                <a:cs typeface="Arial"/>
              </a:defRPr>
            </a:lvl1pPr>
            <a:lvl2pPr algn="ctr">
              <a:buNone/>
              <a:defRPr sz="1125" b="1" i="0">
                <a:solidFill>
                  <a:srgbClr val="FFBE69"/>
                </a:solidFill>
                <a:latin typeface="Arial"/>
                <a:ea typeface="Arial"/>
                <a:cs typeface="Arial"/>
              </a:defRPr>
            </a:lvl2pPr>
            <a:lvl3pPr algn="ctr">
              <a:buNone/>
              <a:defRPr sz="1125" b="1" i="0">
                <a:solidFill>
                  <a:srgbClr val="FFBE69"/>
                </a:solidFill>
                <a:latin typeface="Arial"/>
                <a:ea typeface="Arial"/>
                <a:cs typeface="Arial"/>
              </a:defRPr>
            </a:lvl3pPr>
            <a:lvl4pPr algn="ctr">
              <a:buNone/>
              <a:defRPr sz="1125" b="1" i="0">
                <a:solidFill>
                  <a:srgbClr val="FFBE69"/>
                </a:solidFill>
                <a:latin typeface="Arial"/>
                <a:ea typeface="Arial"/>
                <a:cs typeface="Arial"/>
              </a:defRPr>
            </a:lvl4pPr>
            <a:lvl5pPr algn="ctr">
              <a:buNone/>
              <a:defRPr sz="1125" b="1" i="0">
                <a:solidFill>
                  <a:srgbClr val="FFBE69"/>
                </a:solidFill>
                <a:latin typeface="Arial"/>
                <a:ea typeface="Arial"/>
                <a:cs typeface="Arial"/>
              </a:defRPr>
            </a:lvl5pPr>
            <a:lvl6pPr algn="ctr">
              <a:buNone/>
              <a:defRPr sz="1125" b="1" i="0">
                <a:solidFill>
                  <a:srgbClr val="FFBE69"/>
                </a:solidFill>
                <a:latin typeface="Arial"/>
                <a:ea typeface="Arial"/>
                <a:cs typeface="Arial"/>
              </a:defRPr>
            </a:lvl6pPr>
            <a:lvl7pPr algn="ctr">
              <a:buNone/>
              <a:defRPr sz="1125" b="1" i="0">
                <a:solidFill>
                  <a:srgbClr val="FFBE69"/>
                </a:solidFill>
                <a:latin typeface="Arial"/>
                <a:ea typeface="Arial"/>
                <a:cs typeface="Arial"/>
              </a:defRPr>
            </a:lvl7pPr>
            <a:lvl8pPr algn="ctr">
              <a:buNone/>
              <a:defRPr sz="1125" b="1" i="0">
                <a:solidFill>
                  <a:srgbClr val="FFBE69"/>
                </a:solidFill>
                <a:latin typeface="Arial"/>
                <a:ea typeface="Arial"/>
                <a:cs typeface="Arial"/>
              </a:defRPr>
            </a:lvl8pPr>
            <a:lvl9pPr algn="ctr">
              <a:buNone/>
              <a:defRPr sz="1125" b="1" i="0">
                <a:solidFill>
                  <a:srgbClr val="FFBE69"/>
                </a:solidFill>
                <a:latin typeface="Arial"/>
                <a:ea typeface="Arial"/>
                <a:cs typeface="Arial"/>
              </a:defRPr>
            </a:lvl9pPr>
          </a:lstStyle>
          <a:p xmlns:a="http://schemas.openxmlformats.org/drawingml/2006/main">
            <a:pPr algn="ctr">
              <a:buNone/>
              <a:defRPr sz="1125" b="1" i="0">
                <a:solidFill>
                  <a:srgbClr val="FFBE69"/>
                </a:solidFill>
                <a:latin typeface="Arial"/>
                <a:ea typeface="Arial"/>
                <a:cs typeface="Arial"/>
              </a:defRPr>
            </a:pPr>
            <a:r>
              <a:rPr sz="1125" b="1" i="0">
                <a:solidFill>
                  <a:srgbClr val="FFBE69"/>
                </a:solidFill>
                <a:latin typeface="Arial"/>
                <a:ea typeface="Arial"/>
                <a:cs typeface="Arial"/>
              </a:rPr>
              <a:t>Human review remains required before any action.</a:t>
            </a:r>
          </a:p>
        </p:txBody>
      </p:sp>
    </p:spTree>
    <p:extLst>
      <p:ext uri="{BB962C8B-B14F-4D97-AF65-F5344CB8AC3E}">
        <p14:creationId xmlns:p14="http://schemas.microsoft.com/office/powerpoint/2010/main" val="174480364"/>
      </p:ext>
    </p:extLst>
  </p:cSld>
</p:sld>
</file>

<file path=ppt/slides/slide10.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cxnSp>
        <p:nvCxnSpPr>
          <p:cNvPr id="15" name="Straight Arrow Connector 14">
            <a:extLst xmlns:a="http://schemas.openxmlformats.org/drawingml/2006/main">
              <a:ext uri="{FF2B5EF4-FFF2-40B4-BE49-F238E27FC236}">
                <a16:creationId xmlns:a16="http://schemas.microsoft.com/office/drawing/2014/main" id="{64F7F453-84C5-4BF2-B69F-E604732735FF}"/>
              </a:ext>
            </a:extLst>
          </p:cNvPr>
          <p:cNvCxnSpPr>
            <a:stCxn xmlns:a="http://schemas.openxmlformats.org/drawingml/2006/main" id="11" idx="6"/>
            <a:endCxn xmlns:a="http://schemas.openxmlformats.org/drawingml/2006/main" id="7" idx="4"/>
          </p:cNvCxnSpPr>
          <p:nvPr/>
        </p:nvCxnSpPr>
        <p:spPr>
          <a:xfrm xmlns:a="http://schemas.openxmlformats.org/drawingml/2006/main" flipV="1">
            <a:off x="8991600" y="3600450"/>
            <a:ext cx="1400175" cy="895350"/>
          </a:xfrm>
          <a:prstGeom xmlns:a="http://schemas.openxmlformats.org/drawingml/2006/main" prst="straightConnector1">
            <a:avLst/>
          </a:prstGeom>
          <a:ln xmlns:a="http://schemas.openxmlformats.org/drawingml/2006/main" w="19050">
            <a:solidFill>
              <a:srgbClr val="FFBE69"/>
            </a:solidFill>
            <a:prstDash val="solid"/>
            <a:tailEnd type="triangle" w="sm" len="sm"/>
          </a:ln>
        </p:spPr>
      </p:cxnSp>
      <p:cxnSp>
        <p:nvCxnSpPr>
          <p:cNvPr id="14" name="Straight Arrow Connector 13">
            <a:extLst xmlns:a="http://schemas.openxmlformats.org/drawingml/2006/main">
              <a:ext uri="{FF2B5EF4-FFF2-40B4-BE49-F238E27FC236}">
                <a16:creationId xmlns:a16="http://schemas.microsoft.com/office/drawing/2014/main" id="{E08FA647-006B-4285-B116-E0CEF0782895}"/>
              </a:ext>
            </a:extLst>
          </p:cNvPr>
          <p:cNvCxnSpPr>
            <a:stCxn xmlns:a="http://schemas.openxmlformats.org/drawingml/2006/main" id="7" idx="6"/>
            <a:endCxn xmlns:a="http://schemas.openxmlformats.org/drawingml/2006/main" id="9" idx="4"/>
          </p:cNvCxnSpPr>
          <p:nvPr/>
        </p:nvCxnSpPr>
        <p:spPr>
          <a:xfrm xmlns:a="http://schemas.openxmlformats.org/drawingml/2006/main" flipV="1">
            <a:off x="10763250" y="2219325"/>
            <a:ext cx="533400" cy="1009650"/>
          </a:xfrm>
          <a:prstGeom xmlns:a="http://schemas.openxmlformats.org/drawingml/2006/main" prst="straightConnector1">
            <a:avLst/>
          </a:prstGeom>
          <a:ln xmlns:a="http://schemas.openxmlformats.org/drawingml/2006/main" w="23813">
            <a:solidFill>
              <a:srgbClr val="38E0C1"/>
            </a:solidFill>
            <a:prstDash val="solid"/>
            <a:tailEnd type="triangle" w="sm" len="sm"/>
          </a:ln>
        </p:spPr>
      </p:cxnSp>
      <p:cxnSp>
        <p:nvCxnSpPr>
          <p:cNvPr id="13" name="Straight Arrow Connector 12">
            <a:extLst xmlns:a="http://schemas.openxmlformats.org/drawingml/2006/main">
              <a:ext uri="{FF2B5EF4-FFF2-40B4-BE49-F238E27FC236}">
                <a16:creationId xmlns:a16="http://schemas.microsoft.com/office/drawing/2014/main" id="{503068E7-CD32-4F12-AE1A-53EDECB47B24}"/>
              </a:ext>
            </a:extLst>
          </p:cNvPr>
          <p:cNvCxnSpPr>
            <a:stCxn xmlns:a="http://schemas.openxmlformats.org/drawingml/2006/main" id="5" idx="4"/>
            <a:endCxn xmlns:a="http://schemas.openxmlformats.org/drawingml/2006/main" id="7" idx="2"/>
          </p:cNvCxnSpPr>
          <p:nvPr/>
        </p:nvCxnSpPr>
        <p:spPr>
          <a:xfrm xmlns:a="http://schemas.openxmlformats.org/drawingml/2006/main">
            <a:off x="9182100" y="2314575"/>
            <a:ext cx="838200" cy="914400"/>
          </a:xfrm>
          <a:prstGeom xmlns:a="http://schemas.openxmlformats.org/drawingml/2006/main" prst="straightConnector1">
            <a:avLst/>
          </a:prstGeom>
          <a:ln xmlns:a="http://schemas.openxmlformats.org/drawingml/2006/main" w="23813">
            <a:solidFill>
              <a:srgbClr val="38E0C1"/>
            </a:solidFill>
            <a:prstDash val="solid"/>
            <a:tailEnd type="triangle" w="sm" len="sm"/>
          </a:ln>
        </p:spPr>
      </p:cxnSp>
      <p:sp>
        <p:nvSpPr>
          <p:cNvPr id="20" name="Rectangle 19">
            <a:extLst xmlns:a="http://schemas.openxmlformats.org/drawingml/2006/main">
              <a:ext uri="{FF2B5EF4-FFF2-40B4-BE49-F238E27FC236}">
                <a16:creationId xmlns:a16="http://schemas.microsoft.com/office/drawing/2014/main" id="{1028B888-8BDB-4D6C-A129-8205BCC204DD}"/>
              </a:ext>
            </a:extLst>
          </p:cNvPr>
          <p:cNvSpPr>
            <a:spLocks xmlns:a="http://schemas.openxmlformats.org/drawingml/2006/main" noGrp="1"/>
          </p:cNvSpPr>
          <p:nvPr/>
        </p:nvSpPr>
        <p:spPr>
          <a:xfrm xmlns:a="http://schemas.openxmlformats.org/drawingml/2006/main">
            <a:off x="590550" y="4286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1" i="0">
                <a:solidFill>
                  <a:srgbClr val="38E0C1"/>
                </a:solidFill>
                <a:latin typeface="Arial"/>
                <a:ea typeface="Arial"/>
                <a:cs typeface="Arial"/>
              </a:defRPr>
            </a:defPPr>
            <a:lvl1pPr algn="l">
              <a:buNone/>
              <a:defRPr sz="975" b="1" i="0">
                <a:solidFill>
                  <a:srgbClr val="38E0C1"/>
                </a:solidFill>
                <a:latin typeface="Arial"/>
                <a:ea typeface="Arial"/>
                <a:cs typeface="Arial"/>
              </a:defRPr>
            </a:lvl1pPr>
            <a:lvl2pPr algn="l">
              <a:buNone/>
              <a:defRPr sz="975" b="1" i="0">
                <a:solidFill>
                  <a:srgbClr val="38E0C1"/>
                </a:solidFill>
                <a:latin typeface="Arial"/>
                <a:ea typeface="Arial"/>
                <a:cs typeface="Arial"/>
              </a:defRPr>
            </a:lvl2pPr>
            <a:lvl3pPr algn="l">
              <a:buNone/>
              <a:defRPr sz="975" b="1" i="0">
                <a:solidFill>
                  <a:srgbClr val="38E0C1"/>
                </a:solidFill>
                <a:latin typeface="Arial"/>
                <a:ea typeface="Arial"/>
                <a:cs typeface="Arial"/>
              </a:defRPr>
            </a:lvl3pPr>
            <a:lvl4pPr algn="l">
              <a:buNone/>
              <a:defRPr sz="975" b="1" i="0">
                <a:solidFill>
                  <a:srgbClr val="38E0C1"/>
                </a:solidFill>
                <a:latin typeface="Arial"/>
                <a:ea typeface="Arial"/>
                <a:cs typeface="Arial"/>
              </a:defRPr>
            </a:lvl4pPr>
            <a:lvl5pPr algn="l">
              <a:buNone/>
              <a:defRPr sz="975" b="1" i="0">
                <a:solidFill>
                  <a:srgbClr val="38E0C1"/>
                </a:solidFill>
                <a:latin typeface="Arial"/>
                <a:ea typeface="Arial"/>
                <a:cs typeface="Arial"/>
              </a:defRPr>
            </a:lvl5pPr>
            <a:lvl6pPr algn="l">
              <a:buNone/>
              <a:defRPr sz="975" b="1" i="0">
                <a:solidFill>
                  <a:srgbClr val="38E0C1"/>
                </a:solidFill>
                <a:latin typeface="Arial"/>
                <a:ea typeface="Arial"/>
                <a:cs typeface="Arial"/>
              </a:defRPr>
            </a:lvl6pPr>
            <a:lvl7pPr algn="l">
              <a:buNone/>
              <a:defRPr sz="975" b="1" i="0">
                <a:solidFill>
                  <a:srgbClr val="38E0C1"/>
                </a:solidFill>
                <a:latin typeface="Arial"/>
                <a:ea typeface="Arial"/>
                <a:cs typeface="Arial"/>
              </a:defRPr>
            </a:lvl7pPr>
            <a:lvl8pPr algn="l">
              <a:buNone/>
              <a:defRPr sz="975" b="1" i="0">
                <a:solidFill>
                  <a:srgbClr val="38E0C1"/>
                </a:solidFill>
                <a:latin typeface="Arial"/>
                <a:ea typeface="Arial"/>
                <a:cs typeface="Arial"/>
              </a:defRPr>
            </a:lvl8pPr>
            <a:lvl9pPr algn="l">
              <a:buNone/>
              <a:defRPr sz="975" b="1" i="0">
                <a:solidFill>
                  <a:srgbClr val="38E0C1"/>
                </a:solidFill>
                <a:latin typeface="Arial"/>
                <a:ea typeface="Arial"/>
                <a:cs typeface="Arial"/>
              </a:defRPr>
            </a:lvl9pPr>
          </a:lstStyle>
          <a:p xmlns:a="http://schemas.openxmlformats.org/drawingml/2006/main">
            <a:pPr algn="l">
              <a:buNone/>
              <a:defRPr sz="975" b="1" i="0">
                <a:solidFill>
                  <a:srgbClr val="38E0C1"/>
                </a:solidFill>
                <a:latin typeface="Arial"/>
                <a:ea typeface="Arial"/>
                <a:cs typeface="Arial"/>
              </a:defRPr>
            </a:pPr>
            <a:r>
              <a:rPr sz="975" b="1" i="0">
                <a:solidFill>
                  <a:srgbClr val="38E0C1"/>
                </a:solidFill>
                <a:latin typeface="Arial"/>
                <a:ea typeface="Arial"/>
                <a:cs typeface="Arial"/>
              </a:rPr>
              <a:t>CONCLUSION  /  QUESTIONS</a:t>
            </a:r>
          </a:p>
        </p:txBody>
      </p:sp>
      <p:sp>
        <p:nvSpPr>
          <p:cNvPr id="2" name="Rectangle 1">
            <a:extLst xmlns:a="http://schemas.openxmlformats.org/drawingml/2006/main">
              <a:ext uri="{FF2B5EF4-FFF2-40B4-BE49-F238E27FC236}">
                <a16:creationId xmlns:a16="http://schemas.microsoft.com/office/drawing/2014/main" id="{9F3D76E9-626C-4E82-A1C3-B08E8027D6CE}"/>
              </a:ext>
            </a:extLst>
          </p:cNvPr>
          <p:cNvSpPr>
            <a:spLocks xmlns:a="http://schemas.openxmlformats.org/drawingml/2006/main" noGrp="1"/>
          </p:cNvSpPr>
          <p:nvPr/>
        </p:nvSpPr>
        <p:spPr>
          <a:xfrm xmlns:a="http://schemas.openxmlformats.org/drawingml/2006/main">
            <a:off x="590550" y="1019175"/>
            <a:ext cx="72390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3600" b="1" i="0">
                <a:solidFill>
                  <a:srgbClr val="F4F7FB"/>
                </a:solidFill>
                <a:latin typeface="Arial"/>
                <a:ea typeface="Arial"/>
                <a:cs typeface="Arial"/>
              </a:defRPr>
            </a:defPPr>
            <a:lvl1pPr algn="l">
              <a:buNone/>
              <a:defRPr sz="3600" b="1" i="0">
                <a:solidFill>
                  <a:srgbClr val="F4F7FB"/>
                </a:solidFill>
                <a:latin typeface="Arial"/>
                <a:ea typeface="Arial"/>
                <a:cs typeface="Arial"/>
              </a:defRPr>
            </a:lvl1pPr>
            <a:lvl2pPr algn="l">
              <a:buNone/>
              <a:defRPr sz="3600" b="1" i="0">
                <a:solidFill>
                  <a:srgbClr val="F4F7FB"/>
                </a:solidFill>
                <a:latin typeface="Arial"/>
                <a:ea typeface="Arial"/>
                <a:cs typeface="Arial"/>
              </a:defRPr>
            </a:lvl2pPr>
            <a:lvl3pPr algn="l">
              <a:buNone/>
              <a:defRPr sz="3600" b="1" i="0">
                <a:solidFill>
                  <a:srgbClr val="F4F7FB"/>
                </a:solidFill>
                <a:latin typeface="Arial"/>
                <a:ea typeface="Arial"/>
                <a:cs typeface="Arial"/>
              </a:defRPr>
            </a:lvl3pPr>
            <a:lvl4pPr algn="l">
              <a:buNone/>
              <a:defRPr sz="3600" b="1" i="0">
                <a:solidFill>
                  <a:srgbClr val="F4F7FB"/>
                </a:solidFill>
                <a:latin typeface="Arial"/>
                <a:ea typeface="Arial"/>
                <a:cs typeface="Arial"/>
              </a:defRPr>
            </a:lvl4pPr>
            <a:lvl5pPr algn="l">
              <a:buNone/>
              <a:defRPr sz="3600" b="1" i="0">
                <a:solidFill>
                  <a:srgbClr val="F4F7FB"/>
                </a:solidFill>
                <a:latin typeface="Arial"/>
                <a:ea typeface="Arial"/>
                <a:cs typeface="Arial"/>
              </a:defRPr>
            </a:lvl5pPr>
            <a:lvl6pPr algn="l">
              <a:buNone/>
              <a:defRPr sz="3600" b="1" i="0">
                <a:solidFill>
                  <a:srgbClr val="F4F7FB"/>
                </a:solidFill>
                <a:latin typeface="Arial"/>
                <a:ea typeface="Arial"/>
                <a:cs typeface="Arial"/>
              </a:defRPr>
            </a:lvl6pPr>
            <a:lvl7pPr algn="l">
              <a:buNone/>
              <a:defRPr sz="3600" b="1" i="0">
                <a:solidFill>
                  <a:srgbClr val="F4F7FB"/>
                </a:solidFill>
                <a:latin typeface="Arial"/>
                <a:ea typeface="Arial"/>
                <a:cs typeface="Arial"/>
              </a:defRPr>
            </a:lvl7pPr>
            <a:lvl8pPr algn="l">
              <a:buNone/>
              <a:defRPr sz="3600" b="1" i="0">
                <a:solidFill>
                  <a:srgbClr val="F4F7FB"/>
                </a:solidFill>
                <a:latin typeface="Arial"/>
                <a:ea typeface="Arial"/>
                <a:cs typeface="Arial"/>
              </a:defRPr>
            </a:lvl8pPr>
            <a:lvl9pPr algn="l">
              <a:buNone/>
              <a:defRPr sz="3600" b="1" i="0">
                <a:solidFill>
                  <a:srgbClr val="F4F7FB"/>
                </a:solidFill>
                <a:latin typeface="Arial"/>
                <a:ea typeface="Arial"/>
                <a:cs typeface="Arial"/>
              </a:defRPr>
            </a:lvl9pPr>
          </a:lstStyle>
          <a:p xmlns:a="http://schemas.openxmlformats.org/drawingml/2006/main">
            <a:pPr algn="l">
              <a:lnSpc>
                <a:spcPct val="93000"/>
              </a:lnSpc>
              <a:buNone/>
              <a:defRPr sz="3600" b="1" i="0">
                <a:solidFill>
                  <a:srgbClr val="F4F7FB"/>
                </a:solidFill>
                <a:latin typeface="Arial"/>
                <a:ea typeface="Arial"/>
                <a:cs typeface="Arial"/>
              </a:defRPr>
            </a:pPr>
            <a:r>
              <a:rPr sz="3600" b="1" i="0">
                <a:solidFill>
                  <a:srgbClr val="F4F7FB"/>
                </a:solidFill>
                <a:latin typeface="Arial"/>
                <a:ea typeface="Arial"/>
                <a:cs typeface="Arial"/>
              </a:rPr>
              <a:t>Explainable leads.</a:t>
            </a:r>
          </a:p>
          <a:p xmlns:a="http://schemas.openxmlformats.org/drawingml/2006/main">
            <a:pPr algn="l">
              <a:lnSpc>
                <a:spcPct val="93000"/>
              </a:lnSpc>
              <a:buNone/>
              <a:defRPr sz="3600" b="1" i="0">
                <a:solidFill>
                  <a:srgbClr val="F4F7FB"/>
                </a:solidFill>
                <a:latin typeface="Arial"/>
                <a:ea typeface="Arial"/>
                <a:cs typeface="Arial"/>
              </a:defRPr>
            </a:pPr>
            <a:r>
              <a:rPr sz="3600" b="1" i="0">
                <a:solidFill>
                  <a:srgbClr val="F4F7FB"/>
                </a:solidFill>
                <a:latin typeface="Arial"/>
                <a:ea typeface="Arial"/>
                <a:cs typeface="Arial"/>
              </a:rPr>
              <a:t>Evidence attached.</a:t>
            </a:r>
          </a:p>
          <a:p xmlns:a="http://schemas.openxmlformats.org/drawingml/2006/main">
            <a:pPr algn="l">
              <a:lnSpc>
                <a:spcPct val="93000"/>
              </a:lnSpc>
              <a:buNone/>
              <a:defRPr sz="3600" b="1" i="0">
                <a:solidFill>
                  <a:srgbClr val="F4F7FB"/>
                </a:solidFill>
                <a:latin typeface="Arial"/>
                <a:ea typeface="Arial"/>
                <a:cs typeface="Arial"/>
              </a:defRPr>
            </a:pPr>
            <a:r>
              <a:rPr sz="3600" b="1" i="0">
                <a:solidFill>
                  <a:srgbClr val="F4F7FB"/>
                </a:solidFill>
                <a:latin typeface="Arial"/>
                <a:ea typeface="Arial"/>
                <a:cs typeface="Arial"/>
              </a:rPr>
              <a:t>Human judgment retained.</a:t>
            </a:r>
          </a:p>
        </p:txBody>
      </p:sp>
      <p:sp>
        <p:nvSpPr>
          <p:cNvPr id="3" name="Rectangle 2">
            <a:extLst xmlns:a="http://schemas.openxmlformats.org/drawingml/2006/main">
              <a:ext uri="{FF2B5EF4-FFF2-40B4-BE49-F238E27FC236}">
                <a16:creationId xmlns:a16="http://schemas.microsoft.com/office/drawing/2014/main" id="{2203B8F5-2E9B-425B-9569-4B4735BAF22A}"/>
              </a:ext>
            </a:extLst>
          </p:cNvPr>
          <p:cNvSpPr>
            <a:spLocks xmlns:a="http://schemas.openxmlformats.org/drawingml/2006/main" noGrp="1"/>
          </p:cNvSpPr>
          <p:nvPr/>
        </p:nvSpPr>
        <p:spPr>
          <a:xfrm xmlns:a="http://schemas.openxmlformats.org/drawingml/2006/main">
            <a:off x="628650" y="3686175"/>
            <a:ext cx="6191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650" b="0" i="0">
                <a:solidFill>
                  <a:srgbClr val="D5E0E9"/>
                </a:solidFill>
                <a:latin typeface="Arial"/>
                <a:ea typeface="Arial"/>
                <a:cs typeface="Arial"/>
              </a:defRPr>
            </a:defPPr>
            <a:lvl1pPr algn="l">
              <a:buNone/>
              <a:defRPr sz="1650" b="0" i="0">
                <a:solidFill>
                  <a:srgbClr val="D5E0E9"/>
                </a:solidFill>
                <a:latin typeface="Arial"/>
                <a:ea typeface="Arial"/>
                <a:cs typeface="Arial"/>
              </a:defRPr>
            </a:lvl1pPr>
            <a:lvl2pPr algn="l">
              <a:buNone/>
              <a:defRPr sz="1650" b="0" i="0">
                <a:solidFill>
                  <a:srgbClr val="D5E0E9"/>
                </a:solidFill>
                <a:latin typeface="Arial"/>
                <a:ea typeface="Arial"/>
                <a:cs typeface="Arial"/>
              </a:defRPr>
            </a:lvl2pPr>
            <a:lvl3pPr algn="l">
              <a:buNone/>
              <a:defRPr sz="1650" b="0" i="0">
                <a:solidFill>
                  <a:srgbClr val="D5E0E9"/>
                </a:solidFill>
                <a:latin typeface="Arial"/>
                <a:ea typeface="Arial"/>
                <a:cs typeface="Arial"/>
              </a:defRPr>
            </a:lvl3pPr>
            <a:lvl4pPr algn="l">
              <a:buNone/>
              <a:defRPr sz="1650" b="0" i="0">
                <a:solidFill>
                  <a:srgbClr val="D5E0E9"/>
                </a:solidFill>
                <a:latin typeface="Arial"/>
                <a:ea typeface="Arial"/>
                <a:cs typeface="Arial"/>
              </a:defRPr>
            </a:lvl4pPr>
            <a:lvl5pPr algn="l">
              <a:buNone/>
              <a:defRPr sz="1650" b="0" i="0">
                <a:solidFill>
                  <a:srgbClr val="D5E0E9"/>
                </a:solidFill>
                <a:latin typeface="Arial"/>
                <a:ea typeface="Arial"/>
                <a:cs typeface="Arial"/>
              </a:defRPr>
            </a:lvl5pPr>
            <a:lvl6pPr algn="l">
              <a:buNone/>
              <a:defRPr sz="1650" b="0" i="0">
                <a:solidFill>
                  <a:srgbClr val="D5E0E9"/>
                </a:solidFill>
                <a:latin typeface="Arial"/>
                <a:ea typeface="Arial"/>
                <a:cs typeface="Arial"/>
              </a:defRPr>
            </a:lvl6pPr>
            <a:lvl7pPr algn="l">
              <a:buNone/>
              <a:defRPr sz="1650" b="0" i="0">
                <a:solidFill>
                  <a:srgbClr val="D5E0E9"/>
                </a:solidFill>
                <a:latin typeface="Arial"/>
                <a:ea typeface="Arial"/>
                <a:cs typeface="Arial"/>
              </a:defRPr>
            </a:lvl7pPr>
            <a:lvl8pPr algn="l">
              <a:buNone/>
              <a:defRPr sz="1650" b="0" i="0">
                <a:solidFill>
                  <a:srgbClr val="D5E0E9"/>
                </a:solidFill>
                <a:latin typeface="Arial"/>
                <a:ea typeface="Arial"/>
                <a:cs typeface="Arial"/>
              </a:defRPr>
            </a:lvl8pPr>
            <a:lvl9pPr algn="l">
              <a:buNone/>
              <a:defRPr sz="1650" b="0" i="0">
                <a:solidFill>
                  <a:srgbClr val="D5E0E9"/>
                </a:solidFill>
                <a:latin typeface="Arial"/>
                <a:ea typeface="Arial"/>
                <a:cs typeface="Arial"/>
              </a:defRPr>
            </a:lvl9pPr>
          </a:lstStyle>
          <a:p xmlns:a="http://schemas.openxmlformats.org/drawingml/2006/main">
            <a:pPr algn="l">
              <a:buNone/>
              <a:defRPr sz="1650" b="0" i="0">
                <a:solidFill>
                  <a:srgbClr val="D5E0E9"/>
                </a:solidFill>
                <a:latin typeface="Arial"/>
                <a:ea typeface="Arial"/>
                <a:cs typeface="Arial"/>
              </a:defRPr>
            </a:pPr>
            <a:r>
              <a:rPr sz="1650" b="0" i="0">
                <a:solidFill>
                  <a:srgbClr val="D5E0E9"/>
                </a:solidFill>
                <a:latin typeface="Arial"/>
                <a:ea typeface="Arial"/>
                <a:cs typeface="Arial"/>
              </a:rPr>
              <a:t>UPI Sentinel connects validated transactions, applies deterministic rules, and shows the records behind each match.</a:t>
            </a:r>
          </a:p>
        </p:txBody>
      </p:sp>
      <p:sp>
        <p:nvSpPr>
          <p:cNvPr id="4" name="Rectangle 3">
            <a:extLst xmlns:a="http://schemas.openxmlformats.org/drawingml/2006/main">
              <a:ext uri="{FF2B5EF4-FFF2-40B4-BE49-F238E27FC236}">
                <a16:creationId xmlns:a16="http://schemas.microsoft.com/office/drawing/2014/main" id="{49402EEB-A5B4-4199-9576-DEB23C28C9EF}"/>
              </a:ext>
            </a:extLst>
          </p:cNvPr>
          <p:cNvSpPr>
            <a:spLocks xmlns:a="http://schemas.openxmlformats.org/drawingml/2006/main" noGrp="1"/>
          </p:cNvSpPr>
          <p:nvPr/>
        </p:nvSpPr>
        <p:spPr>
          <a:xfrm xmlns:a="http://schemas.openxmlformats.org/drawingml/2006/main">
            <a:off x="628650" y="4686300"/>
            <a:ext cx="609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650" b="1" i="0">
                <a:solidFill>
                  <a:srgbClr val="FFBE69"/>
                </a:solidFill>
                <a:latin typeface="Arial"/>
                <a:ea typeface="Arial"/>
                <a:cs typeface="Arial"/>
              </a:defRPr>
            </a:defPPr>
            <a:lvl1pPr algn="l">
              <a:buNone/>
              <a:defRPr sz="1650" b="1" i="0">
                <a:solidFill>
                  <a:srgbClr val="FFBE69"/>
                </a:solidFill>
                <a:latin typeface="Arial"/>
                <a:ea typeface="Arial"/>
                <a:cs typeface="Arial"/>
              </a:defRPr>
            </a:lvl1pPr>
            <a:lvl2pPr algn="l">
              <a:buNone/>
              <a:defRPr sz="1650" b="1" i="0">
                <a:solidFill>
                  <a:srgbClr val="FFBE69"/>
                </a:solidFill>
                <a:latin typeface="Arial"/>
                <a:ea typeface="Arial"/>
                <a:cs typeface="Arial"/>
              </a:defRPr>
            </a:lvl2pPr>
            <a:lvl3pPr algn="l">
              <a:buNone/>
              <a:defRPr sz="1650" b="1" i="0">
                <a:solidFill>
                  <a:srgbClr val="FFBE69"/>
                </a:solidFill>
                <a:latin typeface="Arial"/>
                <a:ea typeface="Arial"/>
                <a:cs typeface="Arial"/>
              </a:defRPr>
            </a:lvl3pPr>
            <a:lvl4pPr algn="l">
              <a:buNone/>
              <a:defRPr sz="1650" b="1" i="0">
                <a:solidFill>
                  <a:srgbClr val="FFBE69"/>
                </a:solidFill>
                <a:latin typeface="Arial"/>
                <a:ea typeface="Arial"/>
                <a:cs typeface="Arial"/>
              </a:defRPr>
            </a:lvl4pPr>
            <a:lvl5pPr algn="l">
              <a:buNone/>
              <a:defRPr sz="1650" b="1" i="0">
                <a:solidFill>
                  <a:srgbClr val="FFBE69"/>
                </a:solidFill>
                <a:latin typeface="Arial"/>
                <a:ea typeface="Arial"/>
                <a:cs typeface="Arial"/>
              </a:defRPr>
            </a:lvl5pPr>
            <a:lvl6pPr algn="l">
              <a:buNone/>
              <a:defRPr sz="1650" b="1" i="0">
                <a:solidFill>
                  <a:srgbClr val="FFBE69"/>
                </a:solidFill>
                <a:latin typeface="Arial"/>
                <a:ea typeface="Arial"/>
                <a:cs typeface="Arial"/>
              </a:defRPr>
            </a:lvl6pPr>
            <a:lvl7pPr algn="l">
              <a:buNone/>
              <a:defRPr sz="1650" b="1" i="0">
                <a:solidFill>
                  <a:srgbClr val="FFBE69"/>
                </a:solidFill>
                <a:latin typeface="Arial"/>
                <a:ea typeface="Arial"/>
                <a:cs typeface="Arial"/>
              </a:defRPr>
            </a:lvl7pPr>
            <a:lvl8pPr algn="l">
              <a:buNone/>
              <a:defRPr sz="1650" b="1" i="0">
                <a:solidFill>
                  <a:srgbClr val="FFBE69"/>
                </a:solidFill>
                <a:latin typeface="Arial"/>
                <a:ea typeface="Arial"/>
                <a:cs typeface="Arial"/>
              </a:defRPr>
            </a:lvl8pPr>
            <a:lvl9pPr algn="l">
              <a:buNone/>
              <a:defRPr sz="1650" b="1" i="0">
                <a:solidFill>
                  <a:srgbClr val="FFBE69"/>
                </a:solidFill>
                <a:latin typeface="Arial"/>
                <a:ea typeface="Arial"/>
                <a:cs typeface="Arial"/>
              </a:defRPr>
            </a:lvl9pPr>
          </a:lstStyle>
          <a:p xmlns:a="http://schemas.openxmlformats.org/drawingml/2006/main">
            <a:pPr algn="l">
              <a:buNone/>
              <a:defRPr sz="1650" b="1" i="0">
                <a:solidFill>
                  <a:srgbClr val="FFBE69"/>
                </a:solidFill>
                <a:latin typeface="Arial"/>
                <a:ea typeface="Arial"/>
                <a:cs typeface="Arial"/>
              </a:defRPr>
            </a:pPr>
            <a:r>
              <a:rPr sz="1650" b="1" i="0">
                <a:solidFill>
                  <a:srgbClr val="FFBE69"/>
                </a:solidFill>
                <a:latin typeface="Arial"/>
                <a:ea typeface="Arial"/>
                <a:cs typeface="Arial"/>
              </a:rPr>
              <a:t>A person decides what the evidence means.</a:t>
            </a:r>
          </a:p>
        </p:txBody>
      </p:sp>
      <p:sp>
        <p:nvSpPr>
          <p:cNvPr id="5" name="Oval 4">
            <a:extLst xmlns:a="http://schemas.openxmlformats.org/drawingml/2006/main">
              <a:ext uri="{FF2B5EF4-FFF2-40B4-BE49-F238E27FC236}">
                <a16:creationId xmlns:a16="http://schemas.microsoft.com/office/drawing/2014/main" id="{C44422D0-271E-4670-B2C0-EA9090A0E495}"/>
              </a:ext>
            </a:extLst>
          </p:cNvPr>
          <p:cNvSpPr>
            <a:spLocks xmlns:a="http://schemas.openxmlformats.org/drawingml/2006/main" noGrp="1"/>
          </p:cNvSpPr>
          <p:nvPr/>
        </p:nvSpPr>
        <p:spPr>
          <a:xfrm xmlns:a="http://schemas.openxmlformats.org/drawingml/2006/main">
            <a:off x="8858250" y="1666875"/>
            <a:ext cx="647700" cy="647700"/>
          </a:xfrm>
          <a:prstGeom xmlns:a="http://schemas.openxmlformats.org/drawingml/2006/main" prst="ellipse">
            <a:avLst/>
          </a:prstGeom>
          <a:solidFill xmlns:a="http://schemas.openxmlformats.org/drawingml/2006/main">
            <a:srgbClr val="17283A"/>
          </a:solidFill>
          <a:ln xmlns:a="http://schemas.openxmlformats.org/drawingml/2006/main" w="19050">
            <a:solidFill>
              <a:srgbClr val="79B9E8"/>
            </a:solidFill>
            <a:prstDash val="solid"/>
          </a:ln>
        </p:spPr>
      </p:sp>
      <p:sp>
        <p:nvSpPr>
          <p:cNvPr id="6" name="Rectangle 5">
            <a:extLst xmlns:a="http://schemas.openxmlformats.org/drawingml/2006/main">
              <a:ext uri="{FF2B5EF4-FFF2-40B4-BE49-F238E27FC236}">
                <a16:creationId xmlns:a16="http://schemas.microsoft.com/office/drawing/2014/main" id="{43FF1F0A-9F02-4E60-8231-1EF866A73EC5}"/>
              </a:ext>
            </a:extLst>
          </p:cNvPr>
          <p:cNvSpPr>
            <a:spLocks xmlns:a="http://schemas.openxmlformats.org/drawingml/2006/main" noGrp="1"/>
          </p:cNvSpPr>
          <p:nvPr/>
        </p:nvSpPr>
        <p:spPr>
          <a:xfrm xmlns:a="http://schemas.openxmlformats.org/drawingml/2006/main">
            <a:off x="8858250" y="1866900"/>
            <a:ext cx="647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350" b="1" i="0">
                <a:solidFill>
                  <a:srgbClr val="F4F7FB"/>
                </a:solidFill>
                <a:latin typeface="Arial"/>
                <a:ea typeface="Arial"/>
                <a:cs typeface="Arial"/>
              </a:defRPr>
            </a:defPPr>
            <a:lvl1pPr algn="ctr">
              <a:buNone/>
              <a:defRPr sz="1350" b="1" i="0">
                <a:solidFill>
                  <a:srgbClr val="F4F7FB"/>
                </a:solidFill>
                <a:latin typeface="Arial"/>
                <a:ea typeface="Arial"/>
                <a:cs typeface="Arial"/>
              </a:defRPr>
            </a:lvl1pPr>
            <a:lvl2pPr algn="ctr">
              <a:buNone/>
              <a:defRPr sz="1350" b="1" i="0">
                <a:solidFill>
                  <a:srgbClr val="F4F7FB"/>
                </a:solidFill>
                <a:latin typeface="Arial"/>
                <a:ea typeface="Arial"/>
                <a:cs typeface="Arial"/>
              </a:defRPr>
            </a:lvl2pPr>
            <a:lvl3pPr algn="ctr">
              <a:buNone/>
              <a:defRPr sz="1350" b="1" i="0">
                <a:solidFill>
                  <a:srgbClr val="F4F7FB"/>
                </a:solidFill>
                <a:latin typeface="Arial"/>
                <a:ea typeface="Arial"/>
                <a:cs typeface="Arial"/>
              </a:defRPr>
            </a:lvl3pPr>
            <a:lvl4pPr algn="ctr">
              <a:buNone/>
              <a:defRPr sz="1350" b="1" i="0">
                <a:solidFill>
                  <a:srgbClr val="F4F7FB"/>
                </a:solidFill>
                <a:latin typeface="Arial"/>
                <a:ea typeface="Arial"/>
                <a:cs typeface="Arial"/>
              </a:defRPr>
            </a:lvl4pPr>
            <a:lvl5pPr algn="ctr">
              <a:buNone/>
              <a:defRPr sz="1350" b="1" i="0">
                <a:solidFill>
                  <a:srgbClr val="F4F7FB"/>
                </a:solidFill>
                <a:latin typeface="Arial"/>
                <a:ea typeface="Arial"/>
                <a:cs typeface="Arial"/>
              </a:defRPr>
            </a:lvl5pPr>
            <a:lvl6pPr algn="ctr">
              <a:buNone/>
              <a:defRPr sz="1350" b="1" i="0">
                <a:solidFill>
                  <a:srgbClr val="F4F7FB"/>
                </a:solidFill>
                <a:latin typeface="Arial"/>
                <a:ea typeface="Arial"/>
                <a:cs typeface="Arial"/>
              </a:defRPr>
            </a:lvl6pPr>
            <a:lvl7pPr algn="ctr">
              <a:buNone/>
              <a:defRPr sz="1350" b="1" i="0">
                <a:solidFill>
                  <a:srgbClr val="F4F7FB"/>
                </a:solidFill>
                <a:latin typeface="Arial"/>
                <a:ea typeface="Arial"/>
                <a:cs typeface="Arial"/>
              </a:defRPr>
            </a:lvl7pPr>
            <a:lvl8pPr algn="ctr">
              <a:buNone/>
              <a:defRPr sz="1350" b="1" i="0">
                <a:solidFill>
                  <a:srgbClr val="F4F7FB"/>
                </a:solidFill>
                <a:latin typeface="Arial"/>
                <a:ea typeface="Arial"/>
                <a:cs typeface="Arial"/>
              </a:defRPr>
            </a:lvl8pPr>
            <a:lvl9pPr algn="ctr">
              <a:buNone/>
              <a:defRPr sz="1350" b="1" i="0">
                <a:solidFill>
                  <a:srgbClr val="F4F7FB"/>
                </a:solidFill>
                <a:latin typeface="Arial"/>
                <a:ea typeface="Arial"/>
                <a:cs typeface="Arial"/>
              </a:defRPr>
            </a:lvl9pPr>
          </a:lstStyle>
          <a:p xmlns:a="http://schemas.openxmlformats.org/drawingml/2006/main">
            <a:pPr algn="ctr">
              <a:buNone/>
              <a:defRPr sz="1350" b="1" i="0">
                <a:solidFill>
                  <a:srgbClr val="F4F7FB"/>
                </a:solidFill>
                <a:latin typeface="Arial"/>
                <a:ea typeface="Arial"/>
                <a:cs typeface="Arial"/>
              </a:defRPr>
            </a:pPr>
            <a:r>
              <a:rPr sz="1350" b="1" i="0">
                <a:solidFill>
                  <a:srgbClr val="F4F7FB"/>
                </a:solidFill>
                <a:latin typeface="Arial"/>
                <a:ea typeface="Arial"/>
                <a:cs typeface="Arial"/>
              </a:rPr>
              <a:t>A</a:t>
            </a:r>
          </a:p>
        </p:txBody>
      </p:sp>
      <p:sp>
        <p:nvSpPr>
          <p:cNvPr id="7" name="Oval 6">
            <a:extLst xmlns:a="http://schemas.openxmlformats.org/drawingml/2006/main">
              <a:ext uri="{FF2B5EF4-FFF2-40B4-BE49-F238E27FC236}">
                <a16:creationId xmlns:a16="http://schemas.microsoft.com/office/drawing/2014/main" id="{61B2F4E9-72DE-47CC-A5A9-E9DBC887B574}"/>
              </a:ext>
            </a:extLst>
          </p:cNvPr>
          <p:cNvSpPr>
            <a:spLocks xmlns:a="http://schemas.openxmlformats.org/drawingml/2006/main" noGrp="1"/>
          </p:cNvSpPr>
          <p:nvPr/>
        </p:nvSpPr>
        <p:spPr>
          <a:xfrm xmlns:a="http://schemas.openxmlformats.org/drawingml/2006/main">
            <a:off x="10020300" y="2857500"/>
            <a:ext cx="742950" cy="742950"/>
          </a:xfrm>
          <a:prstGeom xmlns:a="http://schemas.openxmlformats.org/drawingml/2006/main" prst="ellipse">
            <a:avLst/>
          </a:prstGeom>
          <a:solidFill xmlns:a="http://schemas.openxmlformats.org/drawingml/2006/main">
            <a:srgbClr val="38E0C1"/>
          </a:solidFill>
          <a:ln xmlns:a="http://schemas.openxmlformats.org/drawingml/2006/main" w="19050">
            <a:solidFill>
              <a:srgbClr val="B8F7E5"/>
            </a:solidFill>
            <a:prstDash val="solid"/>
          </a:ln>
        </p:spPr>
      </p:sp>
      <p:sp>
        <p:nvSpPr>
          <p:cNvPr id="8" name="Rectangle 7">
            <a:extLst xmlns:a="http://schemas.openxmlformats.org/drawingml/2006/main">
              <a:ext uri="{FF2B5EF4-FFF2-40B4-BE49-F238E27FC236}">
                <a16:creationId xmlns:a16="http://schemas.microsoft.com/office/drawing/2014/main" id="{9B28546D-5A29-4562-8BBC-B0563DE7DE92}"/>
              </a:ext>
            </a:extLst>
          </p:cNvPr>
          <p:cNvSpPr>
            <a:spLocks xmlns:a="http://schemas.openxmlformats.org/drawingml/2006/main" noGrp="1"/>
          </p:cNvSpPr>
          <p:nvPr/>
        </p:nvSpPr>
        <p:spPr>
          <a:xfrm xmlns:a="http://schemas.openxmlformats.org/drawingml/2006/main">
            <a:off x="10020300" y="3105150"/>
            <a:ext cx="742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350" b="1" i="0">
                <a:solidFill>
                  <a:srgbClr val="091521"/>
                </a:solidFill>
                <a:latin typeface="Arial"/>
                <a:ea typeface="Arial"/>
                <a:cs typeface="Arial"/>
              </a:defRPr>
            </a:defPPr>
            <a:lvl1pPr algn="ctr">
              <a:buNone/>
              <a:defRPr sz="1350" b="1" i="0">
                <a:solidFill>
                  <a:srgbClr val="091521"/>
                </a:solidFill>
                <a:latin typeface="Arial"/>
                <a:ea typeface="Arial"/>
                <a:cs typeface="Arial"/>
              </a:defRPr>
            </a:lvl1pPr>
            <a:lvl2pPr algn="ctr">
              <a:buNone/>
              <a:defRPr sz="1350" b="1" i="0">
                <a:solidFill>
                  <a:srgbClr val="091521"/>
                </a:solidFill>
                <a:latin typeface="Arial"/>
                <a:ea typeface="Arial"/>
                <a:cs typeface="Arial"/>
              </a:defRPr>
            </a:lvl2pPr>
            <a:lvl3pPr algn="ctr">
              <a:buNone/>
              <a:defRPr sz="1350" b="1" i="0">
                <a:solidFill>
                  <a:srgbClr val="091521"/>
                </a:solidFill>
                <a:latin typeface="Arial"/>
                <a:ea typeface="Arial"/>
                <a:cs typeface="Arial"/>
              </a:defRPr>
            </a:lvl3pPr>
            <a:lvl4pPr algn="ctr">
              <a:buNone/>
              <a:defRPr sz="1350" b="1" i="0">
                <a:solidFill>
                  <a:srgbClr val="091521"/>
                </a:solidFill>
                <a:latin typeface="Arial"/>
                <a:ea typeface="Arial"/>
                <a:cs typeface="Arial"/>
              </a:defRPr>
            </a:lvl4pPr>
            <a:lvl5pPr algn="ctr">
              <a:buNone/>
              <a:defRPr sz="1350" b="1" i="0">
                <a:solidFill>
                  <a:srgbClr val="091521"/>
                </a:solidFill>
                <a:latin typeface="Arial"/>
                <a:ea typeface="Arial"/>
                <a:cs typeface="Arial"/>
              </a:defRPr>
            </a:lvl5pPr>
            <a:lvl6pPr algn="ctr">
              <a:buNone/>
              <a:defRPr sz="1350" b="1" i="0">
                <a:solidFill>
                  <a:srgbClr val="091521"/>
                </a:solidFill>
                <a:latin typeface="Arial"/>
                <a:ea typeface="Arial"/>
                <a:cs typeface="Arial"/>
              </a:defRPr>
            </a:lvl6pPr>
            <a:lvl7pPr algn="ctr">
              <a:buNone/>
              <a:defRPr sz="1350" b="1" i="0">
                <a:solidFill>
                  <a:srgbClr val="091521"/>
                </a:solidFill>
                <a:latin typeface="Arial"/>
                <a:ea typeface="Arial"/>
                <a:cs typeface="Arial"/>
              </a:defRPr>
            </a:lvl7pPr>
            <a:lvl8pPr algn="ctr">
              <a:buNone/>
              <a:defRPr sz="1350" b="1" i="0">
                <a:solidFill>
                  <a:srgbClr val="091521"/>
                </a:solidFill>
                <a:latin typeface="Arial"/>
                <a:ea typeface="Arial"/>
                <a:cs typeface="Arial"/>
              </a:defRPr>
            </a:lvl8pPr>
            <a:lvl9pPr algn="ctr">
              <a:buNone/>
              <a:defRPr sz="1350" b="1" i="0">
                <a:solidFill>
                  <a:srgbClr val="091521"/>
                </a:solidFill>
                <a:latin typeface="Arial"/>
                <a:ea typeface="Arial"/>
                <a:cs typeface="Arial"/>
              </a:defRPr>
            </a:lvl9pPr>
          </a:lstStyle>
          <a:p xmlns:a="http://schemas.openxmlformats.org/drawingml/2006/main">
            <a:pPr algn="ctr">
              <a:buNone/>
              <a:defRPr sz="1350" b="1" i="0">
                <a:solidFill>
                  <a:srgbClr val="091521"/>
                </a:solidFill>
                <a:latin typeface="Arial"/>
                <a:ea typeface="Arial"/>
                <a:cs typeface="Arial"/>
              </a:defRPr>
            </a:pPr>
            <a:r>
              <a:rPr sz="1350" b="1" i="0">
                <a:solidFill>
                  <a:srgbClr val="091521"/>
                </a:solidFill>
                <a:latin typeface="Arial"/>
                <a:ea typeface="Arial"/>
                <a:cs typeface="Arial"/>
              </a:rPr>
              <a:t>B</a:t>
            </a:r>
          </a:p>
        </p:txBody>
      </p:sp>
      <p:sp>
        <p:nvSpPr>
          <p:cNvPr id="9" name="Oval 8">
            <a:extLst xmlns:a="http://schemas.openxmlformats.org/drawingml/2006/main">
              <a:ext uri="{FF2B5EF4-FFF2-40B4-BE49-F238E27FC236}">
                <a16:creationId xmlns:a16="http://schemas.microsoft.com/office/drawing/2014/main" id="{ED2631C5-EF39-4CF6-B641-7A0F9941B17E}"/>
              </a:ext>
            </a:extLst>
          </p:cNvPr>
          <p:cNvSpPr>
            <a:spLocks xmlns:a="http://schemas.openxmlformats.org/drawingml/2006/main" noGrp="1"/>
          </p:cNvSpPr>
          <p:nvPr/>
        </p:nvSpPr>
        <p:spPr>
          <a:xfrm xmlns:a="http://schemas.openxmlformats.org/drawingml/2006/main">
            <a:off x="10972800" y="1571625"/>
            <a:ext cx="647700" cy="647700"/>
          </a:xfrm>
          <a:prstGeom xmlns:a="http://schemas.openxmlformats.org/drawingml/2006/main" prst="ellipse">
            <a:avLst/>
          </a:prstGeom>
          <a:solidFill xmlns:a="http://schemas.openxmlformats.org/drawingml/2006/main">
            <a:srgbClr val="17283A"/>
          </a:solidFill>
          <a:ln xmlns:a="http://schemas.openxmlformats.org/drawingml/2006/main" w="19050">
            <a:solidFill>
              <a:srgbClr val="79B9E8"/>
            </a:solidFill>
            <a:prstDash val="solid"/>
          </a:ln>
        </p:spPr>
      </p:sp>
      <p:sp>
        <p:nvSpPr>
          <p:cNvPr id="10" name="Rectangle 9">
            <a:extLst xmlns:a="http://schemas.openxmlformats.org/drawingml/2006/main">
              <a:ext uri="{FF2B5EF4-FFF2-40B4-BE49-F238E27FC236}">
                <a16:creationId xmlns:a16="http://schemas.microsoft.com/office/drawing/2014/main" id="{B358CFB1-7CE1-4478-B14B-D57CC88DC97E}"/>
              </a:ext>
            </a:extLst>
          </p:cNvPr>
          <p:cNvSpPr>
            <a:spLocks xmlns:a="http://schemas.openxmlformats.org/drawingml/2006/main" noGrp="1"/>
          </p:cNvSpPr>
          <p:nvPr/>
        </p:nvSpPr>
        <p:spPr>
          <a:xfrm xmlns:a="http://schemas.openxmlformats.org/drawingml/2006/main">
            <a:off x="10972800" y="1771650"/>
            <a:ext cx="647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350" b="1" i="0">
                <a:solidFill>
                  <a:srgbClr val="F4F7FB"/>
                </a:solidFill>
                <a:latin typeface="Arial"/>
                <a:ea typeface="Arial"/>
                <a:cs typeface="Arial"/>
              </a:defRPr>
            </a:defPPr>
            <a:lvl1pPr algn="ctr">
              <a:buNone/>
              <a:defRPr sz="1350" b="1" i="0">
                <a:solidFill>
                  <a:srgbClr val="F4F7FB"/>
                </a:solidFill>
                <a:latin typeface="Arial"/>
                <a:ea typeface="Arial"/>
                <a:cs typeface="Arial"/>
              </a:defRPr>
            </a:lvl1pPr>
            <a:lvl2pPr algn="ctr">
              <a:buNone/>
              <a:defRPr sz="1350" b="1" i="0">
                <a:solidFill>
                  <a:srgbClr val="F4F7FB"/>
                </a:solidFill>
                <a:latin typeface="Arial"/>
                <a:ea typeface="Arial"/>
                <a:cs typeface="Arial"/>
              </a:defRPr>
            </a:lvl2pPr>
            <a:lvl3pPr algn="ctr">
              <a:buNone/>
              <a:defRPr sz="1350" b="1" i="0">
                <a:solidFill>
                  <a:srgbClr val="F4F7FB"/>
                </a:solidFill>
                <a:latin typeface="Arial"/>
                <a:ea typeface="Arial"/>
                <a:cs typeface="Arial"/>
              </a:defRPr>
            </a:lvl3pPr>
            <a:lvl4pPr algn="ctr">
              <a:buNone/>
              <a:defRPr sz="1350" b="1" i="0">
                <a:solidFill>
                  <a:srgbClr val="F4F7FB"/>
                </a:solidFill>
                <a:latin typeface="Arial"/>
                <a:ea typeface="Arial"/>
                <a:cs typeface="Arial"/>
              </a:defRPr>
            </a:lvl4pPr>
            <a:lvl5pPr algn="ctr">
              <a:buNone/>
              <a:defRPr sz="1350" b="1" i="0">
                <a:solidFill>
                  <a:srgbClr val="F4F7FB"/>
                </a:solidFill>
                <a:latin typeface="Arial"/>
                <a:ea typeface="Arial"/>
                <a:cs typeface="Arial"/>
              </a:defRPr>
            </a:lvl5pPr>
            <a:lvl6pPr algn="ctr">
              <a:buNone/>
              <a:defRPr sz="1350" b="1" i="0">
                <a:solidFill>
                  <a:srgbClr val="F4F7FB"/>
                </a:solidFill>
                <a:latin typeface="Arial"/>
                <a:ea typeface="Arial"/>
                <a:cs typeface="Arial"/>
              </a:defRPr>
            </a:lvl6pPr>
            <a:lvl7pPr algn="ctr">
              <a:buNone/>
              <a:defRPr sz="1350" b="1" i="0">
                <a:solidFill>
                  <a:srgbClr val="F4F7FB"/>
                </a:solidFill>
                <a:latin typeface="Arial"/>
                <a:ea typeface="Arial"/>
                <a:cs typeface="Arial"/>
              </a:defRPr>
            </a:lvl7pPr>
            <a:lvl8pPr algn="ctr">
              <a:buNone/>
              <a:defRPr sz="1350" b="1" i="0">
                <a:solidFill>
                  <a:srgbClr val="F4F7FB"/>
                </a:solidFill>
                <a:latin typeface="Arial"/>
                <a:ea typeface="Arial"/>
                <a:cs typeface="Arial"/>
              </a:defRPr>
            </a:lvl8pPr>
            <a:lvl9pPr algn="ctr">
              <a:buNone/>
              <a:defRPr sz="1350" b="1" i="0">
                <a:solidFill>
                  <a:srgbClr val="F4F7FB"/>
                </a:solidFill>
                <a:latin typeface="Arial"/>
                <a:ea typeface="Arial"/>
                <a:cs typeface="Arial"/>
              </a:defRPr>
            </a:lvl9pPr>
          </a:lstStyle>
          <a:p xmlns:a="http://schemas.openxmlformats.org/drawingml/2006/main">
            <a:pPr algn="ctr">
              <a:buNone/>
              <a:defRPr sz="1350" b="1" i="0">
                <a:solidFill>
                  <a:srgbClr val="F4F7FB"/>
                </a:solidFill>
                <a:latin typeface="Arial"/>
                <a:ea typeface="Arial"/>
                <a:cs typeface="Arial"/>
              </a:defRPr>
            </a:pPr>
            <a:r>
              <a:rPr sz="1350" b="1" i="0">
                <a:solidFill>
                  <a:srgbClr val="F4F7FB"/>
                </a:solidFill>
                <a:latin typeface="Arial"/>
                <a:ea typeface="Arial"/>
                <a:cs typeface="Arial"/>
              </a:rPr>
              <a:t>C</a:t>
            </a:r>
          </a:p>
        </p:txBody>
      </p:sp>
      <p:sp>
        <p:nvSpPr>
          <p:cNvPr id="11" name="Oval 10">
            <a:extLst xmlns:a="http://schemas.openxmlformats.org/drawingml/2006/main">
              <a:ext uri="{FF2B5EF4-FFF2-40B4-BE49-F238E27FC236}">
                <a16:creationId xmlns:a16="http://schemas.microsoft.com/office/drawing/2014/main" id="{BD2D0C90-C57E-4E7D-B61B-471159FA98F8}"/>
              </a:ext>
            </a:extLst>
          </p:cNvPr>
          <p:cNvSpPr>
            <a:spLocks xmlns:a="http://schemas.openxmlformats.org/drawingml/2006/main" noGrp="1"/>
          </p:cNvSpPr>
          <p:nvPr/>
        </p:nvSpPr>
        <p:spPr>
          <a:xfrm xmlns:a="http://schemas.openxmlformats.org/drawingml/2006/main">
            <a:off x="8382000" y="4191000"/>
            <a:ext cx="609600" cy="609600"/>
          </a:xfrm>
          <a:prstGeom xmlns:a="http://schemas.openxmlformats.org/drawingml/2006/main" prst="ellipse">
            <a:avLst/>
          </a:prstGeom>
          <a:solidFill xmlns:a="http://schemas.openxmlformats.org/drawingml/2006/main">
            <a:srgbClr val="17283A"/>
          </a:solidFill>
          <a:ln xmlns:a="http://schemas.openxmlformats.org/drawingml/2006/main" w="19050">
            <a:solidFill>
              <a:srgbClr val="FFBE69"/>
            </a:solidFill>
            <a:prstDash val="solid"/>
          </a:ln>
        </p:spPr>
      </p:sp>
      <p:sp>
        <p:nvSpPr>
          <p:cNvPr id="12" name="Rectangle 11">
            <a:extLst xmlns:a="http://schemas.openxmlformats.org/drawingml/2006/main">
              <a:ext uri="{FF2B5EF4-FFF2-40B4-BE49-F238E27FC236}">
                <a16:creationId xmlns:a16="http://schemas.microsoft.com/office/drawing/2014/main" id="{F72F58D1-3524-4013-859C-92FB5250AB53}"/>
              </a:ext>
            </a:extLst>
          </p:cNvPr>
          <p:cNvSpPr>
            <a:spLocks xmlns:a="http://schemas.openxmlformats.org/drawingml/2006/main" noGrp="1"/>
          </p:cNvSpPr>
          <p:nvPr/>
        </p:nvSpPr>
        <p:spPr>
          <a:xfrm xmlns:a="http://schemas.openxmlformats.org/drawingml/2006/main">
            <a:off x="8382000" y="4371975"/>
            <a:ext cx="609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350" b="1" i="0">
                <a:solidFill>
                  <a:srgbClr val="F4F7FB"/>
                </a:solidFill>
                <a:latin typeface="Arial"/>
                <a:ea typeface="Arial"/>
                <a:cs typeface="Arial"/>
              </a:defRPr>
            </a:defPPr>
            <a:lvl1pPr algn="ctr">
              <a:buNone/>
              <a:defRPr sz="1350" b="1" i="0">
                <a:solidFill>
                  <a:srgbClr val="F4F7FB"/>
                </a:solidFill>
                <a:latin typeface="Arial"/>
                <a:ea typeface="Arial"/>
                <a:cs typeface="Arial"/>
              </a:defRPr>
            </a:lvl1pPr>
            <a:lvl2pPr algn="ctr">
              <a:buNone/>
              <a:defRPr sz="1350" b="1" i="0">
                <a:solidFill>
                  <a:srgbClr val="F4F7FB"/>
                </a:solidFill>
                <a:latin typeface="Arial"/>
                <a:ea typeface="Arial"/>
                <a:cs typeface="Arial"/>
              </a:defRPr>
            </a:lvl2pPr>
            <a:lvl3pPr algn="ctr">
              <a:buNone/>
              <a:defRPr sz="1350" b="1" i="0">
                <a:solidFill>
                  <a:srgbClr val="F4F7FB"/>
                </a:solidFill>
                <a:latin typeface="Arial"/>
                <a:ea typeface="Arial"/>
                <a:cs typeface="Arial"/>
              </a:defRPr>
            </a:lvl3pPr>
            <a:lvl4pPr algn="ctr">
              <a:buNone/>
              <a:defRPr sz="1350" b="1" i="0">
                <a:solidFill>
                  <a:srgbClr val="F4F7FB"/>
                </a:solidFill>
                <a:latin typeface="Arial"/>
                <a:ea typeface="Arial"/>
                <a:cs typeface="Arial"/>
              </a:defRPr>
            </a:lvl4pPr>
            <a:lvl5pPr algn="ctr">
              <a:buNone/>
              <a:defRPr sz="1350" b="1" i="0">
                <a:solidFill>
                  <a:srgbClr val="F4F7FB"/>
                </a:solidFill>
                <a:latin typeface="Arial"/>
                <a:ea typeface="Arial"/>
                <a:cs typeface="Arial"/>
              </a:defRPr>
            </a:lvl5pPr>
            <a:lvl6pPr algn="ctr">
              <a:buNone/>
              <a:defRPr sz="1350" b="1" i="0">
                <a:solidFill>
                  <a:srgbClr val="F4F7FB"/>
                </a:solidFill>
                <a:latin typeface="Arial"/>
                <a:ea typeface="Arial"/>
                <a:cs typeface="Arial"/>
              </a:defRPr>
            </a:lvl6pPr>
            <a:lvl7pPr algn="ctr">
              <a:buNone/>
              <a:defRPr sz="1350" b="1" i="0">
                <a:solidFill>
                  <a:srgbClr val="F4F7FB"/>
                </a:solidFill>
                <a:latin typeface="Arial"/>
                <a:ea typeface="Arial"/>
                <a:cs typeface="Arial"/>
              </a:defRPr>
            </a:lvl7pPr>
            <a:lvl8pPr algn="ctr">
              <a:buNone/>
              <a:defRPr sz="1350" b="1" i="0">
                <a:solidFill>
                  <a:srgbClr val="F4F7FB"/>
                </a:solidFill>
                <a:latin typeface="Arial"/>
                <a:ea typeface="Arial"/>
                <a:cs typeface="Arial"/>
              </a:defRPr>
            </a:lvl8pPr>
            <a:lvl9pPr algn="ctr">
              <a:buNone/>
              <a:defRPr sz="1350" b="1" i="0">
                <a:solidFill>
                  <a:srgbClr val="F4F7FB"/>
                </a:solidFill>
                <a:latin typeface="Arial"/>
                <a:ea typeface="Arial"/>
                <a:cs typeface="Arial"/>
              </a:defRPr>
            </a:lvl9pPr>
          </a:lstStyle>
          <a:p xmlns:a="http://schemas.openxmlformats.org/drawingml/2006/main">
            <a:pPr algn="ctr">
              <a:buNone/>
              <a:defRPr sz="1350" b="1" i="0">
                <a:solidFill>
                  <a:srgbClr val="F4F7FB"/>
                </a:solidFill>
                <a:latin typeface="Arial"/>
                <a:ea typeface="Arial"/>
                <a:cs typeface="Arial"/>
              </a:defRPr>
            </a:pPr>
            <a:r>
              <a:rPr sz="1350" b="1" i="0">
                <a:solidFill>
                  <a:srgbClr val="F4F7FB"/>
                </a:solidFill>
                <a:latin typeface="Arial"/>
                <a:ea typeface="Arial"/>
                <a:cs typeface="Arial"/>
              </a:rPr>
              <a:t>D</a:t>
            </a:r>
          </a:p>
        </p:txBody>
      </p:sp>
      <p:sp>
        <p:nvSpPr>
          <p:cNvPr id="16" name="Rectangle 15">
            <a:extLst xmlns:a="http://schemas.openxmlformats.org/drawingml/2006/main">
              <a:ext uri="{FF2B5EF4-FFF2-40B4-BE49-F238E27FC236}">
                <a16:creationId xmlns:a16="http://schemas.microsoft.com/office/drawing/2014/main" id="{86967BF8-C3E4-4423-8874-C1051019EA6F}"/>
              </a:ext>
            </a:extLst>
          </p:cNvPr>
          <p:cNvSpPr>
            <a:spLocks xmlns:a="http://schemas.openxmlformats.org/drawingml/2006/main" noGrp="1"/>
          </p:cNvSpPr>
          <p:nvPr/>
        </p:nvSpPr>
        <p:spPr>
          <a:xfrm xmlns:a="http://schemas.openxmlformats.org/drawingml/2006/main">
            <a:off x="8858250" y="515302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975" b="0" i="0">
                <a:solidFill>
                  <a:srgbClr val="9AAFC2"/>
                </a:solidFill>
                <a:latin typeface="Arial"/>
                <a:ea typeface="Arial"/>
                <a:cs typeface="Arial"/>
              </a:defRPr>
            </a:defPPr>
            <a:lvl1pPr algn="ctr">
              <a:buNone/>
              <a:defRPr sz="975" b="0" i="0">
                <a:solidFill>
                  <a:srgbClr val="9AAFC2"/>
                </a:solidFill>
                <a:latin typeface="Arial"/>
                <a:ea typeface="Arial"/>
                <a:cs typeface="Arial"/>
              </a:defRPr>
            </a:lvl1pPr>
            <a:lvl2pPr algn="ctr">
              <a:buNone/>
              <a:defRPr sz="975" b="0" i="0">
                <a:solidFill>
                  <a:srgbClr val="9AAFC2"/>
                </a:solidFill>
                <a:latin typeface="Arial"/>
                <a:ea typeface="Arial"/>
                <a:cs typeface="Arial"/>
              </a:defRPr>
            </a:lvl2pPr>
            <a:lvl3pPr algn="ctr">
              <a:buNone/>
              <a:defRPr sz="975" b="0" i="0">
                <a:solidFill>
                  <a:srgbClr val="9AAFC2"/>
                </a:solidFill>
                <a:latin typeface="Arial"/>
                <a:ea typeface="Arial"/>
                <a:cs typeface="Arial"/>
              </a:defRPr>
            </a:lvl3pPr>
            <a:lvl4pPr algn="ctr">
              <a:buNone/>
              <a:defRPr sz="975" b="0" i="0">
                <a:solidFill>
                  <a:srgbClr val="9AAFC2"/>
                </a:solidFill>
                <a:latin typeface="Arial"/>
                <a:ea typeface="Arial"/>
                <a:cs typeface="Arial"/>
              </a:defRPr>
            </a:lvl4pPr>
            <a:lvl5pPr algn="ctr">
              <a:buNone/>
              <a:defRPr sz="975" b="0" i="0">
                <a:solidFill>
                  <a:srgbClr val="9AAFC2"/>
                </a:solidFill>
                <a:latin typeface="Arial"/>
                <a:ea typeface="Arial"/>
                <a:cs typeface="Arial"/>
              </a:defRPr>
            </a:lvl5pPr>
            <a:lvl6pPr algn="ctr">
              <a:buNone/>
              <a:defRPr sz="975" b="0" i="0">
                <a:solidFill>
                  <a:srgbClr val="9AAFC2"/>
                </a:solidFill>
                <a:latin typeface="Arial"/>
                <a:ea typeface="Arial"/>
                <a:cs typeface="Arial"/>
              </a:defRPr>
            </a:lvl6pPr>
            <a:lvl7pPr algn="ctr">
              <a:buNone/>
              <a:defRPr sz="975" b="0" i="0">
                <a:solidFill>
                  <a:srgbClr val="9AAFC2"/>
                </a:solidFill>
                <a:latin typeface="Arial"/>
                <a:ea typeface="Arial"/>
                <a:cs typeface="Arial"/>
              </a:defRPr>
            </a:lvl7pPr>
            <a:lvl8pPr algn="ctr">
              <a:buNone/>
              <a:defRPr sz="975" b="0" i="0">
                <a:solidFill>
                  <a:srgbClr val="9AAFC2"/>
                </a:solidFill>
                <a:latin typeface="Arial"/>
                <a:ea typeface="Arial"/>
                <a:cs typeface="Arial"/>
              </a:defRPr>
            </a:lvl8pPr>
            <a:lvl9pPr algn="ctr">
              <a:buNone/>
              <a:defRPr sz="975" b="0" i="0">
                <a:solidFill>
                  <a:srgbClr val="9AAFC2"/>
                </a:solidFill>
                <a:latin typeface="Arial"/>
                <a:ea typeface="Arial"/>
                <a:cs typeface="Arial"/>
              </a:defRPr>
            </a:lvl9pPr>
          </a:lstStyle>
          <a:p xmlns:a="http://schemas.openxmlformats.org/drawingml/2006/main">
            <a:pPr algn="ctr">
              <a:buNone/>
              <a:defRPr sz="975" b="0" i="0">
                <a:solidFill>
                  <a:srgbClr val="9AAFC2"/>
                </a:solidFill>
                <a:latin typeface="Arial"/>
                <a:ea typeface="Arial"/>
                <a:cs typeface="Arial"/>
              </a:defRPr>
            </a:pPr>
            <a:r>
              <a:rPr sz="975" b="0" i="0">
                <a:solidFill>
                  <a:srgbClr val="9AAFC2"/>
                </a:solidFill>
                <a:latin typeface="Arial"/>
                <a:ea typeface="Arial"/>
                <a:cs typeface="Arial"/>
              </a:rPr>
              <a:t>Network concept</a:t>
            </a:r>
          </a:p>
        </p:txBody>
      </p:sp>
      <p:sp>
        <p:nvSpPr>
          <p:cNvPr id="17" name="Straight Connector 16">
            <a:extLst xmlns:a="http://schemas.openxmlformats.org/drawingml/2006/main">
              <a:ext uri="{FF2B5EF4-FFF2-40B4-BE49-F238E27FC236}">
                <a16:creationId xmlns:a16="http://schemas.microsoft.com/office/drawing/2014/main" id="{5A9574F1-C367-4F8D-A14F-18F1BD8910C6}"/>
              </a:ext>
            </a:extLst>
          </p:cNvPr>
          <p:cNvSpPr>
            <a:spLocks xmlns:a="http://schemas.openxmlformats.org/drawingml/2006/main" noGrp="1"/>
          </p:cNvSpPr>
          <p:nvPr/>
        </p:nvSpPr>
        <p:spPr>
          <a:xfrm xmlns:a="http://schemas.openxmlformats.org/drawingml/2006/main">
            <a:off x="590550" y="6286500"/>
            <a:ext cx="11010900" cy="0"/>
          </a:xfrm>
          <a:prstGeom xmlns:a="http://schemas.openxmlformats.org/drawingml/2006/main" prst="line">
            <a:avLst/>
          </a:prstGeom>
          <a:noFill xmlns:a="http://schemas.openxmlformats.org/drawingml/2006/main"/>
          <a:ln xmlns:a="http://schemas.openxmlformats.org/drawingml/2006/main" w="9525">
            <a:solidFill>
              <a:srgbClr val="263B50"/>
            </a:solidFill>
            <a:prstDash val="solid"/>
          </a:ln>
        </p:spPr>
      </p:sp>
      <p:sp>
        <p:nvSpPr>
          <p:cNvPr id="18" name="Rectangle 17">
            <a:extLst xmlns:a="http://schemas.openxmlformats.org/drawingml/2006/main">
              <a:ext uri="{FF2B5EF4-FFF2-40B4-BE49-F238E27FC236}">
                <a16:creationId xmlns:a16="http://schemas.microsoft.com/office/drawing/2014/main" id="{F07D218A-5395-4AC9-9BD4-3A637EE501FE}"/>
              </a:ext>
            </a:extLst>
          </p:cNvPr>
          <p:cNvSpPr>
            <a:spLocks xmlns:a="http://schemas.openxmlformats.org/drawingml/2006/main" noGrp="1"/>
          </p:cNvSpPr>
          <p:nvPr/>
        </p:nvSpPr>
        <p:spPr>
          <a:xfrm xmlns:a="http://schemas.openxmlformats.org/drawingml/2006/main">
            <a:off x="590550" y="6438900"/>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975" b="0" i="0">
                <a:solidFill>
                  <a:srgbClr val="9AAFC2"/>
                </a:solidFill>
                <a:latin typeface="Arial"/>
                <a:ea typeface="Arial"/>
                <a:cs typeface="Arial"/>
              </a:defRPr>
            </a:defPPr>
            <a:lvl1pPr algn="l">
              <a:buNone/>
              <a:defRPr sz="975" b="0" i="0">
                <a:solidFill>
                  <a:srgbClr val="9AAFC2"/>
                </a:solidFill>
                <a:latin typeface="Arial"/>
                <a:ea typeface="Arial"/>
                <a:cs typeface="Arial"/>
              </a:defRPr>
            </a:lvl1pPr>
            <a:lvl2pPr algn="l">
              <a:buNone/>
              <a:defRPr sz="975" b="0" i="0">
                <a:solidFill>
                  <a:srgbClr val="9AAFC2"/>
                </a:solidFill>
                <a:latin typeface="Arial"/>
                <a:ea typeface="Arial"/>
                <a:cs typeface="Arial"/>
              </a:defRPr>
            </a:lvl2pPr>
            <a:lvl3pPr algn="l">
              <a:buNone/>
              <a:defRPr sz="975" b="0" i="0">
                <a:solidFill>
                  <a:srgbClr val="9AAFC2"/>
                </a:solidFill>
                <a:latin typeface="Arial"/>
                <a:ea typeface="Arial"/>
                <a:cs typeface="Arial"/>
              </a:defRPr>
            </a:lvl3pPr>
            <a:lvl4pPr algn="l">
              <a:buNone/>
              <a:defRPr sz="975" b="0" i="0">
                <a:solidFill>
                  <a:srgbClr val="9AAFC2"/>
                </a:solidFill>
                <a:latin typeface="Arial"/>
                <a:ea typeface="Arial"/>
                <a:cs typeface="Arial"/>
              </a:defRPr>
            </a:lvl4pPr>
            <a:lvl5pPr algn="l">
              <a:buNone/>
              <a:defRPr sz="975" b="0" i="0">
                <a:solidFill>
                  <a:srgbClr val="9AAFC2"/>
                </a:solidFill>
                <a:latin typeface="Arial"/>
                <a:ea typeface="Arial"/>
                <a:cs typeface="Arial"/>
              </a:defRPr>
            </a:lvl5pPr>
            <a:lvl6pPr algn="l">
              <a:buNone/>
              <a:defRPr sz="975" b="0" i="0">
                <a:solidFill>
                  <a:srgbClr val="9AAFC2"/>
                </a:solidFill>
                <a:latin typeface="Arial"/>
                <a:ea typeface="Arial"/>
                <a:cs typeface="Arial"/>
              </a:defRPr>
            </a:lvl6pPr>
            <a:lvl7pPr algn="l">
              <a:buNone/>
              <a:defRPr sz="975" b="0" i="0">
                <a:solidFill>
                  <a:srgbClr val="9AAFC2"/>
                </a:solidFill>
                <a:latin typeface="Arial"/>
                <a:ea typeface="Arial"/>
                <a:cs typeface="Arial"/>
              </a:defRPr>
            </a:lvl7pPr>
            <a:lvl8pPr algn="l">
              <a:buNone/>
              <a:defRPr sz="975" b="0" i="0">
                <a:solidFill>
                  <a:srgbClr val="9AAFC2"/>
                </a:solidFill>
                <a:latin typeface="Arial"/>
                <a:ea typeface="Arial"/>
                <a:cs typeface="Arial"/>
              </a:defRPr>
            </a:lvl8pPr>
            <a:lvl9pPr algn="l">
              <a:buNone/>
              <a:defRPr sz="975" b="0" i="0">
                <a:solidFill>
                  <a:srgbClr val="9AAFC2"/>
                </a:solidFill>
                <a:latin typeface="Arial"/>
                <a:ea typeface="Arial"/>
                <a:cs typeface="Arial"/>
              </a:defRPr>
            </a:lvl9pPr>
          </a:lstStyle>
          <a:p xmlns:a="http://schemas.openxmlformats.org/drawingml/2006/main">
            <a:pPr algn="l">
              <a:buNone/>
              <a:defRPr sz="975" b="0" i="0">
                <a:solidFill>
                  <a:srgbClr val="9AAFC2"/>
                </a:solidFill>
                <a:latin typeface="Arial"/>
                <a:ea typeface="Arial"/>
                <a:cs typeface="Arial"/>
              </a:defRPr>
            </a:pPr>
            <a:r>
              <a:rPr sz="975" b="0" i="0">
                <a:solidFill>
                  <a:srgbClr val="9AAFC2"/>
                </a:solidFill>
                <a:latin typeface="Arial"/>
                <a:ea typeface="Arial"/>
                <a:cs typeface="Arial"/>
              </a:rPr>
              <a:t>Investigation leads for human review — not proof of fraud or mule activity.</a:t>
            </a:r>
          </a:p>
        </p:txBody>
      </p:sp>
      <p:sp>
        <p:nvSpPr>
          <p:cNvPr id="19" name="Rectangle 18">
            <a:extLst xmlns:a="http://schemas.openxmlformats.org/drawingml/2006/main">
              <a:ext uri="{FF2B5EF4-FFF2-40B4-BE49-F238E27FC236}">
                <a16:creationId xmlns:a16="http://schemas.microsoft.com/office/drawing/2014/main" id="{3169D952-C24E-4B9C-8E1F-82CB2D5FE17E}"/>
              </a:ext>
            </a:extLst>
          </p:cNvPr>
          <p:cNvSpPr>
            <a:spLocks xmlns:a="http://schemas.openxmlformats.org/drawingml/2006/main" noGrp="1"/>
          </p:cNvSpPr>
          <p:nvPr/>
        </p:nvSpPr>
        <p:spPr>
          <a:xfrm xmlns:a="http://schemas.openxmlformats.org/drawingml/2006/main">
            <a:off x="1114425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r">
              <a:defRPr sz="975" b="0" i="0">
                <a:solidFill>
                  <a:srgbClr val="9AAFC2"/>
                </a:solidFill>
                <a:latin typeface="Arial"/>
                <a:ea typeface="Arial"/>
                <a:cs typeface="Arial"/>
              </a:defRPr>
            </a:defPPr>
            <a:lvl1pPr algn="r">
              <a:buNone/>
              <a:defRPr sz="975" b="0" i="0">
                <a:solidFill>
                  <a:srgbClr val="9AAFC2"/>
                </a:solidFill>
                <a:latin typeface="Arial"/>
                <a:ea typeface="Arial"/>
                <a:cs typeface="Arial"/>
              </a:defRPr>
            </a:lvl1pPr>
            <a:lvl2pPr algn="r">
              <a:buNone/>
              <a:defRPr sz="975" b="0" i="0">
                <a:solidFill>
                  <a:srgbClr val="9AAFC2"/>
                </a:solidFill>
                <a:latin typeface="Arial"/>
                <a:ea typeface="Arial"/>
                <a:cs typeface="Arial"/>
              </a:defRPr>
            </a:lvl2pPr>
            <a:lvl3pPr algn="r">
              <a:buNone/>
              <a:defRPr sz="975" b="0" i="0">
                <a:solidFill>
                  <a:srgbClr val="9AAFC2"/>
                </a:solidFill>
                <a:latin typeface="Arial"/>
                <a:ea typeface="Arial"/>
                <a:cs typeface="Arial"/>
              </a:defRPr>
            </a:lvl3pPr>
            <a:lvl4pPr algn="r">
              <a:buNone/>
              <a:defRPr sz="975" b="0" i="0">
                <a:solidFill>
                  <a:srgbClr val="9AAFC2"/>
                </a:solidFill>
                <a:latin typeface="Arial"/>
                <a:ea typeface="Arial"/>
                <a:cs typeface="Arial"/>
              </a:defRPr>
            </a:lvl4pPr>
            <a:lvl5pPr algn="r">
              <a:buNone/>
              <a:defRPr sz="975" b="0" i="0">
                <a:solidFill>
                  <a:srgbClr val="9AAFC2"/>
                </a:solidFill>
                <a:latin typeface="Arial"/>
                <a:ea typeface="Arial"/>
                <a:cs typeface="Arial"/>
              </a:defRPr>
            </a:lvl5pPr>
            <a:lvl6pPr algn="r">
              <a:buNone/>
              <a:defRPr sz="975" b="0" i="0">
                <a:solidFill>
                  <a:srgbClr val="9AAFC2"/>
                </a:solidFill>
                <a:latin typeface="Arial"/>
                <a:ea typeface="Arial"/>
                <a:cs typeface="Arial"/>
              </a:defRPr>
            </a:lvl6pPr>
            <a:lvl7pPr algn="r">
              <a:buNone/>
              <a:defRPr sz="975" b="0" i="0">
                <a:solidFill>
                  <a:srgbClr val="9AAFC2"/>
                </a:solidFill>
                <a:latin typeface="Arial"/>
                <a:ea typeface="Arial"/>
                <a:cs typeface="Arial"/>
              </a:defRPr>
            </a:lvl7pPr>
            <a:lvl8pPr algn="r">
              <a:buNone/>
              <a:defRPr sz="975" b="0" i="0">
                <a:solidFill>
                  <a:srgbClr val="9AAFC2"/>
                </a:solidFill>
                <a:latin typeface="Arial"/>
                <a:ea typeface="Arial"/>
                <a:cs typeface="Arial"/>
              </a:defRPr>
            </a:lvl8pPr>
            <a:lvl9pPr algn="r">
              <a:buNone/>
              <a:defRPr sz="975" b="0" i="0">
                <a:solidFill>
                  <a:srgbClr val="9AAFC2"/>
                </a:solidFill>
                <a:latin typeface="Arial"/>
                <a:ea typeface="Arial"/>
                <a:cs typeface="Arial"/>
              </a:defRPr>
            </a:lvl9pPr>
          </a:lstStyle>
          <a:p xmlns:a="http://schemas.openxmlformats.org/drawingml/2006/main">
            <a:pPr algn="r">
              <a:buNone/>
              <a:defRPr sz="975" b="0" i="0">
                <a:solidFill>
                  <a:srgbClr val="9AAFC2"/>
                </a:solidFill>
                <a:latin typeface="Arial"/>
                <a:ea typeface="Arial"/>
                <a:cs typeface="Arial"/>
              </a:defRPr>
            </a:pPr>
            <a:r>
              <a:rPr sz="975" b="0" i="0">
                <a:solidFill>
                  <a:srgbClr val="9AAFC2"/>
                </a:solidFill>
                <a:latin typeface="Arial"/>
                <a:ea typeface="Arial"/>
                <a:cs typeface="Arial"/>
              </a:rPr>
              <a:t>10</a:t>
            </a:r>
          </a:p>
        </p:txBody>
      </p:sp>
    </p:spTree>
    <p:extLst>
      <p:ext uri="{BB962C8B-B14F-4D97-AF65-F5344CB8AC3E}">
        <p14:creationId xmlns:p14="http://schemas.microsoft.com/office/powerpoint/2010/main" val="12824462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2026-10-19T14:03:17.1000000Z</dcterms:created>
  <dcterms:modified xsi:type="dcterms:W3CDTF">2026-10-19T14:03:17.1000000Z</dcterms:modified>
</coreProperties>
</file>